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 id="2147483769" r:id="rId5"/>
  </p:sldMasterIdLst>
  <p:notesMasterIdLst>
    <p:notesMasterId r:id="rId71"/>
  </p:notesMasterIdLst>
  <p:sldIdLst>
    <p:sldId id="421" r:id="rId6"/>
    <p:sldId id="258" r:id="rId7"/>
    <p:sldId id="2674" r:id="rId8"/>
    <p:sldId id="2799" r:id="rId9"/>
    <p:sldId id="2800" r:id="rId10"/>
    <p:sldId id="2801" r:id="rId11"/>
    <p:sldId id="2803" r:id="rId12"/>
    <p:sldId id="2804" r:id="rId13"/>
    <p:sldId id="2805" r:id="rId14"/>
    <p:sldId id="2807" r:id="rId15"/>
    <p:sldId id="2809" r:id="rId16"/>
    <p:sldId id="2808" r:id="rId17"/>
    <p:sldId id="2810" r:id="rId18"/>
    <p:sldId id="2811" r:id="rId19"/>
    <p:sldId id="2812" r:id="rId20"/>
    <p:sldId id="2813" r:id="rId21"/>
    <p:sldId id="2814" r:id="rId22"/>
    <p:sldId id="2815" r:id="rId23"/>
    <p:sldId id="2818" r:id="rId24"/>
    <p:sldId id="2819" r:id="rId25"/>
    <p:sldId id="2820" r:id="rId26"/>
    <p:sldId id="2821" r:id="rId27"/>
    <p:sldId id="2822" r:id="rId28"/>
    <p:sldId id="2823" r:id="rId29"/>
    <p:sldId id="2824" r:id="rId30"/>
    <p:sldId id="2825" r:id="rId31"/>
    <p:sldId id="2826" r:id="rId32"/>
    <p:sldId id="2827" r:id="rId33"/>
    <p:sldId id="2828" r:id="rId34"/>
    <p:sldId id="2829" r:id="rId35"/>
    <p:sldId id="2830" r:id="rId36"/>
    <p:sldId id="2832" r:id="rId37"/>
    <p:sldId id="2833" r:id="rId38"/>
    <p:sldId id="2834" r:id="rId39"/>
    <p:sldId id="2835" r:id="rId40"/>
    <p:sldId id="2836" r:id="rId41"/>
    <p:sldId id="2837" r:id="rId42"/>
    <p:sldId id="2838" r:id="rId43"/>
    <p:sldId id="2839" r:id="rId44"/>
    <p:sldId id="2841" r:id="rId45"/>
    <p:sldId id="2840" r:id="rId46"/>
    <p:sldId id="2842" r:id="rId47"/>
    <p:sldId id="2843" r:id="rId48"/>
    <p:sldId id="2844" r:id="rId49"/>
    <p:sldId id="2845" r:id="rId50"/>
    <p:sldId id="2846" r:id="rId51"/>
    <p:sldId id="2847" r:id="rId52"/>
    <p:sldId id="2848" r:id="rId53"/>
    <p:sldId id="2850" r:id="rId54"/>
    <p:sldId id="2851" r:id="rId55"/>
    <p:sldId id="2857" r:id="rId56"/>
    <p:sldId id="2858" r:id="rId57"/>
    <p:sldId id="2859" r:id="rId58"/>
    <p:sldId id="2860" r:id="rId59"/>
    <p:sldId id="2861" r:id="rId60"/>
    <p:sldId id="2862" r:id="rId61"/>
    <p:sldId id="2863" r:id="rId62"/>
    <p:sldId id="2869" r:id="rId63"/>
    <p:sldId id="2864" r:id="rId64"/>
    <p:sldId id="2865" r:id="rId65"/>
    <p:sldId id="2866" r:id="rId66"/>
    <p:sldId id="2867" r:id="rId67"/>
    <p:sldId id="2868" r:id="rId68"/>
    <p:sldId id="2566" r:id="rId69"/>
    <p:sldId id="350" r:id="rId70"/>
  </p:sldIdLst>
  <p:sldSz cx="9144000" cy="6858000" type="screen4x3"/>
  <p:notesSz cx="6805613" cy="9939338"/>
  <p:custDataLst>
    <p:tags r:id="rId7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C857B"/>
    <a:srgbClr val="F2120C"/>
    <a:srgbClr val="3C1053"/>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30" autoAdjust="0"/>
    <p:restoredTop sz="94694"/>
  </p:normalViewPr>
  <p:slideViewPr>
    <p:cSldViewPr snapToGrid="0">
      <p:cViewPr>
        <p:scale>
          <a:sx n="66" d="100"/>
          <a:sy n="66" d="100"/>
        </p:scale>
        <p:origin x="1083" y="15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slide" Target="slides/slide61.xml"/><Relationship Id="rId74" Type="http://schemas.openxmlformats.org/officeDocument/2006/relationships/viewProps" Target="viewProps.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slide" Target="slides/slide64.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tags" Target="tags/tag1.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tableStyles" Target="tableStyles.xml"/><Relationship Id="rId7" Type="http://schemas.openxmlformats.org/officeDocument/2006/relationships/slide" Target="slides/slide2.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099" cy="498693"/>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54939" y="0"/>
            <a:ext cx="2949099" cy="498693"/>
          </a:xfrm>
          <a:prstGeom prst="rect">
            <a:avLst/>
          </a:prstGeom>
        </p:spPr>
        <p:txBody>
          <a:bodyPr vert="horz" lIns="91440" tIns="45720" rIns="91440" bIns="45720" rtlCol="0"/>
          <a:lstStyle>
            <a:lvl1pPr algn="r">
              <a:defRPr sz="1200"/>
            </a:lvl1pPr>
          </a:lstStyle>
          <a:p>
            <a:fld id="{6F69E031-7821-4947-9A91-EC03C15F7566}" type="datetimeFigureOut">
              <a:rPr lang="en-AU" smtClean="0"/>
              <a:t>7/09/2025</a:t>
            </a:fld>
            <a:endParaRPr lang="en-AU"/>
          </a:p>
        </p:txBody>
      </p:sp>
      <p:sp>
        <p:nvSpPr>
          <p:cNvPr id="4" name="Slide Image Placeholder 3"/>
          <p:cNvSpPr>
            <a:spLocks noGrp="1" noRot="1" noChangeAspect="1"/>
          </p:cNvSpPr>
          <p:nvPr>
            <p:ph type="sldImg" idx="2"/>
          </p:nvPr>
        </p:nvSpPr>
        <p:spPr>
          <a:xfrm>
            <a:off x="1166813" y="1243013"/>
            <a:ext cx="4471987" cy="3354387"/>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0562" y="4783307"/>
            <a:ext cx="5444490" cy="3913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440647"/>
            <a:ext cx="2949099" cy="498692"/>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54939" y="9440647"/>
            <a:ext cx="2949099" cy="498692"/>
          </a:xfrm>
          <a:prstGeom prst="rect">
            <a:avLst/>
          </a:prstGeom>
        </p:spPr>
        <p:txBody>
          <a:bodyPr vert="horz" lIns="91440" tIns="45720" rIns="91440" bIns="45720" rtlCol="0" anchor="b"/>
          <a:lstStyle>
            <a:lvl1pPr algn="r">
              <a:defRPr sz="1200"/>
            </a:lvl1pPr>
          </a:lstStyle>
          <a:p>
            <a:fld id="{4C98A5C1-1CB9-4F08-9AE0-90C38B1EBB91}" type="slidenum">
              <a:rPr lang="en-AU" smtClean="0"/>
              <a:t>‹#›</a:t>
            </a:fld>
            <a:endParaRPr lang="en-AU"/>
          </a:p>
        </p:txBody>
      </p:sp>
    </p:spTree>
    <p:extLst>
      <p:ext uri="{BB962C8B-B14F-4D97-AF65-F5344CB8AC3E}">
        <p14:creationId xmlns:p14="http://schemas.microsoft.com/office/powerpoint/2010/main" val="1452559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165105c655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D0C3409-D902-FCEC-29B0-0516CC920B1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95181B0-9F54-1B5B-CE2D-5280A315DAE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BDD3E02-DB95-F9E8-7171-9F53A3D00C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349A7C2-50CD-CDF4-12C9-F1A66E87771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374642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1C7443-0F16-0775-97DE-0F6CD78110B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20A1FFF-8682-6B39-6DFB-344AC65A300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60DF9D-6B5A-6718-9827-F04B28AD9F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5756A8F-7699-733A-DD46-C877839254E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538916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F6F8B4A-83D3-3D08-35E4-269CAB53B7A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1BC0AFF-FACD-6974-62E6-9A6C39C9A2C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BDD458D-6712-2698-B125-899B95E2B8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6CE6386-F1CE-B66E-87C4-87BB241425B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32700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6C7A903-D203-AF46-917D-86434E2C2B6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E16B3B3-222E-640A-E5D3-B0713E865B2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71C66AE-AD00-BFC5-73A1-E3E89957EC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A02DD97-9FB1-E4F8-6942-2180D53AD48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0364476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A55F887-0826-8D1F-8D17-68A7A2C9C3E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C32895F-FEE0-6DD3-00D6-A3868C6ABAD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89BA894-9936-7F94-2270-BB522252196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6E3DD14-E3EF-0E89-99C2-FAA3FDE9809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112228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DCC2E68-BD59-A7AD-C3AA-437C22B698B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D16B87E-23C5-D95A-F884-DE03173857D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F5AE920-A32E-B801-DEA5-073BD95240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1D23625-D504-A113-2AD4-110DD17FA46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276274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A404DC6-8BF4-047D-B7BD-33114E3A28D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C2966C2-D03B-FB8E-35F9-B60CAAE1EA7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5FF7065-B319-0199-E12A-AEA01A1C03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3913F12-93B1-4141-B92F-06191FF2322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51108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8E31253-9ADA-168C-66A2-EC19A78DF08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9E2CA4F-C4A2-0DF3-EBEC-00C6FE2307D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19EAF24-5C13-DD3D-0424-5BB06A7A19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C946335-4FA4-DB64-2553-FFD973EE85F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742505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87ADD2-3B20-7AA5-41F3-506ED89A159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4559680-4518-E811-9CBE-09F53077699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143C4BA-CA33-65C2-7EBF-4D5ED13FEA2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F61BBB3-1278-9E4D-D3FE-3AD2EB73EB5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662276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30BE5C-B84E-9AE0-5CF6-F19FC59AD14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D9C8B65-EA5D-DC13-7AA8-1ADC0290557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E480184-1F46-C6BC-BC14-08E698FE8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CCD3D71-E257-7A0D-0E53-597D5885DCA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660709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1565940-670B-F445-9369-A4BC4123037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B058DA0-FAC0-6323-CAF1-27EA3316B46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D367E2B-029F-685A-14C5-FB7BC27563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77F23E-2F4B-DC7B-9C1F-D16CE18BB3A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267342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92307E0-56AE-BBF9-8F13-130D9C39941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D133B91-E137-8421-E8A9-F9A4A5D4354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8D0EBD-476D-FC9C-C0D3-55E82479434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9FB2339-D080-80DC-BDF8-C1140DBF86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797248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89B1C27-E4E8-5867-5FFC-22B2EA31CF7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CFB0ADA-1C7A-19B9-FA1A-109CF8D6937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07279EF-4336-0EBA-941F-28E7297500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52B7FC5-71D9-8848-4A05-6941F6B5CB0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774355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89B1C27-E4E8-5867-5FFC-22B2EA31CF7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CFB0ADA-1C7A-19B9-FA1A-109CF8D6937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07279EF-4336-0EBA-941F-28E7297500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52B7FC5-71D9-8848-4A05-6941F6B5CB0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0929588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D3C9886-0B15-35D3-D5FE-B68497DA07B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8E53AD7-EB12-9E69-0F76-B758BC5F2BA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0A283E5-94BF-9AB6-E07B-4418BB750A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C6EE60C-8F8F-9BD3-A1B9-D46D14C541E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747077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2DDD2AF-2099-D484-423F-D9B3021F48F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B21DAE8-6158-450A-6898-BFFBAFF6466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BADED61-AAED-E6DA-1D2E-4347C3B016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6C5F707-EB49-B839-2E51-7357AEC8B74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819806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51A9860-0EE5-009A-3BF2-A0750613412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8C355E4-FC90-AEB1-A7F0-E1DA999AF67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7EFCA59-3797-E268-5763-973308CA42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0BA74C6-092E-7940-95DB-EE354CE477E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3619746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C46BF34-30F2-443C-8840-7E72ADB83E1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3881C59-FC21-2013-5223-43602A2BBA7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5ED1FE2-EA34-5E4D-6AFB-A9645401FC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F06E075-D8E9-A90A-500D-3B5659EF0FE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8966875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7EF4A60-62B2-F32C-E674-32489826B66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DBB6292-325E-9172-18F6-683A90BAC13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EC22924-5E16-4969-F06C-0706E1B405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BF1FD21-44AF-0BEF-1C64-ADBEE4AA674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90493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4624AEF-40A3-D9C8-91D1-D645AA31685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BB1C57F-E176-07DF-0551-CB09CE74037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ED9EF12-B589-F041-BE88-FD432C693F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C0061C5-86CA-47F5-F272-179F7BC9F28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42653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978688C-8DB9-195D-A004-8B2723877A0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EDC09D5-1FE1-B772-AFD1-E646B41A6B2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31B4571-A3CF-1AF4-7D74-205BF167F9A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FCFBCE3-4063-F5BE-B763-3F71B603E24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28900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65757E9-6E3B-0211-CAE6-015F207AB69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D76903-79D8-6E36-F9FE-30C0FAB03ED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1C03323-ADD9-17D5-7C9F-D1DF05E44E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338EF24-8A44-9312-BC46-EC404B6E1C6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2086895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E1B69DA-6AB0-FF5D-50EA-6C100DC4BB8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9D81EA6-6D8D-B281-5454-7F454B70330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9A77544-7A48-2401-446E-673DF6C25A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64B4E1F-DD7B-C67A-5FFB-C615E741A14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2760817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C5696F8-51CB-E150-8ECC-79080E87B2F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671ADC3-D081-1D43-B5B0-24074B3FBF8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B88A215-C87F-E5CC-ECB7-C0C80D6938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12749FC-AAEF-3DD1-2A3A-77568421579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4345926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F4A58B-3FE7-AFEC-3812-2F6426073CD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C59138D-EB0B-331B-C29C-B1D26DB4738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82E4DA5-9AE0-036D-3C1E-2FB70AE236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16D21E8-91D2-0D6E-AFF7-C2F522290A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9907531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85FF6AF-E0E7-9ECC-9700-6CA0B5F1E30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795FCE-0927-0F81-5713-73ABCBE862F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1EA609A-9370-A133-CF47-1937B8340C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5BC7C62-FF15-A78A-AD10-C4BFE9D8A78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400757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891271F-8EA8-B843-426E-3D6E4B4C528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C2451C-5629-D7FD-6B6F-7CE92E1FBA0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AF2FC44-B6BF-23CA-39BF-94DCFF9CDE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C7ED66E-ADB2-4F52-CE2A-529CAFB7DEE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673679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5846052-C22F-20A4-89DB-B5F07020E36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17988B1-7AAC-F167-E84F-738F6349178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5F2E9FA-0C88-9904-A909-F912B3C0DD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AE93DD0-9AAF-B1CA-5A0B-0FAC3C14951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2403372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D64BED6-1F47-F322-81EC-94A0703B655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26932E2-2A20-9342-8AE4-B05F2DF57C0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EC862D7-F02C-CB4F-6CB1-0ECB26E251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356EB35-1948-51E2-DD44-E79E4F06057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35930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01DA2BE-DF5E-6108-38DB-3016C38A6EF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685D37B-1526-FA4D-75D0-106B5F7D32E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20AF826-AE11-51F0-4083-1B24C84B3A8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F9291D3-0AB0-6AD4-069D-A25B9A567D7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878577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EE65139-9374-867C-5C42-6BBFF2BDC74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38904B2-3B7E-C54E-D037-BBBAA008D49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21E7C85-5654-0609-678C-EEA1CA878E8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C500967-69BE-3652-941E-838079AEAB3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865815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65530E4-FA21-0AF2-7658-B8E3EB08A16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6CE03A-5AD7-5979-0134-816DEB90D0E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207EF82-3433-28D8-11A8-4D4671DEE0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9484E0E-D376-B7A4-D49A-3B3BAE10D43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0723741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C906656-EA20-D735-1DFA-B080A0D2D3F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B3B4E71-72F1-AFD3-E730-9B3FB2482C2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DA64CED-A31B-827E-CF61-AF3C964D99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07B21D-F676-8C60-1992-FE471B6CF68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0904648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9C85ED2-AA73-2B84-8688-D3740DE0BBA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D4E637D-8DFF-2C69-5A54-4E72DAB7D30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7F052E2-5543-4CCB-A6F9-5E6F615045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B4437DD-57B5-6BAA-C839-E0561F3F367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824573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847CF08-C626-C9D6-8930-7CEFB34D352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3CB7F26-949A-1C0D-1A29-C5F1F74C69E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8A48A63-A56E-2315-981A-C4B9660C75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9B61523-B80A-C18D-BB40-EAFD8AB5DAB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0556901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FD33ED5-EB6A-47C0-F2C7-53E362539D0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65EF6B3-8574-4ADB-0457-4D1B859FABB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18DD3AF-E974-2CB0-CB0D-F9BA635022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AE7FC31-6438-5D87-6BCC-A7FCEF0C311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842602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1514F1-781F-92FC-C804-E47F836E5DD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2C88192-44AC-8770-86C2-999DA963D4C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BD31DF-8A7B-2022-33CC-41C45A3B9F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5BF00AC-15F2-CCAF-B283-E05AF419A07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51677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838432D-B8E3-5BF2-CF02-59D23D1F9C1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49A960C-B8E8-3C82-684C-763389E3A5A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0D36281-318A-BD68-C219-3FE6D82429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0FE4D43-4B54-86B3-43C5-86003B3E1FE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647393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192FB6B-B7D7-FF38-C38A-F6CD77EC4C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4A66303-BEE3-EB08-907A-BFA69E9D47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CF9DA79-85E5-D0BB-E319-3D34A85AAF1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5B20E93-412D-DF9C-8795-0D261418BE4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1688263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58FF88D-CE55-2A38-02ED-B319504955E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E4A8F3D-4298-2FC7-75A3-6FE52C5ED41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4BE14FD-23F4-94E8-6A35-A2A0D4FDF6B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0365954-47C0-F0AB-68DF-BBFD938A2A2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714025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EE9EEEC-83CA-CC09-C477-FE7FF05B8A7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B0D942F-E81C-CCEF-8364-6E9B3DE3E61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DC3B91D-4AEF-A5E1-EED1-D8574C12B2B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1B799AE-445D-0989-0BE6-5BD1ECFFC69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0471577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3B3B399-5C0E-7EAB-0351-F446FB146B4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551C99E-8253-D6F1-6E44-F6E98D48AE6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FA85F10-06E3-2DD1-A115-E8F7FB57F9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32F10E9-1865-A472-37F8-0DE35919E68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5999129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3AD60F7-F02A-F57A-2972-D397DD8EDD8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3DA43A9-FAF9-319B-6A91-52AEFCD65CF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3C96D78-0E70-4757-C04F-CBCB2D9990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4DD6FFF-9AF1-4D8F-22FC-0F751E6046F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1640068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450B83-92E6-EBD0-1D4E-223ADBEB125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795919D-EF2B-FD0B-2EA9-D63F84650A7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C9B795D-C4F5-C566-8072-ECF38DA95E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415B8D2-6A02-E8A6-635E-CA69FC7CD7F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5117259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FAAA759-32D6-3376-5776-5D53E047E22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A4D3C46-71D0-03CB-AD25-9BDFD6F5EFA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B524724-42EB-7545-0F74-EBD78F7CA9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4A48D04-0BE2-BBC9-FDC0-A9680D20235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186015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FAAA759-32D6-3376-5776-5D53E047E22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A4D3C46-71D0-03CB-AD25-9BDFD6F5EFA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B524724-42EB-7545-0F74-EBD78F7CA9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4A48D04-0BE2-BBC9-FDC0-A9680D20235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2690210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E0AD478-E29D-7E8E-BD00-5537327A408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64FAFC1-8FBF-9B69-BCD7-185E3E025FF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C15BE2E-DFC3-B32A-8588-F99074E6F1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71951E5-8536-40CB-7D9B-DAEC3CDB602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0578065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3A56B2D-82E7-DA68-1B84-902D6A454EB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95C79CF-4599-E432-792D-1207A5D66EE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D4721D1-00EE-00F1-F409-316127E12A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336D3CF-7B71-A730-D8FA-A175C75DCE9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987027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9E25496-C5AE-F220-442E-404A45D94BC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9C8A2D2-682C-D2A8-7877-1DF5369E482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EACE264-01BD-249D-8A3B-3CF8CFBA691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5B7C841-238A-B1A0-1CF6-3FFE4481590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2369429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6546345-896B-4823-E9EE-5393C8D094B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A35C986-59DE-A7E1-8C99-33FCD00AFF0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3BFC0ED-2E45-C096-9006-4B9D56138B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2AAE87E-FB3C-6BCC-0880-E596A2A3012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6122833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3472796-1A19-80D1-86C5-DD85AA38DF4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844C975-4EC1-1E17-0C1C-0AF41A0BB67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C9F9145-AD27-6CC0-B4C9-742721596E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AC1354F-B022-C573-71B6-821873AEDF0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6646262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5ED8CDC-1DF3-2612-B5AB-CC1D5E598A8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F802CC0-BDC3-C9C7-9A41-4282499416B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F6C5EAC-DF15-2E63-978C-FCA45B8C4C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255A15A-D0F7-29C4-5577-4EC6F5E04E9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874517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9A7EEDB-ED3F-71F1-A4D2-810D4327ECC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53D7D93-8382-B6C9-97AD-8965BF00FD4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846B5EA-8500-3125-B9BC-3B116D2E7FD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42E41F1-EC31-6F2E-5C9B-671562138F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376792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93A771D-18B0-9184-0004-DA52A80B5E2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DFCE265-226D-0B18-94FF-72DC0BC1FB7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1393BF1-4BD5-02BD-30C2-14C5612DB6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ACD913C-E6FD-55F8-5113-90FB47A5F4D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0901751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7E1D37F-53D4-296D-C5B5-45AD6698962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0BE53C3-23EF-16A4-7896-2EACED91D80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4301029-EB2A-F2E0-CF6F-0EE2206E94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581729C-0EE4-5BD2-E33A-11F08E70704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4104370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9E33D3C-F2A7-FB84-0A2F-AE8A99E1B66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1EEF56D-A1FC-2F7E-06C6-23F81681D99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3157634-504E-FA67-7473-99F1B7C01A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6A96A4C-B2A8-6D86-7C4D-4C2BBF85F20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722443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BE01835-6C7A-FDA2-6BB7-263726C80FA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0503483-F45D-4840-5738-18AD9E7B13A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0FE87F5-D354-8742-DAE0-0F5F6399CC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2C2A7CA-19E6-388D-6DD7-E8A7673EA1A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2947169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EBDE7F3-F9C3-59FE-5D1F-5877D2B6C2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4CE954B-F0FC-E8D1-B1A4-EF7655E8415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7D7D47E-D00B-23C9-E9D0-15095C7CDD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676B387-6EBA-0C7F-2AC5-072574EC732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070993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0FA8350-8A82-186C-D91A-FB1DFEBF182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850D580-731B-45D4-EBB5-4AD248ECF76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17E7055-C104-ACF6-AE20-771B9E260F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8059933-A533-D15C-F29C-BE0E8B1E1F2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9227533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EB74ACD-8049-6298-0107-4B2B6385FA3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6650C78-D750-FF9C-C4F5-3F922B76C71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0EDA4C0-1FBC-5EE5-5B77-7E33A2D3C5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F427CAF-1A81-5190-1D4F-677CB1B90BF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657211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499226A-E929-8A0F-48A9-23BE7E50482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399BA26-CC04-7572-2B25-0885B2583B5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6247F27-8480-F2F2-35AB-5E7DABE1CA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3865B53-4719-E89B-C164-C2E0372FD72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8102360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FEA5949-89EA-325A-8E79-8D5829FC7CA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7285E08-573B-DF5E-81CE-0DB9C6BD234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E04875-F22F-08FE-9E08-E34E881C2A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BBA8256-5E6C-F2F9-DD2F-DA01B66DE9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592768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1"/>
        </a:solidFill>
        <a:effectLst/>
      </p:bgPr>
    </p:bg>
    <p:spTree>
      <p:nvGrpSpPr>
        <p:cNvPr id="1" name=""/>
        <p:cNvGrpSpPr/>
        <p:nvPr/>
      </p:nvGrpSpPr>
      <p:grpSpPr>
        <a:xfrm>
          <a:off x="0" y="0"/>
          <a:ext cx="0" cy="0"/>
          <a:chOff x="0" y="0"/>
          <a:chExt cx="0" cy="0"/>
        </a:xfrm>
      </p:grpSpPr>
      <p:sp>
        <p:nvSpPr>
          <p:cNvPr id="48" name="Rectangle 47"/>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a:grpSpLocks noChangeAspect="1"/>
          </p:cNvGrpSpPr>
          <p:nvPr userDrawn="1"/>
        </p:nvGrpSpPr>
        <p:grpSpPr bwMode="auto">
          <a:xfrm>
            <a:off x="0" y="0"/>
            <a:ext cx="9144227" cy="6858000"/>
            <a:chOff x="5" y="0"/>
            <a:chExt cx="5750" cy="4320"/>
          </a:xfrm>
        </p:grpSpPr>
        <p:sp>
          <p:nvSpPr>
            <p:cNvPr id="6" name="AutoShape 3"/>
            <p:cNvSpPr>
              <a:spLocks noChangeAspect="1" noChangeArrowheads="1" noTextEdit="1"/>
            </p:cNvSpPr>
            <p:nvPr userDrawn="1"/>
          </p:nvSpPr>
          <p:spPr bwMode="auto">
            <a:xfrm>
              <a:off x="5" y="0"/>
              <a:ext cx="5750" cy="4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 name="Freeform 5"/>
            <p:cNvSpPr>
              <a:spLocks/>
            </p:cNvSpPr>
            <p:nvPr userDrawn="1"/>
          </p:nvSpPr>
          <p:spPr bwMode="auto">
            <a:xfrm>
              <a:off x="5" y="288"/>
              <a:ext cx="2875" cy="1871"/>
            </a:xfrm>
            <a:custGeom>
              <a:avLst/>
              <a:gdLst>
                <a:gd name="T0" fmla="*/ 2875 w 2875"/>
                <a:gd name="T1" fmla="*/ 0 h 1871"/>
                <a:gd name="T2" fmla="*/ 2875 w 2875"/>
                <a:gd name="T3" fmla="*/ 1871 h 1871"/>
                <a:gd name="T4" fmla="*/ 0 w 2875"/>
                <a:gd name="T5" fmla="*/ 1871 h 1871"/>
                <a:gd name="T6" fmla="*/ 0 w 2875"/>
                <a:gd name="T7" fmla="*/ 0 h 1871"/>
                <a:gd name="T8" fmla="*/ 2875 w 2875"/>
                <a:gd name="T9" fmla="*/ 0 h 1871"/>
                <a:gd name="T10" fmla="*/ 2875 w 2875"/>
                <a:gd name="T11" fmla="*/ 0 h 1871"/>
              </a:gdLst>
              <a:ahLst/>
              <a:cxnLst>
                <a:cxn ang="0">
                  <a:pos x="T0" y="T1"/>
                </a:cxn>
                <a:cxn ang="0">
                  <a:pos x="T2" y="T3"/>
                </a:cxn>
                <a:cxn ang="0">
                  <a:pos x="T4" y="T5"/>
                </a:cxn>
                <a:cxn ang="0">
                  <a:pos x="T6" y="T7"/>
                </a:cxn>
                <a:cxn ang="0">
                  <a:pos x="T8" y="T9"/>
                </a:cxn>
                <a:cxn ang="0">
                  <a:pos x="T10" y="T11"/>
                </a:cxn>
              </a:cxnLst>
              <a:rect l="0" t="0" r="r" b="b"/>
              <a:pathLst>
                <a:path w="2875" h="1871">
                  <a:moveTo>
                    <a:pt x="2875" y="0"/>
                  </a:moveTo>
                  <a:lnTo>
                    <a:pt x="2875" y="1871"/>
                  </a:lnTo>
                  <a:lnTo>
                    <a:pt x="0" y="1871"/>
                  </a:lnTo>
                  <a:lnTo>
                    <a:pt x="0" y="0"/>
                  </a:lnTo>
                  <a:lnTo>
                    <a:pt x="2875" y="0"/>
                  </a:lnTo>
                  <a:lnTo>
                    <a:pt x="2875" y="0"/>
                  </a:lnTo>
                  <a:close/>
                </a:path>
              </a:pathLst>
            </a:custGeom>
            <a:solidFill>
              <a:srgbClr val="3D3935"/>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6"/>
            <p:cNvSpPr>
              <a:spLocks/>
            </p:cNvSpPr>
            <p:nvPr userDrawn="1"/>
          </p:nvSpPr>
          <p:spPr bwMode="auto">
            <a:xfrm>
              <a:off x="2880" y="2159"/>
              <a:ext cx="2875" cy="2159"/>
            </a:xfrm>
            <a:custGeom>
              <a:avLst/>
              <a:gdLst>
                <a:gd name="T0" fmla="*/ 2875 w 2875"/>
                <a:gd name="T1" fmla="*/ 0 h 2159"/>
                <a:gd name="T2" fmla="*/ 2875 w 2875"/>
                <a:gd name="T3" fmla="*/ 1869 h 2159"/>
                <a:gd name="T4" fmla="*/ 290 w 2875"/>
                <a:gd name="T5" fmla="*/ 1869 h 2159"/>
                <a:gd name="T6" fmla="*/ 0 w 2875"/>
                <a:gd name="T7" fmla="*/ 2159 h 2159"/>
                <a:gd name="T8" fmla="*/ 0 w 2875"/>
                <a:gd name="T9" fmla="*/ 0 h 2159"/>
                <a:gd name="T10" fmla="*/ 2875 w 2875"/>
                <a:gd name="T11" fmla="*/ 0 h 2159"/>
                <a:gd name="T12" fmla="*/ 2875 w 2875"/>
                <a:gd name="T13" fmla="*/ 0 h 2159"/>
              </a:gdLst>
              <a:ahLst/>
              <a:cxnLst>
                <a:cxn ang="0">
                  <a:pos x="T0" y="T1"/>
                </a:cxn>
                <a:cxn ang="0">
                  <a:pos x="T2" y="T3"/>
                </a:cxn>
                <a:cxn ang="0">
                  <a:pos x="T4" y="T5"/>
                </a:cxn>
                <a:cxn ang="0">
                  <a:pos x="T6" y="T7"/>
                </a:cxn>
                <a:cxn ang="0">
                  <a:pos x="T8" y="T9"/>
                </a:cxn>
                <a:cxn ang="0">
                  <a:pos x="T10" y="T11"/>
                </a:cxn>
                <a:cxn ang="0">
                  <a:pos x="T12" y="T13"/>
                </a:cxn>
              </a:cxnLst>
              <a:rect l="0" t="0" r="r" b="b"/>
              <a:pathLst>
                <a:path w="2875" h="2159">
                  <a:moveTo>
                    <a:pt x="2875" y="0"/>
                  </a:moveTo>
                  <a:lnTo>
                    <a:pt x="2875" y="1869"/>
                  </a:lnTo>
                  <a:lnTo>
                    <a:pt x="290" y="1869"/>
                  </a:lnTo>
                  <a:lnTo>
                    <a:pt x="0" y="2159"/>
                  </a:lnTo>
                  <a:lnTo>
                    <a:pt x="0" y="0"/>
                  </a:lnTo>
                  <a:lnTo>
                    <a:pt x="2875" y="0"/>
                  </a:lnTo>
                  <a:lnTo>
                    <a:pt x="2875" y="0"/>
                  </a:lnTo>
                  <a:close/>
                </a:path>
              </a:pathLst>
            </a:custGeom>
            <a:solidFill>
              <a:srgbClr val="F2120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7"/>
            <p:cNvSpPr>
              <a:spLocks/>
            </p:cNvSpPr>
            <p:nvPr userDrawn="1"/>
          </p:nvSpPr>
          <p:spPr bwMode="auto">
            <a:xfrm>
              <a:off x="5" y="2159"/>
              <a:ext cx="2875" cy="2155"/>
            </a:xfrm>
            <a:custGeom>
              <a:avLst/>
              <a:gdLst>
                <a:gd name="T0" fmla="*/ 2875 w 2875"/>
                <a:gd name="T1" fmla="*/ 0 h 2155"/>
                <a:gd name="T2" fmla="*/ 2875 w 2875"/>
                <a:gd name="T3" fmla="*/ 2155 h 2155"/>
                <a:gd name="T4" fmla="*/ 0 w 2875"/>
                <a:gd name="T5" fmla="*/ 2155 h 2155"/>
                <a:gd name="T6" fmla="*/ 0 w 2875"/>
                <a:gd name="T7" fmla="*/ 0 h 2155"/>
                <a:gd name="T8" fmla="*/ 2875 w 2875"/>
                <a:gd name="T9" fmla="*/ 0 h 2155"/>
                <a:gd name="T10" fmla="*/ 2875 w 2875"/>
                <a:gd name="T11" fmla="*/ 0 h 2155"/>
              </a:gdLst>
              <a:ahLst/>
              <a:cxnLst>
                <a:cxn ang="0">
                  <a:pos x="T0" y="T1"/>
                </a:cxn>
                <a:cxn ang="0">
                  <a:pos x="T2" y="T3"/>
                </a:cxn>
                <a:cxn ang="0">
                  <a:pos x="T4" y="T5"/>
                </a:cxn>
                <a:cxn ang="0">
                  <a:pos x="T6" y="T7"/>
                </a:cxn>
                <a:cxn ang="0">
                  <a:pos x="T8" y="T9"/>
                </a:cxn>
                <a:cxn ang="0">
                  <a:pos x="T10" y="T11"/>
                </a:cxn>
              </a:cxnLst>
              <a:rect l="0" t="0" r="r" b="b"/>
              <a:pathLst>
                <a:path w="2875" h="2155">
                  <a:moveTo>
                    <a:pt x="2875" y="0"/>
                  </a:moveTo>
                  <a:lnTo>
                    <a:pt x="2875" y="2155"/>
                  </a:lnTo>
                  <a:lnTo>
                    <a:pt x="0" y="2155"/>
                  </a:lnTo>
                  <a:lnTo>
                    <a:pt x="0" y="0"/>
                  </a:lnTo>
                  <a:lnTo>
                    <a:pt x="2875" y="0"/>
                  </a:lnTo>
                  <a:lnTo>
                    <a:pt x="2875" y="0"/>
                  </a:lnTo>
                  <a:close/>
                </a:path>
              </a:pathLst>
            </a:custGeom>
            <a:solidFill>
              <a:srgbClr val="8C857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8"/>
            <p:cNvSpPr>
              <a:spLocks/>
            </p:cNvSpPr>
            <p:nvPr userDrawn="1"/>
          </p:nvSpPr>
          <p:spPr bwMode="auto">
            <a:xfrm>
              <a:off x="2880" y="-2"/>
              <a:ext cx="2875" cy="2161"/>
            </a:xfrm>
            <a:custGeom>
              <a:avLst/>
              <a:gdLst>
                <a:gd name="T0" fmla="*/ 2875 w 2875"/>
                <a:gd name="T1" fmla="*/ 0 h 2161"/>
                <a:gd name="T2" fmla="*/ 2875 w 2875"/>
                <a:gd name="T3" fmla="*/ 2161 h 2161"/>
                <a:gd name="T4" fmla="*/ 0 w 2875"/>
                <a:gd name="T5" fmla="*/ 2161 h 2161"/>
                <a:gd name="T6" fmla="*/ 0 w 2875"/>
                <a:gd name="T7" fmla="*/ 290 h 2161"/>
                <a:gd name="T8" fmla="*/ 290 w 2875"/>
                <a:gd name="T9" fmla="*/ 0 h 2161"/>
                <a:gd name="T10" fmla="*/ 2875 w 2875"/>
                <a:gd name="T11" fmla="*/ 0 h 2161"/>
                <a:gd name="T12" fmla="*/ 2875 w 2875"/>
                <a:gd name="T13" fmla="*/ 0 h 2161"/>
              </a:gdLst>
              <a:ahLst/>
              <a:cxnLst>
                <a:cxn ang="0">
                  <a:pos x="T0" y="T1"/>
                </a:cxn>
                <a:cxn ang="0">
                  <a:pos x="T2" y="T3"/>
                </a:cxn>
                <a:cxn ang="0">
                  <a:pos x="T4" y="T5"/>
                </a:cxn>
                <a:cxn ang="0">
                  <a:pos x="T6" y="T7"/>
                </a:cxn>
                <a:cxn ang="0">
                  <a:pos x="T8" y="T9"/>
                </a:cxn>
                <a:cxn ang="0">
                  <a:pos x="T10" y="T11"/>
                </a:cxn>
                <a:cxn ang="0">
                  <a:pos x="T12" y="T13"/>
                </a:cxn>
              </a:cxnLst>
              <a:rect l="0" t="0" r="r" b="b"/>
              <a:pathLst>
                <a:path w="2875" h="2161">
                  <a:moveTo>
                    <a:pt x="2875" y="0"/>
                  </a:moveTo>
                  <a:lnTo>
                    <a:pt x="2875" y="2161"/>
                  </a:lnTo>
                  <a:lnTo>
                    <a:pt x="0" y="2161"/>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9"/>
            <p:cNvSpPr>
              <a:spLocks/>
            </p:cNvSpPr>
            <p:nvPr userDrawn="1"/>
          </p:nvSpPr>
          <p:spPr bwMode="auto">
            <a:xfrm>
              <a:off x="4659" y="234"/>
              <a:ext cx="182" cy="233"/>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0"/>
            <p:cNvSpPr>
              <a:spLocks/>
            </p:cNvSpPr>
            <p:nvPr userDrawn="1"/>
          </p:nvSpPr>
          <p:spPr bwMode="auto">
            <a:xfrm>
              <a:off x="4693" y="262"/>
              <a:ext cx="114" cy="149"/>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1"/>
            <p:cNvSpPr>
              <a:spLocks/>
            </p:cNvSpPr>
            <p:nvPr userDrawn="1"/>
          </p:nvSpPr>
          <p:spPr bwMode="auto">
            <a:xfrm>
              <a:off x="4709" y="294"/>
              <a:ext cx="82" cy="97"/>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2"/>
            <p:cNvSpPr>
              <a:spLocks noEditPoints="1"/>
            </p:cNvSpPr>
            <p:nvPr userDrawn="1"/>
          </p:nvSpPr>
          <p:spPr bwMode="auto">
            <a:xfrm>
              <a:off x="4659" y="503"/>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3"/>
            <p:cNvSpPr>
              <a:spLocks/>
            </p:cNvSpPr>
            <p:nvPr userDrawn="1"/>
          </p:nvSpPr>
          <p:spPr bwMode="auto">
            <a:xfrm>
              <a:off x="4695" y="503"/>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4"/>
            <p:cNvSpPr>
              <a:spLocks/>
            </p:cNvSpPr>
            <p:nvPr userDrawn="1"/>
          </p:nvSpPr>
          <p:spPr bwMode="auto">
            <a:xfrm>
              <a:off x="4729" y="501"/>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5"/>
            <p:cNvSpPr>
              <a:spLocks/>
            </p:cNvSpPr>
            <p:nvPr userDrawn="1"/>
          </p:nvSpPr>
          <p:spPr bwMode="auto">
            <a:xfrm>
              <a:off x="4759" y="503"/>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16"/>
            <p:cNvSpPr>
              <a:spLocks noEditPoints="1"/>
            </p:cNvSpPr>
            <p:nvPr userDrawn="1"/>
          </p:nvSpPr>
          <p:spPr bwMode="auto">
            <a:xfrm>
              <a:off x="4791"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17"/>
            <p:cNvSpPr>
              <a:spLocks noEditPoints="1"/>
            </p:cNvSpPr>
            <p:nvPr userDrawn="1"/>
          </p:nvSpPr>
          <p:spPr bwMode="auto">
            <a:xfrm>
              <a:off x="4821" y="503"/>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18"/>
            <p:cNvSpPr>
              <a:spLocks/>
            </p:cNvSpPr>
            <p:nvPr userDrawn="1"/>
          </p:nvSpPr>
          <p:spPr bwMode="auto">
            <a:xfrm>
              <a:off x="4859"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19"/>
            <p:cNvSpPr>
              <a:spLocks/>
            </p:cNvSpPr>
            <p:nvPr userDrawn="1"/>
          </p:nvSpPr>
          <p:spPr bwMode="auto">
            <a:xfrm>
              <a:off x="4887"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0"/>
            <p:cNvSpPr>
              <a:spLocks noEditPoints="1"/>
            </p:cNvSpPr>
            <p:nvPr userDrawn="1"/>
          </p:nvSpPr>
          <p:spPr bwMode="auto">
            <a:xfrm>
              <a:off x="4897" y="503"/>
              <a:ext cx="33" cy="32"/>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1"/>
            <p:cNvSpPr>
              <a:spLocks/>
            </p:cNvSpPr>
            <p:nvPr userDrawn="1"/>
          </p:nvSpPr>
          <p:spPr bwMode="auto">
            <a:xfrm>
              <a:off x="4936" y="503"/>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2"/>
            <p:cNvSpPr>
              <a:spLocks/>
            </p:cNvSpPr>
            <p:nvPr userDrawn="1"/>
          </p:nvSpPr>
          <p:spPr bwMode="auto">
            <a:xfrm>
              <a:off x="4986"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3"/>
            <p:cNvSpPr>
              <a:spLocks noEditPoints="1"/>
            </p:cNvSpPr>
            <p:nvPr userDrawn="1"/>
          </p:nvSpPr>
          <p:spPr bwMode="auto">
            <a:xfrm>
              <a:off x="5018" y="503"/>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4"/>
            <p:cNvSpPr>
              <a:spLocks/>
            </p:cNvSpPr>
            <p:nvPr userDrawn="1"/>
          </p:nvSpPr>
          <p:spPr bwMode="auto">
            <a:xfrm>
              <a:off x="5050" y="503"/>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5"/>
            <p:cNvSpPr>
              <a:spLocks/>
            </p:cNvSpPr>
            <p:nvPr userDrawn="1"/>
          </p:nvSpPr>
          <p:spPr bwMode="auto">
            <a:xfrm>
              <a:off x="5082" y="503"/>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26"/>
            <p:cNvSpPr>
              <a:spLocks noEditPoints="1"/>
            </p:cNvSpPr>
            <p:nvPr userDrawn="1"/>
          </p:nvSpPr>
          <p:spPr bwMode="auto">
            <a:xfrm>
              <a:off x="5116" y="501"/>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27"/>
            <p:cNvSpPr>
              <a:spLocks/>
            </p:cNvSpPr>
            <p:nvPr userDrawn="1"/>
          </p:nvSpPr>
          <p:spPr bwMode="auto">
            <a:xfrm>
              <a:off x="5154"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28"/>
            <p:cNvSpPr>
              <a:spLocks/>
            </p:cNvSpPr>
            <p:nvPr userDrawn="1"/>
          </p:nvSpPr>
          <p:spPr bwMode="auto">
            <a:xfrm>
              <a:off x="5182"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29"/>
            <p:cNvSpPr>
              <a:spLocks/>
            </p:cNvSpPr>
            <p:nvPr userDrawn="1"/>
          </p:nvSpPr>
          <p:spPr bwMode="auto">
            <a:xfrm>
              <a:off x="5192"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0"/>
            <p:cNvSpPr>
              <a:spLocks/>
            </p:cNvSpPr>
            <p:nvPr userDrawn="1"/>
          </p:nvSpPr>
          <p:spPr bwMode="auto">
            <a:xfrm>
              <a:off x="5244" y="503"/>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1"/>
            <p:cNvSpPr>
              <a:spLocks/>
            </p:cNvSpPr>
            <p:nvPr userDrawn="1"/>
          </p:nvSpPr>
          <p:spPr bwMode="auto">
            <a:xfrm>
              <a:off x="5280" y="503"/>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2"/>
            <p:cNvSpPr>
              <a:spLocks/>
            </p:cNvSpPr>
            <p:nvPr userDrawn="1"/>
          </p:nvSpPr>
          <p:spPr bwMode="auto">
            <a:xfrm>
              <a:off x="5314"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3"/>
            <p:cNvSpPr>
              <a:spLocks/>
            </p:cNvSpPr>
            <p:nvPr userDrawn="1"/>
          </p:nvSpPr>
          <p:spPr bwMode="auto">
            <a:xfrm>
              <a:off x="5326" y="503"/>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4"/>
            <p:cNvSpPr>
              <a:spLocks/>
            </p:cNvSpPr>
            <p:nvPr userDrawn="1"/>
          </p:nvSpPr>
          <p:spPr bwMode="auto">
            <a:xfrm>
              <a:off x="5362" y="503"/>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5"/>
            <p:cNvSpPr>
              <a:spLocks noEditPoints="1"/>
            </p:cNvSpPr>
            <p:nvPr userDrawn="1"/>
          </p:nvSpPr>
          <p:spPr bwMode="auto">
            <a:xfrm>
              <a:off x="5394"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36"/>
            <p:cNvSpPr>
              <a:spLocks/>
            </p:cNvSpPr>
            <p:nvPr userDrawn="1"/>
          </p:nvSpPr>
          <p:spPr bwMode="auto">
            <a:xfrm>
              <a:off x="5424" y="501"/>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37"/>
            <p:cNvSpPr>
              <a:spLocks/>
            </p:cNvSpPr>
            <p:nvPr userDrawn="1"/>
          </p:nvSpPr>
          <p:spPr bwMode="auto">
            <a:xfrm>
              <a:off x="5458"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Freeform 38"/>
            <p:cNvSpPr>
              <a:spLocks/>
            </p:cNvSpPr>
            <p:nvPr userDrawn="1"/>
          </p:nvSpPr>
          <p:spPr bwMode="auto">
            <a:xfrm>
              <a:off x="5470" y="503"/>
              <a:ext cx="53" cy="32"/>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Freeform 39"/>
            <p:cNvSpPr>
              <a:spLocks/>
            </p:cNvSpPr>
            <p:nvPr userDrawn="1"/>
          </p:nvSpPr>
          <p:spPr bwMode="auto">
            <a:xfrm>
              <a:off x="5340" y="234"/>
              <a:ext cx="183" cy="229"/>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40"/>
            <p:cNvSpPr>
              <a:spLocks/>
            </p:cNvSpPr>
            <p:nvPr userDrawn="1"/>
          </p:nvSpPr>
          <p:spPr bwMode="auto">
            <a:xfrm>
              <a:off x="5096" y="230"/>
              <a:ext cx="212" cy="233"/>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41"/>
            <p:cNvSpPr>
              <a:spLocks noEditPoints="1"/>
            </p:cNvSpPr>
            <p:nvPr userDrawn="1"/>
          </p:nvSpPr>
          <p:spPr bwMode="auto">
            <a:xfrm>
              <a:off x="4885" y="234"/>
              <a:ext cx="207" cy="225"/>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2" name="Title 1"/>
          <p:cNvSpPr>
            <a:spLocks noGrp="1"/>
          </p:cNvSpPr>
          <p:nvPr>
            <p:ph type="ctrTitle" hasCustomPrompt="1"/>
          </p:nvPr>
        </p:nvSpPr>
        <p:spPr>
          <a:xfrm>
            <a:off x="5003513" y="1366463"/>
            <a:ext cx="3770617" cy="1137024"/>
          </a:xfrm>
        </p:spPr>
        <p:txBody>
          <a:bodyPr anchor="b">
            <a:normAutofit/>
          </a:bodyPr>
          <a:lstStyle>
            <a:lvl1pPr algn="l">
              <a:defRPr sz="3860" b="1">
                <a:solidFill>
                  <a:schemeClr val="bg1"/>
                </a:solidFill>
                <a:latin typeface="Arial" panose="020B0604020202020204" pitchFamily="34" charset="0"/>
                <a:cs typeface="Arial" panose="020B0604020202020204" pitchFamily="34" charset="0"/>
              </a:defRPr>
            </a:lvl1pPr>
          </a:lstStyle>
          <a:p>
            <a:r>
              <a:rPr lang="en-US" dirty="0"/>
              <a:t>Heading</a:t>
            </a:r>
          </a:p>
        </p:txBody>
      </p:sp>
      <p:sp>
        <p:nvSpPr>
          <p:cNvPr id="3" name="Subtitle 2"/>
          <p:cNvSpPr>
            <a:spLocks noGrp="1"/>
          </p:cNvSpPr>
          <p:nvPr>
            <p:ph type="subTitle" idx="1" hasCustomPrompt="1"/>
          </p:nvPr>
        </p:nvSpPr>
        <p:spPr>
          <a:xfrm>
            <a:off x="5003513" y="2503487"/>
            <a:ext cx="3770617" cy="599309"/>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p:ph type="body" sz="quarter" idx="10" hasCustomPrompt="1"/>
          </p:nvPr>
        </p:nvSpPr>
        <p:spPr>
          <a:xfrm>
            <a:off x="5003800" y="39449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p:ph type="body" sz="quarter" idx="11" hasCustomPrompt="1"/>
          </p:nvPr>
        </p:nvSpPr>
        <p:spPr>
          <a:xfrm>
            <a:off x="5003800" y="42398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11" name="Picture Placeholder 10"/>
          <p:cNvSpPr>
            <a:spLocks noGrp="1"/>
          </p:cNvSpPr>
          <p:nvPr>
            <p:ph type="pic" sz="quarter" idx="12"/>
          </p:nvPr>
        </p:nvSpPr>
        <p:spPr>
          <a:xfrm>
            <a:off x="0" y="469901"/>
            <a:ext cx="4565649" cy="2952750"/>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
        <p:nvSpPr>
          <p:cNvPr id="13" name="Picture Placeholder 10"/>
          <p:cNvSpPr>
            <a:spLocks noGrp="1"/>
          </p:cNvSpPr>
          <p:nvPr>
            <p:ph type="pic" sz="quarter" idx="13"/>
          </p:nvPr>
        </p:nvSpPr>
        <p:spPr>
          <a:xfrm>
            <a:off x="0" y="3422650"/>
            <a:ext cx="4565649" cy="3435349"/>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3777774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co-branded">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userDrawn="1"/>
        </p:nvPicPr>
        <p:blipFill>
          <a:blip r:embed="rId2"/>
          <a:stretch>
            <a:fillRect/>
          </a:stretch>
        </p:blipFill>
        <p:spPr>
          <a:xfrm>
            <a:off x="0" y="0"/>
            <a:ext cx="9144000" cy="6858000"/>
          </a:xfrm>
          <a:prstGeom prst="rect">
            <a:avLst/>
          </a:prstGeom>
        </p:spPr>
      </p:pic>
      <p:sp>
        <p:nvSpPr>
          <p:cNvPr id="2" name="Title 1"/>
          <p:cNvSpPr>
            <a:spLocks noGrp="1"/>
          </p:cNvSpPr>
          <p:nvPr userDrawn="1">
            <p:ph type="title" hasCustomPrompt="1"/>
          </p:nvPr>
        </p:nvSpPr>
        <p:spPr>
          <a:xfrm>
            <a:off x="873125" y="2658154"/>
            <a:ext cx="3867150" cy="580346"/>
          </a:xfrm>
        </p:spPr>
        <p:txBody>
          <a:bodyPr anchor="b">
            <a:noAutofit/>
          </a:bodyPr>
          <a:lstStyle>
            <a:lvl1pPr>
              <a:defRPr sz="386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7" name="Subtitle 2"/>
          <p:cNvSpPr>
            <a:spLocks noGrp="1"/>
          </p:cNvSpPr>
          <p:nvPr userDrawn="1">
            <p:ph type="subTitle" idx="1" hasCustomPrompt="1"/>
          </p:nvPr>
        </p:nvSpPr>
        <p:spPr>
          <a:xfrm>
            <a:off x="873125" y="3652838"/>
            <a:ext cx="3867150" cy="447675"/>
          </a:xfrm>
        </p:spPr>
        <p:txBody>
          <a:bodyPr anchor="b">
            <a:noAutofit/>
          </a:bodyPr>
          <a:lstStyle>
            <a:lvl1pPr marL="0" indent="0" algn="l">
              <a:buNone/>
              <a:defRPr sz="1863">
                <a:solidFill>
                  <a:srgbClr val="3D3935"/>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userDrawn="1">
            <p:ph type="body" sz="quarter" idx="10" hasCustomPrompt="1"/>
          </p:nvPr>
        </p:nvSpPr>
        <p:spPr>
          <a:xfrm>
            <a:off x="873125" y="5316538"/>
            <a:ext cx="3770313" cy="294882"/>
          </a:xfrm>
        </p:spPr>
        <p:txBody>
          <a:bodyPr>
            <a:normAutofit/>
          </a:bodyPr>
          <a:lstStyle>
            <a:lvl1pPr marL="0" indent="0">
              <a:buNone/>
              <a:defRPr sz="1597" b="1" baseline="0">
                <a:solidFill>
                  <a:srgbClr val="3D3935"/>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userDrawn="1">
            <p:ph type="body" sz="quarter" idx="11" hasCustomPrompt="1"/>
          </p:nvPr>
        </p:nvSpPr>
        <p:spPr>
          <a:xfrm>
            <a:off x="873125" y="5611420"/>
            <a:ext cx="3770313" cy="328773"/>
          </a:xfrm>
        </p:spPr>
        <p:txBody>
          <a:bodyPr>
            <a:normAutofit/>
          </a:bodyPr>
          <a:lstStyle>
            <a:lvl1pPr marL="0" indent="0">
              <a:buNone/>
              <a:defRPr sz="1597" baseline="0">
                <a:solidFill>
                  <a:srgbClr val="3D3935"/>
                </a:solidFill>
                <a:latin typeface="Arial" panose="020B0604020202020204" pitchFamily="34" charset="0"/>
                <a:cs typeface="Arial" panose="020B0604020202020204" pitchFamily="34" charset="0"/>
              </a:defRPr>
            </a:lvl1pPr>
          </a:lstStyle>
          <a:p>
            <a:pPr lvl="0"/>
            <a:r>
              <a:rPr lang="en-AU" dirty="0"/>
              <a:t>Date</a:t>
            </a:r>
          </a:p>
        </p:txBody>
      </p:sp>
      <p:sp>
        <p:nvSpPr>
          <p:cNvPr id="44" name="Picture Placeholder 85"/>
          <p:cNvSpPr>
            <a:spLocks noGrp="1"/>
          </p:cNvSpPr>
          <p:nvPr userDrawn="1">
            <p:ph type="pic" sz="quarter" idx="13" hasCustomPrompt="1"/>
          </p:nvPr>
        </p:nvSpPr>
        <p:spPr>
          <a:xfrm>
            <a:off x="6639194" y="2653276"/>
            <a:ext cx="1766125" cy="502731"/>
          </a:xfrm>
        </p:spPr>
        <p:txBody>
          <a:bodyPr/>
          <a:lstStyle>
            <a:lvl1pPr marL="0" indent="0">
              <a:buNone/>
              <a:defRPr sz="1200">
                <a:solidFill>
                  <a:srgbClr val="3D3935"/>
                </a:solidFill>
                <a:latin typeface="Arial" panose="020B0604020202020204" pitchFamily="34" charset="0"/>
                <a:cs typeface="Arial" panose="020B0604020202020204" pitchFamily="34" charset="0"/>
              </a:defRPr>
            </a:lvl1pPr>
          </a:lstStyle>
          <a:p>
            <a:r>
              <a:rPr lang="en-US" dirty="0"/>
              <a:t>Drag co-branded logo to placeholder or click icon to add</a:t>
            </a:r>
            <a:endParaRPr lang="en-AU" dirty="0"/>
          </a:p>
        </p:txBody>
      </p:sp>
      <p:grpSp>
        <p:nvGrpSpPr>
          <p:cNvPr id="45" name="Group 44"/>
          <p:cNvGrpSpPr/>
          <p:nvPr userDrawn="1"/>
        </p:nvGrpSpPr>
        <p:grpSpPr>
          <a:xfrm>
            <a:off x="7401258" y="6092825"/>
            <a:ext cx="1374019" cy="484188"/>
            <a:chOff x="7401258" y="365125"/>
            <a:chExt cx="1374019" cy="484188"/>
          </a:xfrm>
        </p:grpSpPr>
        <p:sp>
          <p:nvSpPr>
            <p:cNvPr id="46"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8"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317887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44" name="Rectangle 4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AutoShape 3"/>
          <p:cNvSpPr>
            <a:spLocks noChangeAspect="1" noChangeArrowheads="1" noTextEdit="1"/>
          </p:cNvSpPr>
          <p:nvPr userDrawn="1"/>
        </p:nvSpPr>
        <p:spPr bwMode="auto">
          <a:xfrm>
            <a:off x="0" y="0"/>
            <a:ext cx="9144227"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5"/>
          <p:cNvSpPr>
            <a:spLocks/>
          </p:cNvSpPr>
          <p:nvPr userDrawn="1"/>
        </p:nvSpPr>
        <p:spPr bwMode="auto">
          <a:xfrm>
            <a:off x="0" y="457200"/>
            <a:ext cx="4572114" cy="6388100"/>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8C857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6"/>
          <p:cNvSpPr>
            <a:spLocks/>
          </p:cNvSpPr>
          <p:nvPr userDrawn="1"/>
        </p:nvSpPr>
        <p:spPr bwMode="auto">
          <a:xfrm>
            <a:off x="4572114" y="-3175"/>
            <a:ext cx="4572114" cy="6858000"/>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nvGrpSpPr>
          <p:cNvPr id="2" name="Group 1"/>
          <p:cNvGrpSpPr/>
          <p:nvPr userDrawn="1"/>
        </p:nvGrpSpPr>
        <p:grpSpPr>
          <a:xfrm>
            <a:off x="7401258" y="365125"/>
            <a:ext cx="1374019" cy="484188"/>
            <a:chOff x="7401258" y="365125"/>
            <a:chExt cx="1374019" cy="484188"/>
          </a:xfrm>
        </p:grpSpPr>
        <p:sp>
          <p:nvSpPr>
            <p:cNvPr id="48"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5"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6"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7"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8"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9"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0"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1"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2"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3"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4"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5"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6"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7"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8"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9"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0"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1"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2"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3"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4"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5"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6"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7"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8"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9"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0"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81" name="Title 1"/>
          <p:cNvSpPr>
            <a:spLocks noGrp="1"/>
          </p:cNvSpPr>
          <p:nvPr userDrawn="1">
            <p:ph type="title" hasCustomPrompt="1"/>
          </p:nvPr>
        </p:nvSpPr>
        <p:spPr>
          <a:xfrm>
            <a:off x="5038725" y="2848654"/>
            <a:ext cx="3867150" cy="580346"/>
          </a:xfrm>
        </p:spPr>
        <p:txBody>
          <a:bodyPr anchor="b">
            <a:noAutofit/>
          </a:bodyPr>
          <a:lstStyle>
            <a:lvl1pPr>
              <a:defRPr sz="3860" b="1">
                <a:solidFill>
                  <a:schemeClr val="bg1"/>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2" name="Subtitle 2"/>
          <p:cNvSpPr>
            <a:spLocks noGrp="1"/>
          </p:cNvSpPr>
          <p:nvPr userDrawn="1">
            <p:ph type="subTitle" idx="1" hasCustomPrompt="1"/>
          </p:nvPr>
        </p:nvSpPr>
        <p:spPr>
          <a:xfrm>
            <a:off x="5038725" y="3652838"/>
            <a:ext cx="3867150" cy="447675"/>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3" name="Text Placeholder 7"/>
          <p:cNvSpPr>
            <a:spLocks noGrp="1"/>
          </p:cNvSpPr>
          <p:nvPr userDrawn="1">
            <p:ph type="body" sz="quarter" idx="10" hasCustomPrompt="1"/>
          </p:nvPr>
        </p:nvSpPr>
        <p:spPr>
          <a:xfrm>
            <a:off x="5038725" y="53165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84" name="Text Placeholder 7"/>
          <p:cNvSpPr>
            <a:spLocks noGrp="1"/>
          </p:cNvSpPr>
          <p:nvPr userDrawn="1">
            <p:ph type="body" sz="quarter" idx="11" hasCustomPrompt="1"/>
          </p:nvPr>
        </p:nvSpPr>
        <p:spPr>
          <a:xfrm>
            <a:off x="5038725" y="56114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86" name="Picture Placeholder 85"/>
          <p:cNvSpPr>
            <a:spLocks noGrp="1"/>
          </p:cNvSpPr>
          <p:nvPr userDrawn="1">
            <p:ph type="pic" sz="quarter" idx="12"/>
          </p:nvPr>
        </p:nvSpPr>
        <p:spPr>
          <a:xfrm>
            <a:off x="0" y="457200"/>
            <a:ext cx="4572000" cy="6388100"/>
          </a:xfrm>
        </p:spPr>
        <p:txBody>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1577701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607327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16" name="Freeform 5"/>
          <p:cNvSpPr>
            <a:spLocks/>
          </p:cNvSpPr>
          <p:nvPr userDrawn="1"/>
        </p:nvSpPr>
        <p:spPr bwMode="auto">
          <a:xfrm>
            <a:off x="0" y="457201"/>
            <a:ext cx="4572232" cy="6388107"/>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F2120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6"/>
          <p:cNvSpPr>
            <a:spLocks/>
          </p:cNvSpPr>
          <p:nvPr userDrawn="1"/>
        </p:nvSpPr>
        <p:spPr bwMode="auto">
          <a:xfrm>
            <a:off x="4572232" y="-3174"/>
            <a:ext cx="4572232" cy="6858007"/>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AutoShape 3"/>
          <p:cNvSpPr>
            <a:spLocks noChangeAspect="1" noChangeArrowheads="1" noTextEdit="1"/>
          </p:cNvSpPr>
          <p:nvPr userDrawn="1"/>
        </p:nvSpPr>
        <p:spPr bwMode="auto">
          <a:xfrm>
            <a:off x="0" y="1"/>
            <a:ext cx="9144464" cy="685800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Title 1"/>
          <p:cNvSpPr>
            <a:spLocks noGrp="1"/>
          </p:cNvSpPr>
          <p:nvPr userDrawn="1">
            <p:ph type="title" hasCustomPrompt="1"/>
          </p:nvPr>
        </p:nvSpPr>
        <p:spPr>
          <a:xfrm>
            <a:off x="4804755" y="1054317"/>
            <a:ext cx="4247805" cy="4749367"/>
          </a:xfrm>
        </p:spPr>
        <p:txBody>
          <a:bodyPr lIns="0" tIns="0" rIns="0" bIns="0" anchor="ctr" anchorCtr="0">
            <a:noAutofit/>
          </a:bodyPr>
          <a:lstStyle>
            <a:lvl1pPr>
              <a:defRPr sz="37857" spc="-150">
                <a:solidFill>
                  <a:schemeClr val="bg1"/>
                </a:solidFill>
                <a:latin typeface="Arial" panose="020B0604020202020204" pitchFamily="34" charset="0"/>
                <a:cs typeface="Arial" panose="020B0604020202020204" pitchFamily="34" charset="0"/>
              </a:defRPr>
            </a:lvl1pPr>
          </a:lstStyle>
          <a:p>
            <a:r>
              <a:rPr lang="en-US" dirty="0"/>
              <a:t>1</a:t>
            </a:r>
            <a:endParaRPr lang="en-AU" dirty="0"/>
          </a:p>
        </p:txBody>
      </p:sp>
      <p:sp>
        <p:nvSpPr>
          <p:cNvPr id="47" name="Text Placeholder 46"/>
          <p:cNvSpPr>
            <a:spLocks noGrp="1"/>
          </p:cNvSpPr>
          <p:nvPr userDrawn="1">
            <p:ph type="body" sz="quarter" idx="10" hasCustomPrompt="1"/>
          </p:nvPr>
        </p:nvSpPr>
        <p:spPr>
          <a:xfrm>
            <a:off x="374420" y="3246827"/>
            <a:ext cx="3092450" cy="357995"/>
          </a:xfrm>
        </p:spPr>
        <p:txBody>
          <a:bodyPr>
            <a:normAutofit/>
          </a:bodyPr>
          <a:lstStyle>
            <a:lvl1pPr marL="0" indent="0">
              <a:buNone/>
              <a:defRPr sz="1997">
                <a:solidFill>
                  <a:schemeClr val="bg1"/>
                </a:solidFill>
                <a:latin typeface="Arial" panose="020B0604020202020204" pitchFamily="34" charset="0"/>
                <a:cs typeface="Arial" panose="020B0604020202020204" pitchFamily="34" charset="0"/>
              </a:defRPr>
            </a:lvl1pPr>
          </a:lstStyle>
          <a:p>
            <a:pPr lvl="0"/>
            <a:r>
              <a:rPr lang="en-AU" dirty="0"/>
              <a:t>Section title</a:t>
            </a:r>
          </a:p>
        </p:txBody>
      </p:sp>
      <p:grpSp>
        <p:nvGrpSpPr>
          <p:cNvPr id="82" name="Group 81"/>
          <p:cNvGrpSpPr/>
          <p:nvPr userDrawn="1"/>
        </p:nvGrpSpPr>
        <p:grpSpPr>
          <a:xfrm>
            <a:off x="7401258" y="365125"/>
            <a:ext cx="1374019" cy="484188"/>
            <a:chOff x="7401258" y="365125"/>
            <a:chExt cx="1374019" cy="484188"/>
          </a:xfrm>
        </p:grpSpPr>
        <p:sp>
          <p:nvSpPr>
            <p:cNvPr id="83"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4"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5"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6"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7"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8"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1263114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47" name="Object 46" hidden="1"/>
          <p:cNvGraphicFramePr>
            <a:graphicFrameLocks noChangeAspect="1"/>
          </p:cNvGraphicFramePr>
          <p:nvPr userDrawn="1">
            <p:custDataLst>
              <p:tags r:id="rId1"/>
            </p:custDataLst>
            <p:extLst>
              <p:ext uri="{D42A27DB-BD31-4B8C-83A1-F6EECF244321}">
                <p14:modId xmlns:p14="http://schemas.microsoft.com/office/powerpoint/2010/main" val="29171533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47" name="Object 46"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Title 1"/>
          <p:cNvSpPr>
            <a:spLocks noGrp="1"/>
          </p:cNvSpPr>
          <p:nvPr userDrawn="1">
            <p:ph type="title" hasCustomPrompt="1"/>
          </p:nvPr>
        </p:nvSpPr>
        <p:spPr>
          <a:xfrm>
            <a:off x="440871" y="689568"/>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50" name="Text Placeholder 49"/>
          <p:cNvSpPr>
            <a:spLocks noGrp="1"/>
          </p:cNvSpPr>
          <p:nvPr userDrawn="1">
            <p:ph type="body" sz="quarter" idx="15" hasCustomPrompt="1"/>
          </p:nvPr>
        </p:nvSpPr>
        <p:spPr>
          <a:xfrm>
            <a:off x="440871" y="1463720"/>
            <a:ext cx="8284029" cy="4272599"/>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52" name="Text Placeholder 51"/>
          <p:cNvSpPr>
            <a:spLocks noGrp="1"/>
          </p:cNvSpPr>
          <p:nvPr userDrawn="1">
            <p:ph type="body" sz="quarter" idx="16" hasCustomPrompt="1"/>
          </p:nvPr>
        </p:nvSpPr>
        <p:spPr>
          <a:xfrm>
            <a:off x="440871" y="-8733"/>
            <a:ext cx="4343399" cy="462758"/>
          </a:xfrm>
        </p:spPr>
        <p:txBody>
          <a:bodyPr anchor="ctr">
            <a:normAutofit/>
          </a:bodyPr>
          <a:lstStyle>
            <a:lvl1pPr marL="0" indent="0">
              <a:buNone/>
              <a:defRPr sz="1500" b="1">
                <a:solidFill>
                  <a:srgbClr val="3D3935"/>
                </a:solidFill>
                <a:latin typeface="Arial" panose="020B0604020202020204" pitchFamily="34" charset="0"/>
                <a:cs typeface="Arial" panose="020B0604020202020204" pitchFamily="34" charset="0"/>
              </a:defRPr>
            </a:lvl1pPr>
          </a:lstStyle>
          <a:p>
            <a:pPr lvl="0"/>
            <a:r>
              <a:rPr lang="en-AU" dirty="0"/>
              <a:t>Section heading</a:t>
            </a:r>
          </a:p>
        </p:txBody>
      </p:sp>
      <p:sp>
        <p:nvSpPr>
          <p:cNvPr id="8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
        <p:nvSpPr>
          <p:cNvPr id="85" name="Footer Placeholder 4"/>
          <p:cNvSpPr>
            <a:spLocks noGrp="1"/>
          </p:cNvSpPr>
          <p:nvPr>
            <p:ph type="ftr" sz="quarter" idx="3"/>
          </p:nvPr>
        </p:nvSpPr>
        <p:spPr>
          <a:xfrm>
            <a:off x="832757" y="6510471"/>
            <a:ext cx="4188129"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dirty="0"/>
              <a:t>Faculty of Business and Law | Peter Faber Business School</a:t>
            </a:r>
          </a:p>
        </p:txBody>
      </p:sp>
    </p:spTree>
    <p:extLst>
      <p:ext uri="{BB962C8B-B14F-4D97-AF65-F5344CB8AC3E}">
        <p14:creationId xmlns:p14="http://schemas.microsoft.com/office/powerpoint/2010/main" val="2718792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btitles and Content">
    <p:spTree>
      <p:nvGrpSpPr>
        <p:cNvPr id="1" name=""/>
        <p:cNvGrpSpPr/>
        <p:nvPr/>
      </p:nvGrpSpPr>
      <p:grpSpPr>
        <a:xfrm>
          <a:off x="0" y="0"/>
          <a:ext cx="0" cy="0"/>
          <a:chOff x="0" y="0"/>
          <a:chExt cx="0" cy="0"/>
        </a:xfrm>
      </p:grpSpPr>
      <p:sp>
        <p:nvSpPr>
          <p:cNvPr id="41" name="Title 1"/>
          <p:cNvSpPr>
            <a:spLocks noGrp="1"/>
          </p:cNvSpPr>
          <p:nvPr>
            <p:ph type="title" hasCustomPrompt="1"/>
          </p:nvPr>
        </p:nvSpPr>
        <p:spPr>
          <a:xfrm>
            <a:off x="440871" y="770735"/>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2" name="Text Placeholder 45"/>
          <p:cNvSpPr>
            <a:spLocks noGrp="1"/>
          </p:cNvSpPr>
          <p:nvPr>
            <p:ph type="body" sz="quarter" idx="13" hasCustomPrompt="1"/>
          </p:nvPr>
        </p:nvSpPr>
        <p:spPr>
          <a:xfrm>
            <a:off x="440871" y="1339935"/>
            <a:ext cx="6734398" cy="507831"/>
          </a:xfrm>
        </p:spPr>
        <p:txBody>
          <a:bodyPr anchor="ctr">
            <a:spAutoFit/>
          </a:bodyPr>
          <a:lstStyle>
            <a:lvl1pPr marL="0" indent="0">
              <a:lnSpc>
                <a:spcPct val="100000"/>
              </a:lnSpc>
              <a:buNone/>
              <a:defRPr sz="2700">
                <a:solidFill>
                  <a:srgbClr val="3D3935"/>
                </a:solidFill>
                <a:latin typeface="Arial" panose="020B0604020202020204" pitchFamily="34" charset="0"/>
                <a:cs typeface="Arial" panose="020B0604020202020204" pitchFamily="34" charset="0"/>
              </a:defRPr>
            </a:lvl1pPr>
          </a:lstStyle>
          <a:p>
            <a:pPr lvl="0"/>
            <a:r>
              <a:rPr lang="en-AU" dirty="0"/>
              <a:t>Sub Title</a:t>
            </a:r>
          </a:p>
        </p:txBody>
      </p:sp>
      <p:sp>
        <p:nvSpPr>
          <p:cNvPr id="43" name="Text Placeholder 47"/>
          <p:cNvSpPr>
            <a:spLocks noGrp="1"/>
          </p:cNvSpPr>
          <p:nvPr>
            <p:ph type="body" sz="quarter" idx="14" hasCustomPrompt="1"/>
          </p:nvPr>
        </p:nvSpPr>
        <p:spPr>
          <a:xfrm>
            <a:off x="440872" y="2275570"/>
            <a:ext cx="8284028" cy="359681"/>
          </a:xfrm>
        </p:spPr>
        <p:txBody>
          <a:bodyPr anchor="ctr">
            <a:noAutofit/>
          </a:bodyPr>
          <a:lstStyle>
            <a:lvl1pPr marL="0" indent="0">
              <a:lnSpc>
                <a:spcPct val="100000"/>
              </a:lnSpc>
              <a:buNone/>
              <a:defRPr sz="2000" b="1" baseline="0">
                <a:solidFill>
                  <a:srgbClr val="3D3935"/>
                </a:solidFill>
                <a:latin typeface="Arial" panose="020B0604020202020204" pitchFamily="34" charset="0"/>
                <a:cs typeface="Arial" panose="020B0604020202020204" pitchFamily="34" charset="0"/>
              </a:defRPr>
            </a:lvl1pPr>
          </a:lstStyle>
          <a:p>
            <a:pPr lvl="0"/>
            <a:r>
              <a:rPr lang="en-AU" dirty="0"/>
              <a:t>Sub heading</a:t>
            </a:r>
          </a:p>
        </p:txBody>
      </p:sp>
      <p:sp>
        <p:nvSpPr>
          <p:cNvPr id="83" name="Text Placeholder 49"/>
          <p:cNvSpPr>
            <a:spLocks noGrp="1"/>
          </p:cNvSpPr>
          <p:nvPr>
            <p:ph type="body" sz="quarter" idx="15" hasCustomPrompt="1"/>
          </p:nvPr>
        </p:nvSpPr>
        <p:spPr>
          <a:xfrm>
            <a:off x="440871" y="2640809"/>
            <a:ext cx="8284029" cy="3095510"/>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84" name="Footer Placeholder 4"/>
          <p:cNvSpPr>
            <a:spLocks noGrp="1"/>
          </p:cNvSpPr>
          <p:nvPr>
            <p:ph type="ftr" sz="quarter" idx="3"/>
          </p:nvPr>
        </p:nvSpPr>
        <p:spPr>
          <a:xfrm>
            <a:off x="832758" y="6510471"/>
            <a:ext cx="3872246"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5"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2089348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47701" y="1626054"/>
            <a:ext cx="3867150" cy="4271941"/>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4646613" y="1651000"/>
            <a:ext cx="3887788" cy="4246995"/>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7" name="Title 1"/>
          <p:cNvSpPr>
            <a:spLocks noGrp="1"/>
          </p:cNvSpPr>
          <p:nvPr>
            <p:ph type="title" hasCustomPrompt="1"/>
          </p:nvPr>
        </p:nvSpPr>
        <p:spPr>
          <a:xfrm>
            <a:off x="440871" y="793049"/>
            <a:ext cx="6734398" cy="493981"/>
          </a:xfrm>
        </p:spPr>
        <p:txBody>
          <a:bodyPr>
            <a:sp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8" name="Footer Placeholder 4"/>
          <p:cNvSpPr>
            <a:spLocks noGrp="1"/>
          </p:cNvSpPr>
          <p:nvPr>
            <p:ph type="ftr" sz="quarter" idx="3"/>
          </p:nvPr>
        </p:nvSpPr>
        <p:spPr>
          <a:xfrm>
            <a:off x="832757" y="6510471"/>
            <a:ext cx="3887787"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9"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289585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3888" y="1864188"/>
            <a:ext cx="7886700" cy="4070577"/>
          </a:xfrm>
        </p:spPr>
        <p:txBody>
          <a:bodyPr vert="eaVert"/>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Title 1"/>
          <p:cNvSpPr>
            <a:spLocks noGrp="1"/>
          </p:cNvSpPr>
          <p:nvPr>
            <p:ph type="title" hasCustomPrompt="1"/>
          </p:nvPr>
        </p:nvSpPr>
        <p:spPr>
          <a:xfrm>
            <a:off x="498929" y="1056579"/>
            <a:ext cx="6734398" cy="493981"/>
          </a:xfrm>
        </p:spPr>
        <p:txBody>
          <a:bodyPr>
            <a:norm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406363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in White with Logo">
    <p:spTree>
      <p:nvGrpSpPr>
        <p:cNvPr id="1" name=""/>
        <p:cNvGrpSpPr/>
        <p:nvPr/>
      </p:nvGrpSpPr>
      <p:grpSpPr>
        <a:xfrm>
          <a:off x="0" y="0"/>
          <a:ext cx="0" cy="0"/>
          <a:chOff x="0" y="0"/>
          <a:chExt cx="0" cy="0"/>
        </a:xfrm>
      </p:grpSpPr>
      <p:sp>
        <p:nvSpPr>
          <p:cNvPr id="4" name="Rectangle 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 name="Freeform 9"/>
          <p:cNvSpPr>
            <a:spLocks/>
          </p:cNvSpPr>
          <p:nvPr userDrawn="1"/>
        </p:nvSpPr>
        <p:spPr bwMode="auto">
          <a:xfrm>
            <a:off x="7399338" y="371475"/>
            <a:ext cx="288925" cy="371475"/>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10"/>
          <p:cNvSpPr>
            <a:spLocks/>
          </p:cNvSpPr>
          <p:nvPr userDrawn="1"/>
        </p:nvSpPr>
        <p:spPr bwMode="auto">
          <a:xfrm>
            <a:off x="7453313" y="415925"/>
            <a:ext cx="180975" cy="238125"/>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3" name="Freeform 11"/>
          <p:cNvSpPr>
            <a:spLocks/>
          </p:cNvSpPr>
          <p:nvPr userDrawn="1"/>
        </p:nvSpPr>
        <p:spPr bwMode="auto">
          <a:xfrm>
            <a:off x="7478713" y="466725"/>
            <a:ext cx="130175" cy="155575"/>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12"/>
          <p:cNvSpPr>
            <a:spLocks noEditPoints="1"/>
          </p:cNvSpPr>
          <p:nvPr userDrawn="1"/>
        </p:nvSpPr>
        <p:spPr bwMode="auto">
          <a:xfrm>
            <a:off x="7399338" y="800100"/>
            <a:ext cx="53975"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13"/>
          <p:cNvSpPr>
            <a:spLocks/>
          </p:cNvSpPr>
          <p:nvPr userDrawn="1"/>
        </p:nvSpPr>
        <p:spPr bwMode="auto">
          <a:xfrm>
            <a:off x="7456488" y="800100"/>
            <a:ext cx="44450"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4"/>
          <p:cNvSpPr>
            <a:spLocks/>
          </p:cNvSpPr>
          <p:nvPr userDrawn="1"/>
        </p:nvSpPr>
        <p:spPr bwMode="auto">
          <a:xfrm>
            <a:off x="7510463" y="796925"/>
            <a:ext cx="41275"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5"/>
          <p:cNvSpPr>
            <a:spLocks/>
          </p:cNvSpPr>
          <p:nvPr userDrawn="1"/>
        </p:nvSpPr>
        <p:spPr bwMode="auto">
          <a:xfrm>
            <a:off x="7558088" y="800100"/>
            <a:ext cx="41275"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6"/>
          <p:cNvSpPr>
            <a:spLocks noEditPoints="1"/>
          </p:cNvSpPr>
          <p:nvPr userDrawn="1"/>
        </p:nvSpPr>
        <p:spPr bwMode="auto">
          <a:xfrm>
            <a:off x="760888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7"/>
          <p:cNvSpPr>
            <a:spLocks noEditPoints="1"/>
          </p:cNvSpPr>
          <p:nvPr userDrawn="1"/>
        </p:nvSpPr>
        <p:spPr bwMode="auto">
          <a:xfrm>
            <a:off x="7656513" y="800100"/>
            <a:ext cx="53975"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8"/>
          <p:cNvSpPr>
            <a:spLocks/>
          </p:cNvSpPr>
          <p:nvPr userDrawn="1"/>
        </p:nvSpPr>
        <p:spPr bwMode="auto">
          <a:xfrm>
            <a:off x="77168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9"/>
          <p:cNvSpPr>
            <a:spLocks/>
          </p:cNvSpPr>
          <p:nvPr userDrawn="1"/>
        </p:nvSpPr>
        <p:spPr bwMode="auto">
          <a:xfrm>
            <a:off x="77612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20"/>
          <p:cNvSpPr>
            <a:spLocks noEditPoints="1"/>
          </p:cNvSpPr>
          <p:nvPr userDrawn="1"/>
        </p:nvSpPr>
        <p:spPr bwMode="auto">
          <a:xfrm>
            <a:off x="7777163"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21"/>
          <p:cNvSpPr>
            <a:spLocks/>
          </p:cNvSpPr>
          <p:nvPr userDrawn="1"/>
        </p:nvSpPr>
        <p:spPr bwMode="auto">
          <a:xfrm>
            <a:off x="7840663" y="800100"/>
            <a:ext cx="41275"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22"/>
          <p:cNvSpPr>
            <a:spLocks/>
          </p:cNvSpPr>
          <p:nvPr userDrawn="1"/>
        </p:nvSpPr>
        <p:spPr bwMode="auto">
          <a:xfrm>
            <a:off x="7920038"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23"/>
          <p:cNvSpPr>
            <a:spLocks noEditPoints="1"/>
          </p:cNvSpPr>
          <p:nvPr userDrawn="1"/>
        </p:nvSpPr>
        <p:spPr bwMode="auto">
          <a:xfrm>
            <a:off x="7970838"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4"/>
          <p:cNvSpPr>
            <a:spLocks/>
          </p:cNvSpPr>
          <p:nvPr userDrawn="1"/>
        </p:nvSpPr>
        <p:spPr bwMode="auto">
          <a:xfrm>
            <a:off x="8021638" y="800100"/>
            <a:ext cx="44450"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5"/>
          <p:cNvSpPr>
            <a:spLocks/>
          </p:cNvSpPr>
          <p:nvPr userDrawn="1"/>
        </p:nvSpPr>
        <p:spPr bwMode="auto">
          <a:xfrm>
            <a:off x="8072438" y="800100"/>
            <a:ext cx="44450"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6"/>
          <p:cNvSpPr>
            <a:spLocks noEditPoints="1"/>
          </p:cNvSpPr>
          <p:nvPr userDrawn="1"/>
        </p:nvSpPr>
        <p:spPr bwMode="auto">
          <a:xfrm>
            <a:off x="8126413" y="796925"/>
            <a:ext cx="5080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7"/>
          <p:cNvSpPr>
            <a:spLocks/>
          </p:cNvSpPr>
          <p:nvPr userDrawn="1"/>
        </p:nvSpPr>
        <p:spPr bwMode="auto">
          <a:xfrm>
            <a:off x="81867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8"/>
          <p:cNvSpPr>
            <a:spLocks/>
          </p:cNvSpPr>
          <p:nvPr userDrawn="1"/>
        </p:nvSpPr>
        <p:spPr bwMode="auto">
          <a:xfrm>
            <a:off x="82311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9"/>
          <p:cNvSpPr>
            <a:spLocks/>
          </p:cNvSpPr>
          <p:nvPr userDrawn="1"/>
        </p:nvSpPr>
        <p:spPr bwMode="auto">
          <a:xfrm>
            <a:off x="8247063"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30"/>
          <p:cNvSpPr>
            <a:spLocks/>
          </p:cNvSpPr>
          <p:nvPr userDrawn="1"/>
        </p:nvSpPr>
        <p:spPr bwMode="auto">
          <a:xfrm>
            <a:off x="8329613" y="800100"/>
            <a:ext cx="41275"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31"/>
          <p:cNvSpPr>
            <a:spLocks/>
          </p:cNvSpPr>
          <p:nvPr userDrawn="1"/>
        </p:nvSpPr>
        <p:spPr bwMode="auto">
          <a:xfrm>
            <a:off x="8386763" y="800100"/>
            <a:ext cx="41275"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32"/>
          <p:cNvSpPr>
            <a:spLocks/>
          </p:cNvSpPr>
          <p:nvPr userDrawn="1"/>
        </p:nvSpPr>
        <p:spPr bwMode="auto">
          <a:xfrm>
            <a:off x="84407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33"/>
          <p:cNvSpPr>
            <a:spLocks/>
          </p:cNvSpPr>
          <p:nvPr userDrawn="1"/>
        </p:nvSpPr>
        <p:spPr bwMode="auto">
          <a:xfrm>
            <a:off x="8459788" y="800100"/>
            <a:ext cx="5080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4"/>
          <p:cNvSpPr>
            <a:spLocks/>
          </p:cNvSpPr>
          <p:nvPr userDrawn="1"/>
        </p:nvSpPr>
        <p:spPr bwMode="auto">
          <a:xfrm>
            <a:off x="8516938" y="800100"/>
            <a:ext cx="38100"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5"/>
          <p:cNvSpPr>
            <a:spLocks noEditPoints="1"/>
          </p:cNvSpPr>
          <p:nvPr userDrawn="1"/>
        </p:nvSpPr>
        <p:spPr bwMode="auto">
          <a:xfrm>
            <a:off x="856773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6"/>
          <p:cNvSpPr>
            <a:spLocks/>
          </p:cNvSpPr>
          <p:nvPr userDrawn="1"/>
        </p:nvSpPr>
        <p:spPr bwMode="auto">
          <a:xfrm>
            <a:off x="8615363" y="796925"/>
            <a:ext cx="44450"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7"/>
          <p:cNvSpPr>
            <a:spLocks/>
          </p:cNvSpPr>
          <p:nvPr userDrawn="1"/>
        </p:nvSpPr>
        <p:spPr bwMode="auto">
          <a:xfrm>
            <a:off x="86693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8"/>
          <p:cNvSpPr>
            <a:spLocks/>
          </p:cNvSpPr>
          <p:nvPr userDrawn="1"/>
        </p:nvSpPr>
        <p:spPr bwMode="auto">
          <a:xfrm>
            <a:off x="8688388" y="800100"/>
            <a:ext cx="85725" cy="50800"/>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9"/>
          <p:cNvSpPr>
            <a:spLocks/>
          </p:cNvSpPr>
          <p:nvPr userDrawn="1"/>
        </p:nvSpPr>
        <p:spPr bwMode="auto">
          <a:xfrm>
            <a:off x="8482013" y="371475"/>
            <a:ext cx="292100" cy="365125"/>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40"/>
          <p:cNvSpPr>
            <a:spLocks/>
          </p:cNvSpPr>
          <p:nvPr userDrawn="1"/>
        </p:nvSpPr>
        <p:spPr bwMode="auto">
          <a:xfrm>
            <a:off x="8094663" y="365125"/>
            <a:ext cx="336550" cy="371475"/>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41"/>
          <p:cNvSpPr>
            <a:spLocks noEditPoints="1"/>
          </p:cNvSpPr>
          <p:nvPr userDrawn="1"/>
        </p:nvSpPr>
        <p:spPr bwMode="auto">
          <a:xfrm>
            <a:off x="7758113" y="371475"/>
            <a:ext cx="330200" cy="358775"/>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492378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lain with no logo">
    <p:spTree>
      <p:nvGrpSpPr>
        <p:cNvPr id="1" name=""/>
        <p:cNvGrpSpPr/>
        <p:nvPr/>
      </p:nvGrpSpPr>
      <p:grpSpPr>
        <a:xfrm>
          <a:off x="0" y="0"/>
          <a:ext cx="0" cy="0"/>
          <a:chOff x="0" y="0"/>
          <a:chExt cx="0" cy="0"/>
        </a:xfrm>
      </p:grpSpPr>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Rectangle 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07940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1_Title Slide">
    <p:spTree>
      <p:nvGrpSpPr>
        <p:cNvPr id="1" name=""/>
        <p:cNvGrpSpPr/>
        <p:nvPr/>
      </p:nvGrpSpPr>
      <p:grpSpPr>
        <a:xfrm>
          <a:off x="0" y="0"/>
          <a:ext cx="0" cy="0"/>
          <a:chOff x="0" y="0"/>
          <a:chExt cx="0" cy="0"/>
        </a:xfrm>
      </p:grpSpPr>
      <p:sp>
        <p:nvSpPr>
          <p:cNvPr id="3" name="Rectangle 2"/>
          <p:cNvSpPr/>
          <p:nvPr/>
        </p:nvSpPr>
        <p:spPr>
          <a:xfrm flipV="1">
            <a:off x="0" y="4137025"/>
            <a:ext cx="9144000" cy="4603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4" name="Rounded Rectangle 3"/>
          <p:cNvSpPr/>
          <p:nvPr/>
        </p:nvSpPr>
        <p:spPr bwMode="white">
          <a:xfrm>
            <a:off x="5410202" y="3962401"/>
            <a:ext cx="3063875" cy="26988"/>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5" name="Rounded Rectangle 4"/>
          <p:cNvSpPr/>
          <p:nvPr/>
        </p:nvSpPr>
        <p:spPr bwMode="white">
          <a:xfrm>
            <a:off x="7377113" y="4060826"/>
            <a:ext cx="1600200" cy="3651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6" name="Rectangle 5"/>
          <p:cNvSpPr/>
          <p:nvPr/>
        </p:nvSpPr>
        <p:spPr>
          <a:xfrm>
            <a:off x="0" y="3962401"/>
            <a:ext cx="9144000" cy="244475"/>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7" name="Rectangle 6"/>
          <p:cNvSpPr/>
          <p:nvPr/>
        </p:nvSpPr>
        <p:spPr>
          <a:xfrm>
            <a:off x="0" y="3970338"/>
            <a:ext cx="9144000" cy="141287"/>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8" name="Rectangle 7"/>
          <p:cNvSpPr/>
          <p:nvPr userDrawn="1"/>
        </p:nvSpPr>
        <p:spPr>
          <a:xfrm>
            <a:off x="0" y="1"/>
            <a:ext cx="9144000" cy="3970338"/>
          </a:xfrm>
          <a:prstGeom prst="rect">
            <a:avLst/>
          </a:prstGeom>
          <a:solidFill>
            <a:schemeClr val="accent4">
              <a:lumMod val="7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9" name="Subtitle 8"/>
          <p:cNvSpPr>
            <a:spLocks noGrp="1"/>
          </p:cNvSpPr>
          <p:nvPr>
            <p:ph type="subTitle" idx="1"/>
          </p:nvPr>
        </p:nvSpPr>
        <p:spPr>
          <a:xfrm>
            <a:off x="1584293" y="4724400"/>
            <a:ext cx="6324600" cy="1295400"/>
          </a:xfrm>
        </p:spPr>
        <p:txBody>
          <a:bodyPr>
            <a:noAutofit/>
          </a:bodyPr>
          <a:lstStyle>
            <a:lvl1pPr marL="59739" indent="0" algn="ctr">
              <a:buNone/>
              <a:defRPr sz="3200">
                <a:solidFill>
                  <a:schemeClr val="accent3">
                    <a:lumMod val="75000"/>
                  </a:schemeClr>
                </a:solidFill>
              </a:defRPr>
            </a:lvl1pPr>
            <a:lvl2pPr marL="426705" indent="0" algn="ctr">
              <a:buNone/>
            </a:lvl2pPr>
            <a:lvl3pPr marL="853410" indent="0" algn="ctr">
              <a:buNone/>
            </a:lvl3pPr>
            <a:lvl4pPr marL="1280114" indent="0" algn="ctr">
              <a:buNone/>
            </a:lvl4pPr>
            <a:lvl5pPr marL="1706819" indent="0" algn="ctr">
              <a:buNone/>
            </a:lvl5pPr>
            <a:lvl6pPr marL="2133524" indent="0" algn="ctr">
              <a:buNone/>
            </a:lvl6pPr>
            <a:lvl7pPr marL="2560229" indent="0" algn="ctr">
              <a:buNone/>
            </a:lvl7pPr>
            <a:lvl8pPr marL="2986933" indent="0" algn="ctr">
              <a:buNone/>
            </a:lvl8pPr>
            <a:lvl9pPr marL="3413638" indent="0" algn="ctr">
              <a:buNone/>
            </a:lvl9pPr>
          </a:lstStyle>
          <a:p>
            <a:r>
              <a:rPr lang="en-US" dirty="0"/>
              <a:t>Click to edit Master subtitle style</a:t>
            </a:r>
          </a:p>
        </p:txBody>
      </p:sp>
      <p:pic>
        <p:nvPicPr>
          <p:cNvPr id="1026" name="Picture 2"/>
          <p:cNvPicPr>
            <a:picLocks noChangeAspect="1" noChangeArrowheads="1"/>
          </p:cNvPicPr>
          <p:nvPr userDrawn="1"/>
        </p:nvPicPr>
        <p:blipFill>
          <a:blip r:embed="rId2" cstate="print"/>
          <a:srcRect/>
          <a:stretch>
            <a:fillRect/>
          </a:stretch>
        </p:blipFill>
        <p:spPr bwMode="auto">
          <a:xfrm>
            <a:off x="3200400" y="163286"/>
            <a:ext cx="2667000" cy="3688497"/>
          </a:xfrm>
          <a:prstGeom prst="rect">
            <a:avLst/>
          </a:prstGeom>
          <a:noFill/>
          <a:ln w="9525">
            <a:noFill/>
            <a:miter lim="800000"/>
            <a:headEnd/>
            <a:tailEnd/>
          </a:ln>
        </p:spPr>
      </p:pic>
    </p:spTree>
    <p:extLst>
      <p:ext uri="{BB962C8B-B14F-4D97-AF65-F5344CB8AC3E}">
        <p14:creationId xmlns:p14="http://schemas.microsoft.com/office/powerpoint/2010/main" val="844724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85390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48599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9607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8040083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59136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35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71007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639718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1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97941201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038922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1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0242315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1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89029107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375144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1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73238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1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011324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70485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1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9919385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1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9427435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2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9880084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3156359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4359329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2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114978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2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0981093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2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5751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2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322574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2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5083454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2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760970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2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70540720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3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2087420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3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3223317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3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588779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3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316748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3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0927098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3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664470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3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844434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3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07467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3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4152023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4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64007320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4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1154673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4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237207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4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260611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4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15935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4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8922159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4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5334682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4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0567166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4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784321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4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603102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5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540580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5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7966486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5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8645047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5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67901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5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068312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5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45236139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5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9686069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5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95209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5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67395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5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116149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6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58203913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6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972438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cSld name="6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5229977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6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856321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6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8286472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6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7572143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6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11791584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6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5028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6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815255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6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27945878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7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9927288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7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93316914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rgbClr val="FFFFFF"/>
        </a:solidFill>
        <a:effectLst/>
      </p:bgPr>
    </p:bg>
    <p:spTree>
      <p:nvGrpSpPr>
        <p:cNvPr id="1" name="Shape 38"/>
        <p:cNvGrpSpPr/>
        <p:nvPr/>
      </p:nvGrpSpPr>
      <p:grpSpPr>
        <a:xfrm>
          <a:off x="0" y="0"/>
          <a:ext cx="0" cy="0"/>
          <a:chOff x="0" y="0"/>
          <a:chExt cx="0" cy="0"/>
        </a:xfrm>
      </p:grpSpPr>
      <p:pic>
        <p:nvPicPr>
          <p:cNvPr id="39" name="Google Shape;39;p2"/>
          <p:cNvPicPr preferRelativeResize="0"/>
          <p:nvPr/>
        </p:nvPicPr>
        <p:blipFill>
          <a:blip r:embed="rId2">
            <a:alphaModFix/>
          </a:blip>
          <a:stretch>
            <a:fillRect/>
          </a:stretch>
        </p:blipFill>
        <p:spPr>
          <a:xfrm>
            <a:off x="1" y="-3"/>
            <a:ext cx="11328385" cy="6919433"/>
          </a:xfrm>
          <a:prstGeom prst="rect">
            <a:avLst/>
          </a:prstGeom>
          <a:noFill/>
          <a:ln>
            <a:noFill/>
          </a:ln>
        </p:spPr>
      </p:pic>
      <p:grpSp>
        <p:nvGrpSpPr>
          <p:cNvPr id="40" name="Google Shape;40;p2"/>
          <p:cNvGrpSpPr/>
          <p:nvPr/>
        </p:nvGrpSpPr>
        <p:grpSpPr>
          <a:xfrm>
            <a:off x="22" y="4740126"/>
            <a:ext cx="7314320" cy="1169029"/>
            <a:chOff x="-11" y="1378677"/>
            <a:chExt cx="7314320" cy="4116300"/>
          </a:xfrm>
        </p:grpSpPr>
        <p:sp>
          <p:nvSpPr>
            <p:cNvPr id="41" name="Google Shape;41;p2"/>
            <p:cNvSpPr/>
            <p:nvPr/>
          </p:nvSpPr>
          <p:spPr>
            <a:xfrm flipH="1">
              <a:off x="-11" y="1378677"/>
              <a:ext cx="187800" cy="41163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2" name="Google Shape;42;p2"/>
            <p:cNvSpPr/>
            <p:nvPr/>
          </p:nvSpPr>
          <p:spPr>
            <a:xfrm flipH="1">
              <a:off x="187809" y="1378677"/>
              <a:ext cx="7126500" cy="4116300"/>
            </a:xfrm>
            <a:prstGeom prst="rect">
              <a:avLst/>
            </a:prstGeom>
            <a:solidFill>
              <a:srgbClr val="434343"/>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3" name="Google Shape;43;p2"/>
          <p:cNvSpPr txBox="1">
            <a:spLocks noGrp="1"/>
          </p:cNvSpPr>
          <p:nvPr>
            <p:ph type="ctrTitle"/>
          </p:nvPr>
        </p:nvSpPr>
        <p:spPr>
          <a:xfrm>
            <a:off x="414375" y="4842443"/>
            <a:ext cx="6400800" cy="964400"/>
          </a:xfrm>
          <a:prstGeom prst="rect">
            <a:avLst/>
          </a:prstGeom>
        </p:spPr>
        <p:txBody>
          <a:bodyPr spcFirstLastPara="1" wrap="square" lIns="91425" tIns="91425" rIns="91425" bIns="91425" anchor="b" anchorCtr="0">
            <a:noAutofit/>
          </a:bodyPr>
          <a:lstStyle>
            <a:lvl1pPr lvl="0">
              <a:spcBef>
                <a:spcPts val="0"/>
              </a:spcBef>
              <a:spcAft>
                <a:spcPts val="0"/>
              </a:spcAft>
              <a:buClr>
                <a:srgbClr val="FFFFFF"/>
              </a:buClr>
              <a:buSzPts val="3600"/>
              <a:buNone/>
              <a:defRPr sz="3600">
                <a:solidFill>
                  <a:srgbClr val="FFFFFF"/>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Tree>
    <p:extLst>
      <p:ext uri="{BB962C8B-B14F-4D97-AF65-F5344CB8AC3E}">
        <p14:creationId xmlns:p14="http://schemas.microsoft.com/office/powerpoint/2010/main" val="358220151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7"/>
        <p:cNvGrpSpPr/>
        <p:nvPr/>
      </p:nvGrpSpPr>
      <p:grpSpPr>
        <a:xfrm>
          <a:off x="0" y="0"/>
          <a:ext cx="0" cy="0"/>
          <a:chOff x="0" y="0"/>
          <a:chExt cx="0" cy="0"/>
        </a:xfrm>
      </p:grpSpPr>
      <p:grpSp>
        <p:nvGrpSpPr>
          <p:cNvPr id="58" name="Google Shape;58;p5"/>
          <p:cNvGrpSpPr/>
          <p:nvPr/>
        </p:nvGrpSpPr>
        <p:grpSpPr>
          <a:xfrm>
            <a:off x="-13" y="-12188"/>
            <a:ext cx="8005728" cy="1612563"/>
            <a:chOff x="-13" y="-12188"/>
            <a:chExt cx="8005728" cy="1161900"/>
          </a:xfrm>
        </p:grpSpPr>
        <p:sp>
          <p:nvSpPr>
            <p:cNvPr id="59" name="Google Shape;59;p5"/>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60" name="Google Shape;60;p5"/>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61" name="Google Shape;61;p5"/>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Tree>
    <p:extLst>
      <p:ext uri="{BB962C8B-B14F-4D97-AF65-F5344CB8AC3E}">
        <p14:creationId xmlns:p14="http://schemas.microsoft.com/office/powerpoint/2010/main" val="401939164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grpSp>
        <p:nvGrpSpPr>
          <p:cNvPr id="45" name="Google Shape;45;p3"/>
          <p:cNvGrpSpPr/>
          <p:nvPr/>
        </p:nvGrpSpPr>
        <p:grpSpPr>
          <a:xfrm>
            <a:off x="-13" y="-12188"/>
            <a:ext cx="8005728" cy="1612563"/>
            <a:chOff x="-13" y="-12188"/>
            <a:chExt cx="8005728" cy="1161900"/>
          </a:xfrm>
        </p:grpSpPr>
        <p:sp>
          <p:nvSpPr>
            <p:cNvPr id="46" name="Google Shape;46;p3"/>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7" name="Google Shape;47;p3"/>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8" name="Google Shape;48;p3"/>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
        <p:nvSpPr>
          <p:cNvPr id="49" name="Google Shape;49;p3"/>
          <p:cNvSpPr txBox="1">
            <a:spLocks noGrp="1"/>
          </p:cNvSpPr>
          <p:nvPr>
            <p:ph type="body" idx="1"/>
          </p:nvPr>
        </p:nvSpPr>
        <p:spPr>
          <a:xfrm>
            <a:off x="457200" y="1704688"/>
            <a:ext cx="8229600" cy="4840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0"/>
              </a:spcBef>
              <a:spcAft>
                <a:spcPts val="0"/>
              </a:spcAft>
              <a:buSzPts val="1800"/>
              <a:buChar char="○"/>
              <a:defRPr/>
            </a:lvl2pPr>
            <a:lvl3pPr marL="1371600" lvl="2" indent="-342900">
              <a:spcBef>
                <a:spcPts val="0"/>
              </a:spcBef>
              <a:spcAft>
                <a:spcPts val="0"/>
              </a:spcAft>
              <a:buSzPts val="18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Tree>
    <p:extLst>
      <p:ext uri="{BB962C8B-B14F-4D97-AF65-F5344CB8AC3E}">
        <p14:creationId xmlns:p14="http://schemas.microsoft.com/office/powerpoint/2010/main" val="266218105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9596" y="713233"/>
            <a:ext cx="3767469" cy="334707"/>
          </a:xfrm>
          <a:prstGeom prst="rect">
            <a:avLst/>
          </a:prstGeom>
        </p:spPr>
        <p:txBody>
          <a:bodyPr wrap="square" lIns="0" tIns="0" rIns="0" bIns="0">
            <a:spAutoFit/>
          </a:bodyPr>
          <a:lstStyle>
            <a:lvl1pPr>
              <a:defRPr sz="2175" b="1" i="0">
                <a:solidFill>
                  <a:srgbClr val="3D3935"/>
                </a:solidFill>
                <a:latin typeface="Arial"/>
                <a:cs typeface="Arial"/>
              </a:defRPr>
            </a:lvl1pPr>
          </a:lstStyle>
          <a:p>
            <a:endParaRPr/>
          </a:p>
        </p:txBody>
      </p:sp>
      <p:sp>
        <p:nvSpPr>
          <p:cNvPr id="3" name="Holder 3"/>
          <p:cNvSpPr>
            <a:spLocks noGrp="1"/>
          </p:cNvSpPr>
          <p:nvPr>
            <p:ph type="subTitle" idx="4"/>
          </p:nvPr>
        </p:nvSpPr>
        <p:spPr>
          <a:xfrm>
            <a:off x="1371600" y="3840480"/>
            <a:ext cx="6400800" cy="219291"/>
          </a:xfrm>
          <a:prstGeom prst="rect">
            <a:avLst/>
          </a:prstGeom>
        </p:spPr>
        <p:txBody>
          <a:bodyPr wrap="square" lIns="0" tIns="0" rIns="0" bIns="0">
            <a:spAutoFit/>
          </a:bodyPr>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9/7/2025</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84112460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19291"/>
          </a:xfrm>
        </p:spPr>
        <p:txBody>
          <a:bodyPr lIns="0" tIns="0" rIns="0" bIns="0"/>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9/7/2025</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03556647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sz="half" idx="2"/>
          </p:nvPr>
        </p:nvSpPr>
        <p:spPr>
          <a:xfrm>
            <a:off x="457200" y="1577340"/>
            <a:ext cx="3977640" cy="2923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923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9/7/2025</a:t>
            </a:fld>
            <a:endParaRPr lang="en-US"/>
          </a:p>
        </p:txBody>
      </p:sp>
      <p:sp>
        <p:nvSpPr>
          <p:cNvPr id="7" name="Holder 7"/>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9380312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9/7/2025</a:t>
            </a:fld>
            <a:endParaRPr lang="en-US"/>
          </a:p>
        </p:txBody>
      </p:sp>
      <p:sp>
        <p:nvSpPr>
          <p:cNvPr id="5" name="Holder 5"/>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6872711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9/7/2025</a:t>
            </a:fld>
            <a:endParaRPr lang="en-US"/>
          </a:p>
        </p:txBody>
      </p:sp>
      <p:sp>
        <p:nvSpPr>
          <p:cNvPr id="4" name="Holder 4"/>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7668356"/>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theme" Target="../theme/theme1.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ags" Target="../tags/tag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oleObject" Target="../embeddings/oleObject1.bin"/><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image" Target="../media/image1.emf"/><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6.xml"/><Relationship Id="rId7" Type="http://schemas.openxmlformats.org/officeDocument/2006/relationships/image" Target="../media/image9.png"/><Relationship Id="rId2" Type="http://schemas.openxmlformats.org/officeDocument/2006/relationships/slideLayout" Target="../slideLayouts/slideLayout85.xml"/><Relationship Id="rId1" Type="http://schemas.openxmlformats.org/officeDocument/2006/relationships/slideLayout" Target="../slideLayouts/slideLayout84.xml"/><Relationship Id="rId6" Type="http://schemas.openxmlformats.org/officeDocument/2006/relationships/theme" Target="../theme/theme2.xml"/><Relationship Id="rId5" Type="http://schemas.openxmlformats.org/officeDocument/2006/relationships/slideLayout" Target="../slideLayouts/slideLayout88.xml"/><Relationship Id="rId4" Type="http://schemas.openxmlformats.org/officeDocument/2006/relationships/slideLayout" Target="../slideLayouts/slideLayout8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85"/>
            </p:custDataLst>
            <p:extLst>
              <p:ext uri="{D42A27DB-BD31-4B8C-83A1-F6EECF244321}">
                <p14:modId xmlns:p14="http://schemas.microsoft.com/office/powerpoint/2010/main" val="347569646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86" imgW="347" imgH="348" progId="TCLayout.ActiveDocument.1">
                  <p:embed/>
                </p:oleObj>
              </mc:Choice>
              <mc:Fallback>
                <p:oleObj name="think-cell Slide" r:id="rId86" imgW="347" imgH="348" progId="TCLayout.ActiveDocument.1">
                  <p:embed/>
                  <p:pic>
                    <p:nvPicPr>
                      <p:cNvPr id="4" name="Object 3" hidden="1"/>
                      <p:cNvPicPr/>
                      <p:nvPr/>
                    </p:nvPicPr>
                    <p:blipFill>
                      <a:blip r:embed="rId87"/>
                      <a:stretch>
                        <a:fillRect/>
                      </a:stretch>
                    </p:blipFill>
                    <p:spPr>
                      <a:xfrm>
                        <a:off x="1588" y="1588"/>
                        <a:ext cx="1587" cy="1587"/>
                      </a:xfrm>
                      <a:prstGeom prst="rect">
                        <a:avLst/>
                      </a:prstGeom>
                    </p:spPr>
                  </p:pic>
                </p:oleObj>
              </mc:Fallback>
            </mc:AlternateContent>
          </a:graphicData>
        </a:graphic>
      </p:graphicFrame>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7" name="Group 4"/>
          <p:cNvGrpSpPr>
            <a:grpSpLocks noChangeAspect="1"/>
          </p:cNvGrpSpPr>
          <p:nvPr userDrawn="1"/>
        </p:nvGrpSpPr>
        <p:grpSpPr bwMode="auto">
          <a:xfrm>
            <a:off x="1588" y="0"/>
            <a:ext cx="9140825" cy="6858000"/>
            <a:chOff x="1" y="0"/>
            <a:chExt cx="5758" cy="4320"/>
          </a:xfrm>
        </p:grpSpPr>
        <p:sp>
          <p:nvSpPr>
            <p:cNvPr id="88" name="AutoShape 3"/>
            <p:cNvSpPr>
              <a:spLocks noChangeAspect="1" noChangeArrowheads="1" noTextEdit="1"/>
            </p:cNvSpPr>
            <p:nvPr userDrawn="1"/>
          </p:nvSpPr>
          <p:spPr bwMode="auto">
            <a:xfrm>
              <a:off x="1" y="0"/>
              <a:ext cx="5758" cy="4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5"/>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close/>
                </a:path>
              </a:pathLst>
            </a:custGeom>
            <a:solidFill>
              <a:srgbClr val="E8E3D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6"/>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7"/>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close/>
                </a:path>
              </a:pathLst>
            </a:custGeom>
            <a:solidFill>
              <a:srgbClr val="E8E3D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8"/>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9"/>
            <p:cNvSpPr>
              <a:spLocks/>
            </p:cNvSpPr>
            <p:nvPr userDrawn="1"/>
          </p:nvSpPr>
          <p:spPr bwMode="auto">
            <a:xfrm>
              <a:off x="4661" y="234"/>
              <a:ext cx="182" cy="234"/>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0"/>
            <p:cNvSpPr>
              <a:spLocks/>
            </p:cNvSpPr>
            <p:nvPr userDrawn="1"/>
          </p:nvSpPr>
          <p:spPr bwMode="auto">
            <a:xfrm>
              <a:off x="4695" y="262"/>
              <a:ext cx="114" cy="150"/>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1"/>
            <p:cNvSpPr>
              <a:spLocks/>
            </p:cNvSpPr>
            <p:nvPr userDrawn="1"/>
          </p:nvSpPr>
          <p:spPr bwMode="auto">
            <a:xfrm>
              <a:off x="4711" y="294"/>
              <a:ext cx="82" cy="9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12"/>
            <p:cNvSpPr>
              <a:spLocks noEditPoints="1"/>
            </p:cNvSpPr>
            <p:nvPr userDrawn="1"/>
          </p:nvSpPr>
          <p:spPr bwMode="auto">
            <a:xfrm>
              <a:off x="4661" y="504"/>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13"/>
            <p:cNvSpPr>
              <a:spLocks/>
            </p:cNvSpPr>
            <p:nvPr userDrawn="1"/>
          </p:nvSpPr>
          <p:spPr bwMode="auto">
            <a:xfrm>
              <a:off x="4697" y="504"/>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14"/>
            <p:cNvSpPr>
              <a:spLocks/>
            </p:cNvSpPr>
            <p:nvPr userDrawn="1"/>
          </p:nvSpPr>
          <p:spPr bwMode="auto">
            <a:xfrm>
              <a:off x="4731" y="502"/>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15"/>
            <p:cNvSpPr>
              <a:spLocks/>
            </p:cNvSpPr>
            <p:nvPr userDrawn="1"/>
          </p:nvSpPr>
          <p:spPr bwMode="auto">
            <a:xfrm>
              <a:off x="4761" y="504"/>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16"/>
            <p:cNvSpPr>
              <a:spLocks noEditPoints="1"/>
            </p:cNvSpPr>
            <p:nvPr userDrawn="1"/>
          </p:nvSpPr>
          <p:spPr bwMode="auto">
            <a:xfrm>
              <a:off x="4793"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17"/>
            <p:cNvSpPr>
              <a:spLocks noEditPoints="1"/>
            </p:cNvSpPr>
            <p:nvPr userDrawn="1"/>
          </p:nvSpPr>
          <p:spPr bwMode="auto">
            <a:xfrm>
              <a:off x="4823" y="504"/>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18"/>
            <p:cNvSpPr>
              <a:spLocks/>
            </p:cNvSpPr>
            <p:nvPr userDrawn="1"/>
          </p:nvSpPr>
          <p:spPr bwMode="auto">
            <a:xfrm>
              <a:off x="4861"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19"/>
            <p:cNvSpPr>
              <a:spLocks/>
            </p:cNvSpPr>
            <p:nvPr userDrawn="1"/>
          </p:nvSpPr>
          <p:spPr bwMode="auto">
            <a:xfrm>
              <a:off x="4889"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0"/>
            <p:cNvSpPr>
              <a:spLocks noEditPoints="1"/>
            </p:cNvSpPr>
            <p:nvPr userDrawn="1"/>
          </p:nvSpPr>
          <p:spPr bwMode="auto">
            <a:xfrm>
              <a:off x="4899"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1"/>
            <p:cNvSpPr>
              <a:spLocks/>
            </p:cNvSpPr>
            <p:nvPr userDrawn="1"/>
          </p:nvSpPr>
          <p:spPr bwMode="auto">
            <a:xfrm>
              <a:off x="4939" y="504"/>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22"/>
            <p:cNvSpPr>
              <a:spLocks/>
            </p:cNvSpPr>
            <p:nvPr userDrawn="1"/>
          </p:nvSpPr>
          <p:spPr bwMode="auto">
            <a:xfrm>
              <a:off x="4989"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23"/>
            <p:cNvSpPr>
              <a:spLocks noEditPoints="1"/>
            </p:cNvSpPr>
            <p:nvPr userDrawn="1"/>
          </p:nvSpPr>
          <p:spPr bwMode="auto">
            <a:xfrm>
              <a:off x="5021"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24"/>
            <p:cNvSpPr>
              <a:spLocks/>
            </p:cNvSpPr>
            <p:nvPr userDrawn="1"/>
          </p:nvSpPr>
          <p:spPr bwMode="auto">
            <a:xfrm>
              <a:off x="5053" y="504"/>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25"/>
            <p:cNvSpPr>
              <a:spLocks/>
            </p:cNvSpPr>
            <p:nvPr userDrawn="1"/>
          </p:nvSpPr>
          <p:spPr bwMode="auto">
            <a:xfrm>
              <a:off x="5085" y="504"/>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26"/>
            <p:cNvSpPr>
              <a:spLocks noEditPoints="1"/>
            </p:cNvSpPr>
            <p:nvPr userDrawn="1"/>
          </p:nvSpPr>
          <p:spPr bwMode="auto">
            <a:xfrm>
              <a:off x="5119" y="502"/>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27"/>
            <p:cNvSpPr>
              <a:spLocks/>
            </p:cNvSpPr>
            <p:nvPr userDrawn="1"/>
          </p:nvSpPr>
          <p:spPr bwMode="auto">
            <a:xfrm>
              <a:off x="5157"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28"/>
            <p:cNvSpPr>
              <a:spLocks/>
            </p:cNvSpPr>
            <p:nvPr userDrawn="1"/>
          </p:nvSpPr>
          <p:spPr bwMode="auto">
            <a:xfrm>
              <a:off x="5185"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29"/>
            <p:cNvSpPr>
              <a:spLocks/>
            </p:cNvSpPr>
            <p:nvPr userDrawn="1"/>
          </p:nvSpPr>
          <p:spPr bwMode="auto">
            <a:xfrm>
              <a:off x="5195"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0"/>
            <p:cNvSpPr>
              <a:spLocks/>
            </p:cNvSpPr>
            <p:nvPr userDrawn="1"/>
          </p:nvSpPr>
          <p:spPr bwMode="auto">
            <a:xfrm>
              <a:off x="5247" y="504"/>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1"/>
            <p:cNvSpPr>
              <a:spLocks/>
            </p:cNvSpPr>
            <p:nvPr userDrawn="1"/>
          </p:nvSpPr>
          <p:spPr bwMode="auto">
            <a:xfrm>
              <a:off x="5283" y="504"/>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6" name="Freeform 32"/>
            <p:cNvSpPr>
              <a:spLocks/>
            </p:cNvSpPr>
            <p:nvPr userDrawn="1"/>
          </p:nvSpPr>
          <p:spPr bwMode="auto">
            <a:xfrm>
              <a:off x="5317"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33"/>
            <p:cNvSpPr>
              <a:spLocks/>
            </p:cNvSpPr>
            <p:nvPr userDrawn="1"/>
          </p:nvSpPr>
          <p:spPr bwMode="auto">
            <a:xfrm>
              <a:off x="5329" y="504"/>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8" name="Freeform 34"/>
            <p:cNvSpPr>
              <a:spLocks/>
            </p:cNvSpPr>
            <p:nvPr userDrawn="1"/>
          </p:nvSpPr>
          <p:spPr bwMode="auto">
            <a:xfrm>
              <a:off x="5365" y="504"/>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9" name="Freeform 35"/>
            <p:cNvSpPr>
              <a:spLocks noEditPoints="1"/>
            </p:cNvSpPr>
            <p:nvPr userDrawn="1"/>
          </p:nvSpPr>
          <p:spPr bwMode="auto">
            <a:xfrm>
              <a:off x="5397"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0" name="Freeform 36"/>
            <p:cNvSpPr>
              <a:spLocks/>
            </p:cNvSpPr>
            <p:nvPr userDrawn="1"/>
          </p:nvSpPr>
          <p:spPr bwMode="auto">
            <a:xfrm>
              <a:off x="5427" y="502"/>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1" name="Freeform 37"/>
            <p:cNvSpPr>
              <a:spLocks/>
            </p:cNvSpPr>
            <p:nvPr userDrawn="1"/>
          </p:nvSpPr>
          <p:spPr bwMode="auto">
            <a:xfrm>
              <a:off x="5461"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2" name="Freeform 38"/>
            <p:cNvSpPr>
              <a:spLocks/>
            </p:cNvSpPr>
            <p:nvPr userDrawn="1"/>
          </p:nvSpPr>
          <p:spPr bwMode="auto">
            <a:xfrm>
              <a:off x="5473" y="504"/>
              <a:ext cx="54" cy="32"/>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3" name="Freeform 39"/>
            <p:cNvSpPr>
              <a:spLocks/>
            </p:cNvSpPr>
            <p:nvPr userDrawn="1"/>
          </p:nvSpPr>
          <p:spPr bwMode="auto">
            <a:xfrm>
              <a:off x="5343" y="234"/>
              <a:ext cx="184" cy="230"/>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4" name="Freeform 40"/>
            <p:cNvSpPr>
              <a:spLocks/>
            </p:cNvSpPr>
            <p:nvPr userDrawn="1"/>
          </p:nvSpPr>
          <p:spPr bwMode="auto">
            <a:xfrm>
              <a:off x="5099" y="230"/>
              <a:ext cx="212" cy="234"/>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5" name="Freeform 41"/>
            <p:cNvSpPr>
              <a:spLocks noEditPoints="1"/>
            </p:cNvSpPr>
            <p:nvPr userDrawn="1"/>
          </p:nvSpPr>
          <p:spPr bwMode="auto">
            <a:xfrm>
              <a:off x="4887" y="234"/>
              <a:ext cx="208" cy="226"/>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980067865"/>
      </p:ext>
    </p:extLst>
  </p:cSld>
  <p:clrMap bg1="lt1" tx1="dk1" bg2="lt2" tx2="dk2" accent1="accent1" accent2="accent2" accent3="accent3" accent4="accent4" accent5="accent5" accent6="accent6" hlink="hlink" folHlink="folHlink"/>
  <p:sldLayoutIdLst>
    <p:sldLayoutId id="2147483661" r:id="rId1"/>
    <p:sldLayoutId id="2147483691" r:id="rId2"/>
    <p:sldLayoutId id="2147483663" r:id="rId3"/>
    <p:sldLayoutId id="2147483664" r:id="rId4"/>
    <p:sldLayoutId id="2147483665" r:id="rId5"/>
    <p:sldLayoutId id="2147483682" r:id="rId6"/>
    <p:sldLayoutId id="2147483679" r:id="rId7"/>
    <p:sldLayoutId id="2147483686" r:id="rId8"/>
    <p:sldLayoutId id="2147483689" r:id="rId9"/>
    <p:sldLayoutId id="2147483692" r:id="rId10"/>
    <p:sldLayoutId id="2147483693" r:id="rId11"/>
    <p:sldLayoutId id="2147483695" r:id="rId12"/>
    <p:sldLayoutId id="2147483696" r:id="rId13"/>
    <p:sldLayoutId id="2147483697" r:id="rId14"/>
    <p:sldLayoutId id="2147483698" r:id="rId15"/>
    <p:sldLayoutId id="2147483699" r:id="rId16"/>
    <p:sldLayoutId id="2147483700" r:id="rId17"/>
    <p:sldLayoutId id="2147483701" r:id="rId18"/>
    <p:sldLayoutId id="2147483702" r:id="rId19"/>
    <p:sldLayoutId id="2147483703" r:id="rId20"/>
    <p:sldLayoutId id="2147483704" r:id="rId21"/>
    <p:sldLayoutId id="2147483705" r:id="rId22"/>
    <p:sldLayoutId id="2147483706" r:id="rId23"/>
    <p:sldLayoutId id="2147483707" r:id="rId24"/>
    <p:sldLayoutId id="2147483708" r:id="rId25"/>
    <p:sldLayoutId id="2147483709" r:id="rId26"/>
    <p:sldLayoutId id="2147483710" r:id="rId27"/>
    <p:sldLayoutId id="2147483711" r:id="rId28"/>
    <p:sldLayoutId id="2147483712" r:id="rId29"/>
    <p:sldLayoutId id="2147483713" r:id="rId30"/>
    <p:sldLayoutId id="2147483714" r:id="rId31"/>
    <p:sldLayoutId id="2147483715" r:id="rId32"/>
    <p:sldLayoutId id="2147483716" r:id="rId33"/>
    <p:sldLayoutId id="2147483717" r:id="rId34"/>
    <p:sldLayoutId id="2147483718" r:id="rId35"/>
    <p:sldLayoutId id="2147483719" r:id="rId36"/>
    <p:sldLayoutId id="2147483720" r:id="rId37"/>
    <p:sldLayoutId id="2147483721" r:id="rId38"/>
    <p:sldLayoutId id="2147483722" r:id="rId39"/>
    <p:sldLayoutId id="2147483723" r:id="rId40"/>
    <p:sldLayoutId id="2147483724" r:id="rId41"/>
    <p:sldLayoutId id="2147483726" r:id="rId42"/>
    <p:sldLayoutId id="2147483727" r:id="rId43"/>
    <p:sldLayoutId id="2147483728" r:id="rId44"/>
    <p:sldLayoutId id="2147483729" r:id="rId45"/>
    <p:sldLayoutId id="2147483730" r:id="rId46"/>
    <p:sldLayoutId id="2147483731" r:id="rId47"/>
    <p:sldLayoutId id="2147483732" r:id="rId48"/>
    <p:sldLayoutId id="2147483733" r:id="rId49"/>
    <p:sldLayoutId id="2147483734" r:id="rId50"/>
    <p:sldLayoutId id="2147483735" r:id="rId51"/>
    <p:sldLayoutId id="2147483736" r:id="rId52"/>
    <p:sldLayoutId id="2147483737" r:id="rId53"/>
    <p:sldLayoutId id="2147483738" r:id="rId54"/>
    <p:sldLayoutId id="2147483739" r:id="rId55"/>
    <p:sldLayoutId id="2147483740" r:id="rId56"/>
    <p:sldLayoutId id="2147483741" r:id="rId57"/>
    <p:sldLayoutId id="2147483742" r:id="rId58"/>
    <p:sldLayoutId id="2147483743" r:id="rId59"/>
    <p:sldLayoutId id="2147483744" r:id="rId60"/>
    <p:sldLayoutId id="2147483745" r:id="rId61"/>
    <p:sldLayoutId id="2147483746" r:id="rId62"/>
    <p:sldLayoutId id="2147483747" r:id="rId63"/>
    <p:sldLayoutId id="2147483748" r:id="rId64"/>
    <p:sldLayoutId id="2147483749" r:id="rId65"/>
    <p:sldLayoutId id="2147483750" r:id="rId66"/>
    <p:sldLayoutId id="2147483751" r:id="rId67"/>
    <p:sldLayoutId id="2147483752" r:id="rId68"/>
    <p:sldLayoutId id="2147483753" r:id="rId69"/>
    <p:sldLayoutId id="2147483754" r:id="rId70"/>
    <p:sldLayoutId id="2147483755" r:id="rId71"/>
    <p:sldLayoutId id="2147483756" r:id="rId72"/>
    <p:sldLayoutId id="2147483757" r:id="rId73"/>
    <p:sldLayoutId id="2147483758" r:id="rId74"/>
    <p:sldLayoutId id="2147483759" r:id="rId75"/>
    <p:sldLayoutId id="2147483760" r:id="rId76"/>
    <p:sldLayoutId id="2147483761" r:id="rId77"/>
    <p:sldLayoutId id="2147483762" r:id="rId78"/>
    <p:sldLayoutId id="2147483763" r:id="rId79"/>
    <p:sldLayoutId id="2147483764" r:id="rId80"/>
    <p:sldLayoutId id="2147483766" r:id="rId81"/>
    <p:sldLayoutId id="2147483767" r:id="rId82"/>
    <p:sldLayoutId id="2147483768" r:id="rId83"/>
  </p:sldLayoutIdLst>
  <p:hf hdr="0" dt="0"/>
  <p:txStyles>
    <p:titleStyle>
      <a:lvl1pPr algn="l" defTabSz="914400" rtl="0" eaLnBrk="1" latinLnBrk="0" hangingPunct="1">
        <a:lnSpc>
          <a:spcPct val="100000"/>
        </a:lnSpc>
        <a:spcBef>
          <a:spcPct val="0"/>
        </a:spcBef>
        <a:buNone/>
        <a:defRPr sz="3866" b="1" kern="1200">
          <a:solidFill>
            <a:srgbClr val="3D393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rgbClr val="F2120C"/>
        </a:buClr>
        <a:buFont typeface="Arial" panose="020B0604020202020204" pitchFamily="34" charset="0"/>
        <a:buChar char="•"/>
        <a:defRPr sz="2533"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588" y="0"/>
            <a:ext cx="5027930" cy="454025"/>
          </a:xfrm>
          <a:custGeom>
            <a:avLst/>
            <a:gdLst/>
            <a:ahLst/>
            <a:cxnLst/>
            <a:rect l="l" t="t" r="r" b="b"/>
            <a:pathLst>
              <a:path w="5027930" h="454025">
                <a:moveTo>
                  <a:pt x="5027591" y="0"/>
                </a:moveTo>
                <a:lnTo>
                  <a:pt x="0" y="0"/>
                </a:lnTo>
                <a:lnTo>
                  <a:pt x="0" y="454025"/>
                </a:lnTo>
                <a:lnTo>
                  <a:pt x="4570413" y="454025"/>
                </a:lnTo>
                <a:lnTo>
                  <a:pt x="5027591" y="0"/>
                </a:lnTo>
                <a:close/>
              </a:path>
            </a:pathLst>
          </a:custGeom>
          <a:solidFill>
            <a:srgbClr val="E8E3DB"/>
          </a:solidFill>
        </p:spPr>
        <p:txBody>
          <a:bodyPr wrap="square" lIns="0" tIns="0" rIns="0" bIns="0" rtlCol="0"/>
          <a:lstStyle/>
          <a:p>
            <a:endParaRPr sz="1350"/>
          </a:p>
        </p:txBody>
      </p:sp>
      <p:sp>
        <p:nvSpPr>
          <p:cNvPr id="17" name="bg object 17"/>
          <p:cNvSpPr/>
          <p:nvPr/>
        </p:nvSpPr>
        <p:spPr>
          <a:xfrm>
            <a:off x="4572001" y="6397624"/>
            <a:ext cx="4570730" cy="457200"/>
          </a:xfrm>
          <a:custGeom>
            <a:avLst/>
            <a:gdLst/>
            <a:ahLst/>
            <a:cxnLst/>
            <a:rect l="l" t="t" r="r" b="b"/>
            <a:pathLst>
              <a:path w="4570730" h="457200">
                <a:moveTo>
                  <a:pt x="4570412" y="0"/>
                </a:moveTo>
                <a:lnTo>
                  <a:pt x="460375" y="0"/>
                </a:lnTo>
                <a:lnTo>
                  <a:pt x="0" y="457199"/>
                </a:lnTo>
                <a:lnTo>
                  <a:pt x="4570412" y="457199"/>
                </a:lnTo>
                <a:lnTo>
                  <a:pt x="4570412" y="0"/>
                </a:lnTo>
                <a:close/>
              </a:path>
            </a:pathLst>
          </a:custGeom>
          <a:solidFill>
            <a:srgbClr val="E8E3DB"/>
          </a:solidFill>
        </p:spPr>
        <p:txBody>
          <a:bodyPr wrap="square" lIns="0" tIns="0" rIns="0" bIns="0" rtlCol="0"/>
          <a:lstStyle/>
          <a:p>
            <a:endParaRPr sz="1350"/>
          </a:p>
        </p:txBody>
      </p:sp>
      <p:pic>
        <p:nvPicPr>
          <p:cNvPr id="18" name="bg object 18"/>
          <p:cNvPicPr/>
          <p:nvPr/>
        </p:nvPicPr>
        <p:blipFill>
          <a:blip r:embed="rId7" cstate="print"/>
          <a:stretch>
            <a:fillRect/>
          </a:stretch>
        </p:blipFill>
        <p:spPr>
          <a:xfrm>
            <a:off x="7399338" y="365127"/>
            <a:ext cx="1374775" cy="485775"/>
          </a:xfrm>
          <a:prstGeom prst="rect">
            <a:avLst/>
          </a:prstGeom>
        </p:spPr>
      </p:pic>
      <p:sp>
        <p:nvSpPr>
          <p:cNvPr id="2" name="Holder 2"/>
          <p:cNvSpPr>
            <a:spLocks noGrp="1"/>
          </p:cNvSpPr>
          <p:nvPr>
            <p:ph type="title"/>
          </p:nvPr>
        </p:nvSpPr>
        <p:spPr>
          <a:xfrm>
            <a:off x="519610" y="713233"/>
            <a:ext cx="6553200" cy="446276"/>
          </a:xfrm>
          <a:prstGeom prst="rect">
            <a:avLst/>
          </a:prstGeom>
        </p:spPr>
        <p:txBody>
          <a:bodyPr wrap="square" lIns="0" tIns="0" rIns="0" bIns="0">
            <a:spAutoFit/>
          </a:bodyPr>
          <a:lstStyle>
            <a:lvl1pPr>
              <a:defRPr sz="2900"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92388"/>
          </a:xfrm>
          <a:prstGeom prst="rect">
            <a:avLst/>
          </a:prstGeom>
        </p:spPr>
        <p:txBody>
          <a:bodyPr wrap="square" lIns="0" tIns="0" rIns="0" bIns="0">
            <a:spAutoFit/>
          </a:bodyPr>
          <a:lstStyle>
            <a:lvl1pPr>
              <a:defRPr sz="1900" b="1" i="0">
                <a:solidFill>
                  <a:srgbClr val="0D0D0D"/>
                </a:solidFill>
                <a:latin typeface="Arial"/>
                <a:cs typeface="Arial"/>
              </a:defRPr>
            </a:lvl1pPr>
          </a:lstStyle>
          <a:p>
            <a:endParaRPr/>
          </a:p>
        </p:txBody>
      </p:sp>
      <p:sp>
        <p:nvSpPr>
          <p:cNvPr id="4" name="Holder 4"/>
          <p:cNvSpPr>
            <a:spLocks noGrp="1"/>
          </p:cNvSpPr>
          <p:nvPr>
            <p:ph type="ftr" sz="quarter" idx="5"/>
          </p:nvPr>
        </p:nvSpPr>
        <p:spPr>
          <a:xfrm>
            <a:off x="3108960" y="6377941"/>
            <a:ext cx="292608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1"/>
            <a:ext cx="210312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9/7/2025</a:t>
            </a:fld>
            <a:endParaRPr lang="en-US"/>
          </a:p>
        </p:txBody>
      </p:sp>
      <p:sp>
        <p:nvSpPr>
          <p:cNvPr id="6" name="Holder 6"/>
          <p:cNvSpPr>
            <a:spLocks noGrp="1"/>
          </p:cNvSpPr>
          <p:nvPr>
            <p:ph type="sldNum" sz="quarter" idx="7"/>
          </p:nvPr>
        </p:nvSpPr>
        <p:spPr>
          <a:xfrm>
            <a:off x="552269" y="6556594"/>
            <a:ext cx="3729354" cy="115416"/>
          </a:xfrm>
          <a:prstGeom prst="rect">
            <a:avLst/>
          </a:prstGeom>
        </p:spPr>
        <p:txBody>
          <a:bodyPr wrap="square" lIns="0" tIns="0" rIns="0" bIns="0">
            <a:spAutoFit/>
          </a:bodyPr>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2542608995"/>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Lst>
  <p:txStyles>
    <p:titleStyle>
      <a:lvl1pPr>
        <a:defRPr>
          <a:latin typeface="+mj-lt"/>
          <a:ea typeface="+mj-ea"/>
          <a:cs typeface="+mj-cs"/>
        </a:defRPr>
      </a:lvl1pPr>
    </p:titleStyle>
    <p:body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bodyStyle>
    <p:other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1.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1.png"/><Relationship Id="rId4"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1.png"/><Relationship Id="rId4"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1.png"/><Relationship Id="rId4"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2.xml"/><Relationship Id="rId1" Type="http://schemas.openxmlformats.org/officeDocument/2006/relationships/slideLayout" Target="../slideLayouts/slideLayout5.xml"/><Relationship Id="rId4" Type="http://schemas.openxmlformats.org/officeDocument/2006/relationships/image" Target="../media/image51.png"/></Relationships>
</file>

<file path=ppt/slides/_rels/slide5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5.xml"/><Relationship Id="rId4" Type="http://schemas.openxmlformats.org/officeDocument/2006/relationships/image" Target="../media/image53.png"/></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CF62-ED9D-4C0F-A976-E9C35DDB35EB}"/>
              </a:ext>
            </a:extLst>
          </p:cNvPr>
          <p:cNvSpPr>
            <a:spLocks noGrp="1"/>
          </p:cNvSpPr>
          <p:nvPr>
            <p:ph type="title"/>
          </p:nvPr>
        </p:nvSpPr>
        <p:spPr>
          <a:xfrm>
            <a:off x="198630" y="336331"/>
            <a:ext cx="4373370" cy="2734885"/>
          </a:xfrm>
        </p:spPr>
        <p:txBody>
          <a:bodyPr/>
          <a:lstStyle/>
          <a:p>
            <a:r>
              <a:rPr lang="en-US" sz="3400" dirty="0"/>
              <a:t>Small-scale database implementation – Query By Example (QBE)</a:t>
            </a:r>
            <a:endParaRPr lang="en-AU" sz="3400" dirty="0"/>
          </a:p>
        </p:txBody>
      </p:sp>
      <p:sp>
        <p:nvSpPr>
          <p:cNvPr id="3" name="Subtitle 2">
            <a:extLst>
              <a:ext uri="{FF2B5EF4-FFF2-40B4-BE49-F238E27FC236}">
                <a16:creationId xmlns:a16="http://schemas.microsoft.com/office/drawing/2014/main" id="{23EEDDFE-62E7-4B7A-B286-FF3EA6C173A5}"/>
              </a:ext>
            </a:extLst>
          </p:cNvPr>
          <p:cNvSpPr>
            <a:spLocks noGrp="1"/>
          </p:cNvSpPr>
          <p:nvPr>
            <p:ph type="subTitle" idx="1"/>
          </p:nvPr>
        </p:nvSpPr>
        <p:spPr>
          <a:xfrm>
            <a:off x="776288" y="3893642"/>
            <a:ext cx="3867150" cy="447675"/>
          </a:xfrm>
        </p:spPr>
        <p:txBody>
          <a:bodyPr/>
          <a:lstStyle/>
          <a:p>
            <a:r>
              <a:rPr lang="en-AU" sz="2000" b="1" dirty="0"/>
              <a:t>Week 6</a:t>
            </a:r>
          </a:p>
        </p:txBody>
      </p:sp>
      <p:sp>
        <p:nvSpPr>
          <p:cNvPr id="4" name="Text Placeholder 3">
            <a:extLst>
              <a:ext uri="{FF2B5EF4-FFF2-40B4-BE49-F238E27FC236}">
                <a16:creationId xmlns:a16="http://schemas.microsoft.com/office/drawing/2014/main" id="{08DAEE5F-D393-479E-8BB0-2D5C0579454F}"/>
              </a:ext>
            </a:extLst>
          </p:cNvPr>
          <p:cNvSpPr>
            <a:spLocks noGrp="1"/>
          </p:cNvSpPr>
          <p:nvPr>
            <p:ph type="body" sz="quarter" idx="10"/>
          </p:nvPr>
        </p:nvSpPr>
        <p:spPr/>
        <p:txBody>
          <a:bodyPr>
            <a:normAutofit fontScale="92500" lnSpcReduction="20000"/>
          </a:bodyPr>
          <a:lstStyle/>
          <a:p>
            <a:r>
              <a:rPr lang="en-AU" dirty="0"/>
              <a:t>Dr. Farshid Keivanian</a:t>
            </a:r>
          </a:p>
        </p:txBody>
      </p:sp>
    </p:spTree>
    <p:extLst>
      <p:ext uri="{BB962C8B-B14F-4D97-AF65-F5344CB8AC3E}">
        <p14:creationId xmlns:p14="http://schemas.microsoft.com/office/powerpoint/2010/main" val="5816889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3" name="Footer Placeholder 2">
            <a:extLst>
              <a:ext uri="{FF2B5EF4-FFF2-40B4-BE49-F238E27FC236}">
                <a16:creationId xmlns:a16="http://schemas.microsoft.com/office/drawing/2014/main" id="{F5646AD0-6036-4879-B5D7-F60847E33291}"/>
              </a:ext>
            </a:extLst>
          </p:cNvPr>
          <p:cNvSpPr>
            <a:spLocks noGrp="1"/>
          </p:cNvSpPr>
          <p:nvPr>
            <p:ph type="ftr" sz="quarter" idx="3"/>
          </p:nvPr>
        </p:nvSpPr>
        <p:spPr/>
        <p:txBody>
          <a:bodyPr/>
          <a:lstStyle/>
          <a:p>
            <a:r>
              <a:rPr lang="en-US" dirty="0"/>
              <a:t>Faculty of Business and Law | Peter Faber Business School</a:t>
            </a:r>
          </a:p>
        </p:txBody>
      </p:sp>
      <p:sp>
        <p:nvSpPr>
          <p:cNvPr id="4" name="Slide Number Placeholder 3">
            <a:extLst>
              <a:ext uri="{FF2B5EF4-FFF2-40B4-BE49-F238E27FC236}">
                <a16:creationId xmlns:a16="http://schemas.microsoft.com/office/drawing/2014/main" id="{95D78C77-E952-41E0-8B40-BAC1771F8431}"/>
              </a:ext>
            </a:extLst>
          </p:cNvPr>
          <p:cNvSpPr>
            <a:spLocks noGrp="1"/>
          </p:cNvSpPr>
          <p:nvPr>
            <p:ph type="sldNum" sz="quarter" idx="4"/>
          </p:nvPr>
        </p:nvSpPr>
        <p:spPr/>
        <p:txBody>
          <a:bodyPr/>
          <a:lstStyle/>
          <a:p>
            <a:fld id="{16A89BA3-132D-40E1-AAB4-CDCD0A14C216}" type="slidenum">
              <a:rPr lang="en-AU" smtClean="0"/>
              <a:pPr/>
              <a:t>2</a:t>
            </a:fld>
            <a:r>
              <a:rPr lang="en-AU"/>
              <a:t>  |</a:t>
            </a:r>
            <a:endParaRPr lang="en-AU" dirty="0"/>
          </a:p>
        </p:txBody>
      </p:sp>
      <p:sp>
        <p:nvSpPr>
          <p:cNvPr id="9" name="Text Placeholder 3">
            <a:extLst>
              <a:ext uri="{FF2B5EF4-FFF2-40B4-BE49-F238E27FC236}">
                <a16:creationId xmlns:a16="http://schemas.microsoft.com/office/drawing/2014/main" id="{414796BC-CEFD-189B-E9D1-5A9CBE8BAF76}"/>
              </a:ext>
            </a:extLst>
          </p:cNvPr>
          <p:cNvSpPr>
            <a:spLocks noGrp="1"/>
          </p:cNvSpPr>
          <p:nvPr>
            <p:ph type="body" sz="quarter" idx="16"/>
          </p:nvPr>
        </p:nvSpPr>
        <p:spPr>
          <a:xfrm>
            <a:off x="0" y="-1"/>
            <a:ext cx="7849590" cy="536029"/>
          </a:xfrm>
        </p:spPr>
        <p:txBody>
          <a:bodyPr>
            <a:noAutofit/>
          </a:bodyPr>
          <a:lstStyle/>
          <a:p>
            <a:r>
              <a:rPr lang="en-US" sz="3200" dirty="0"/>
              <a:t>Week 6 Outline</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21EE6214-3988-BA86-3529-05DB78221CDF}"/>
              </a:ext>
            </a:extLst>
          </p:cNvPr>
          <p:cNvSpPr txBox="1"/>
          <p:nvPr/>
        </p:nvSpPr>
        <p:spPr>
          <a:xfrm>
            <a:off x="11875" y="528318"/>
            <a:ext cx="9120249" cy="6129050"/>
          </a:xfrm>
          <a:prstGeom prst="rect">
            <a:avLst/>
          </a:prstGeom>
          <a:noFill/>
        </p:spPr>
        <p:txBody>
          <a:bodyPr wrap="square">
            <a:spAutoFit/>
          </a:bodyPr>
          <a:lstStyle/>
          <a:p>
            <a:pPr marL="457200" lvl="0" indent="-457200">
              <a:lnSpc>
                <a:spcPct val="150000"/>
              </a:lnSpc>
              <a:buFont typeface="+mj-lt"/>
              <a:buAutoNum type="arabicPeriod"/>
            </a:pPr>
            <a:r>
              <a:rPr lang="en-US" sz="2400" dirty="0">
                <a:latin typeface="Calibir"/>
              </a:rPr>
              <a:t>Query by Example (QBE) in Access</a:t>
            </a:r>
          </a:p>
          <a:p>
            <a:pPr marL="457200" lvl="0" indent="-457200">
              <a:lnSpc>
                <a:spcPct val="150000"/>
              </a:lnSpc>
              <a:buFont typeface="+mj-lt"/>
              <a:buAutoNum type="arabicPeriod"/>
            </a:pPr>
            <a:r>
              <a:rPr lang="en-US" sz="2400" dirty="0">
                <a:latin typeface="Calibir"/>
              </a:rPr>
              <a:t>Hands-on Activity 1: Create </a:t>
            </a:r>
            <a:r>
              <a:rPr lang="en-US" sz="2400" dirty="0" err="1">
                <a:latin typeface="Calibir"/>
              </a:rPr>
              <a:t>QRY_CustomerCity</a:t>
            </a:r>
            <a:endParaRPr lang="en-US" sz="2400" dirty="0">
              <a:latin typeface="Calibir"/>
            </a:endParaRPr>
          </a:p>
          <a:p>
            <a:pPr marL="457200" lvl="0" indent="-457200">
              <a:lnSpc>
                <a:spcPct val="150000"/>
              </a:lnSpc>
              <a:buFont typeface="+mj-lt"/>
              <a:buAutoNum type="arabicPeriod"/>
            </a:pPr>
            <a:r>
              <a:rPr lang="en-US" sz="2400" dirty="0">
                <a:latin typeface="Calibir"/>
              </a:rPr>
              <a:t>Adding Criteria to Queries</a:t>
            </a:r>
          </a:p>
          <a:p>
            <a:pPr marL="457200" lvl="0" indent="-457200">
              <a:lnSpc>
                <a:spcPct val="150000"/>
              </a:lnSpc>
              <a:buFont typeface="+mj-lt"/>
              <a:buAutoNum type="arabicPeriod"/>
            </a:pPr>
            <a:r>
              <a:rPr lang="en-US" sz="2400" dirty="0">
                <a:latin typeface="Calibir"/>
              </a:rPr>
              <a:t>Hands-on Activity 2: Filter Reservations by Date &amp; Day (OR)</a:t>
            </a:r>
          </a:p>
          <a:p>
            <a:pPr marL="457200" lvl="0" indent="-457200">
              <a:lnSpc>
                <a:spcPct val="150000"/>
              </a:lnSpc>
              <a:buFont typeface="+mj-lt"/>
              <a:buAutoNum type="arabicPeriod"/>
            </a:pPr>
            <a:r>
              <a:rPr lang="en-US" sz="2400" dirty="0">
                <a:latin typeface="Calibir"/>
              </a:rPr>
              <a:t>Building Flexible Queries</a:t>
            </a:r>
          </a:p>
          <a:p>
            <a:pPr marL="457200" lvl="0" indent="-457200">
              <a:lnSpc>
                <a:spcPct val="150000"/>
              </a:lnSpc>
              <a:buFont typeface="+mj-lt"/>
              <a:buAutoNum type="arabicPeriod"/>
            </a:pPr>
            <a:r>
              <a:rPr lang="en-US" sz="2400" dirty="0">
                <a:latin typeface="Calibir"/>
              </a:rPr>
              <a:t>Hands-On Activity 3: Count Customers per </a:t>
            </a:r>
            <a:r>
              <a:rPr lang="en-US" sz="2400" dirty="0" err="1">
                <a:latin typeface="Calibir"/>
              </a:rPr>
              <a:t>ClassType</a:t>
            </a:r>
            <a:r>
              <a:rPr lang="en-US" sz="2400" dirty="0">
                <a:latin typeface="Calibir"/>
              </a:rPr>
              <a:t> </a:t>
            </a:r>
          </a:p>
          <a:p>
            <a:pPr marL="457200" lvl="0" indent="-457200">
              <a:lnSpc>
                <a:spcPct val="150000"/>
              </a:lnSpc>
              <a:buFont typeface="+mj-lt"/>
              <a:buAutoNum type="arabicPeriod"/>
            </a:pPr>
            <a:r>
              <a:rPr lang="en-US" sz="2400" dirty="0">
                <a:latin typeface="Calibir"/>
              </a:rPr>
              <a:t>Action Queries</a:t>
            </a:r>
          </a:p>
          <a:p>
            <a:pPr marL="457200" lvl="0" indent="-457200">
              <a:lnSpc>
                <a:spcPct val="150000"/>
              </a:lnSpc>
              <a:buFont typeface="+mj-lt"/>
              <a:buAutoNum type="arabicPeriod"/>
            </a:pPr>
            <a:r>
              <a:rPr lang="en-US" sz="2400" dirty="0">
                <a:latin typeface="Calibir"/>
              </a:rPr>
              <a:t>Hands-On Activity 4: Update “Cardio” Prices (+10%)</a:t>
            </a:r>
          </a:p>
          <a:p>
            <a:pPr marL="457200" lvl="0" indent="-457200">
              <a:lnSpc>
                <a:spcPct val="150000"/>
              </a:lnSpc>
              <a:buFont typeface="+mj-lt"/>
              <a:buAutoNum type="arabicPeriod"/>
            </a:pPr>
            <a:r>
              <a:rPr lang="en-US" sz="2400" dirty="0">
                <a:latin typeface="Calibir"/>
              </a:rPr>
              <a:t>Research / Debate Questions</a:t>
            </a:r>
          </a:p>
          <a:p>
            <a:pPr marL="457200" lvl="0" indent="-457200">
              <a:lnSpc>
                <a:spcPct val="150000"/>
              </a:lnSpc>
              <a:buFont typeface="+mj-lt"/>
              <a:buAutoNum type="arabicPeriod"/>
            </a:pPr>
            <a:r>
              <a:rPr lang="en-US" sz="2400" dirty="0">
                <a:latin typeface="Calibir"/>
              </a:rPr>
              <a:t>Preparation for Tutorial Week 6</a:t>
            </a:r>
          </a:p>
          <a:p>
            <a:pPr marL="457200" lvl="0" indent="-457200">
              <a:lnSpc>
                <a:spcPct val="150000"/>
              </a:lnSpc>
              <a:buFont typeface="+mj-lt"/>
              <a:buAutoNum type="arabicPeriod"/>
            </a:pPr>
            <a:r>
              <a:rPr lang="en-US" sz="2400" dirty="0">
                <a:latin typeface="Calibir"/>
              </a:rPr>
              <a:t>Review and Feedback on Tutorial Week 4 and 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BC55C3C-1C70-4B05-DCEF-7BC51078112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E59A7F4-72EE-787C-9315-6B43A6FF78F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587ED2A-D90D-9FF9-7659-CD0E5643E039}"/>
              </a:ext>
            </a:extLst>
          </p:cNvPr>
          <p:cNvSpPr>
            <a:spLocks noGrp="1"/>
          </p:cNvSpPr>
          <p:nvPr>
            <p:ph type="sldNum" sz="quarter" idx="4"/>
          </p:nvPr>
        </p:nvSpPr>
        <p:spPr/>
        <p:txBody>
          <a:bodyPr/>
          <a:lstStyle/>
          <a:p>
            <a:fld id="{16A89BA3-132D-40E1-AAB4-CDCD0A14C216}" type="slidenum">
              <a:rPr lang="en-AU" smtClean="0"/>
              <a:pPr/>
              <a:t>3</a:t>
            </a:fld>
            <a:r>
              <a:rPr lang="en-AU"/>
              <a:t>  |</a:t>
            </a:r>
            <a:endParaRPr lang="en-AU" dirty="0"/>
          </a:p>
        </p:txBody>
      </p:sp>
      <p:sp>
        <p:nvSpPr>
          <p:cNvPr id="9" name="Text Placeholder 3">
            <a:extLst>
              <a:ext uri="{FF2B5EF4-FFF2-40B4-BE49-F238E27FC236}">
                <a16:creationId xmlns:a16="http://schemas.microsoft.com/office/drawing/2014/main" id="{2F5CC17E-1EEA-6DF1-8B95-4FFA28C844F7}"/>
              </a:ext>
            </a:extLst>
          </p:cNvPr>
          <p:cNvSpPr>
            <a:spLocks noGrp="1"/>
          </p:cNvSpPr>
          <p:nvPr>
            <p:ph type="body" sz="quarter" idx="16"/>
          </p:nvPr>
        </p:nvSpPr>
        <p:spPr>
          <a:xfrm>
            <a:off x="0" y="-1"/>
            <a:ext cx="7849590" cy="515008"/>
          </a:xfrm>
        </p:spPr>
        <p:txBody>
          <a:bodyPr>
            <a:noAutofit/>
          </a:bodyPr>
          <a:lstStyle/>
          <a:p>
            <a:r>
              <a:rPr lang="en-US" sz="3200" dirty="0"/>
              <a:t>Query by Example (QBE) in Access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FC573C5-EDA9-F7CB-5DAD-074958321411}"/>
              </a:ext>
            </a:extLst>
          </p:cNvPr>
          <p:cNvSpPr txBox="1"/>
          <p:nvPr/>
        </p:nvSpPr>
        <p:spPr>
          <a:xfrm>
            <a:off x="0" y="667974"/>
            <a:ext cx="9120249" cy="5842497"/>
          </a:xfrm>
          <a:prstGeom prst="rect">
            <a:avLst/>
          </a:prstGeom>
          <a:noFill/>
        </p:spPr>
        <p:txBody>
          <a:bodyPr wrap="square">
            <a:spAutoFit/>
          </a:bodyPr>
          <a:lstStyle/>
          <a:p>
            <a:pPr>
              <a:lnSpc>
                <a:spcPct val="150000"/>
              </a:lnSpc>
            </a:pPr>
            <a:r>
              <a:rPr lang="en-US" sz="2800" b="1" dirty="0">
                <a:latin typeface="Calibir"/>
              </a:rPr>
              <a:t>What:</a:t>
            </a:r>
          </a:p>
          <a:p>
            <a:pPr>
              <a:lnSpc>
                <a:spcPct val="150000"/>
              </a:lnSpc>
            </a:pPr>
            <a:r>
              <a:rPr lang="en-US" sz="2800" dirty="0">
                <a:latin typeface="Calibir"/>
              </a:rPr>
              <a:t>Query By Example (QBE) lets you build queries visually in Access without writing SQL.</a:t>
            </a:r>
          </a:p>
          <a:p>
            <a:pPr>
              <a:lnSpc>
                <a:spcPct val="150000"/>
              </a:lnSpc>
            </a:pPr>
            <a:r>
              <a:rPr lang="en-US" sz="2800" b="1" dirty="0">
                <a:latin typeface="Calibir"/>
              </a:rPr>
              <a:t>Why:</a:t>
            </a:r>
          </a:p>
          <a:p>
            <a:pPr>
              <a:lnSpc>
                <a:spcPct val="150000"/>
              </a:lnSpc>
            </a:pPr>
            <a:r>
              <a:rPr lang="en-US" sz="2800" dirty="0">
                <a:latin typeface="Calibir"/>
              </a:rPr>
              <a:t>It’s beginner-friendly—just drag and drop fields instead of coding.</a:t>
            </a:r>
          </a:p>
          <a:p>
            <a:pPr>
              <a:lnSpc>
                <a:spcPct val="150000"/>
              </a:lnSpc>
            </a:pPr>
            <a:r>
              <a:rPr lang="en-US" sz="2800" b="1" dirty="0">
                <a:latin typeface="Calibir"/>
              </a:rPr>
              <a:t>Analogy:</a:t>
            </a:r>
          </a:p>
          <a:p>
            <a:pPr>
              <a:lnSpc>
                <a:spcPct val="150000"/>
              </a:lnSpc>
            </a:pPr>
            <a:r>
              <a:rPr lang="en-US" sz="2800" dirty="0">
                <a:latin typeface="Calibir"/>
              </a:rPr>
              <a:t>Think of it like Excel filters with criteria, but in Access you can save and reuse it.</a:t>
            </a:r>
          </a:p>
        </p:txBody>
      </p:sp>
    </p:spTree>
    <p:extLst>
      <p:ext uri="{BB962C8B-B14F-4D97-AF65-F5344CB8AC3E}">
        <p14:creationId xmlns:p14="http://schemas.microsoft.com/office/powerpoint/2010/main" val="2228658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3">
                                            <p:txEl>
                                              <p:pRg st="1" end="1"/>
                                            </p:txEl>
                                          </p:spTgt>
                                        </p:tgtEl>
                                        <p:attrNameLst>
                                          <p:attrName>style.visibility</p:attrName>
                                        </p:attrNameLst>
                                      </p:cBhvr>
                                      <p:to>
                                        <p:strVal val="visible"/>
                                      </p:to>
                                    </p:set>
                                    <p:animEffect transition="in" filter="fade">
                                      <p:cBhvr>
                                        <p:cTn id="7" dur="1000"/>
                                        <p:tgtEl>
                                          <p:spTgt spid="13">
                                            <p:txEl>
                                              <p:pRg st="1" end="1"/>
                                            </p:txEl>
                                          </p:spTgt>
                                        </p:tgtEl>
                                      </p:cBhvr>
                                    </p:animEffect>
                                    <p:anim calcmode="lin" valueType="num">
                                      <p:cBhvr>
                                        <p:cTn id="8" dur="1000" fill="hold"/>
                                        <p:tgtEl>
                                          <p:spTgt spid="1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1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3">
                                            <p:txEl>
                                              <p:pRg st="3" end="3"/>
                                            </p:txEl>
                                          </p:spTgt>
                                        </p:tgtEl>
                                        <p:attrNameLst>
                                          <p:attrName>style.visibility</p:attrName>
                                        </p:attrNameLst>
                                      </p:cBhvr>
                                      <p:to>
                                        <p:strVal val="visible"/>
                                      </p:to>
                                    </p:set>
                                    <p:animEffect transition="in" filter="fade">
                                      <p:cBhvr>
                                        <p:cTn id="12" dur="1000"/>
                                        <p:tgtEl>
                                          <p:spTgt spid="13">
                                            <p:txEl>
                                              <p:pRg st="3" end="3"/>
                                            </p:txEl>
                                          </p:spTgt>
                                        </p:tgtEl>
                                      </p:cBhvr>
                                    </p:animEffect>
                                    <p:anim calcmode="lin" valueType="num">
                                      <p:cBhvr>
                                        <p:cTn id="13" dur="1000" fill="hold"/>
                                        <p:tgtEl>
                                          <p:spTgt spid="1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1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3">
                                            <p:txEl>
                                              <p:pRg st="5" end="5"/>
                                            </p:txEl>
                                          </p:spTgt>
                                        </p:tgtEl>
                                        <p:attrNameLst>
                                          <p:attrName>style.visibility</p:attrName>
                                        </p:attrNameLst>
                                      </p:cBhvr>
                                      <p:to>
                                        <p:strVal val="visible"/>
                                      </p:to>
                                    </p:set>
                                    <p:animEffect transition="in" filter="fade">
                                      <p:cBhvr>
                                        <p:cTn id="17" dur="1000"/>
                                        <p:tgtEl>
                                          <p:spTgt spid="13">
                                            <p:txEl>
                                              <p:pRg st="5" end="5"/>
                                            </p:txEl>
                                          </p:spTgt>
                                        </p:tgtEl>
                                      </p:cBhvr>
                                    </p:animEffect>
                                    <p:anim calcmode="lin" valueType="num">
                                      <p:cBhvr>
                                        <p:cTn id="18" dur="1000" fill="hold"/>
                                        <p:tgtEl>
                                          <p:spTgt spid="1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1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EA88F4B-D635-5262-43BE-F9E420DFD9E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DCEE21A-31DD-D532-464C-68D8C86DE41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F9C14F9-9CF0-1060-72AE-E1A011993629}"/>
              </a:ext>
            </a:extLst>
          </p:cNvPr>
          <p:cNvSpPr>
            <a:spLocks noGrp="1"/>
          </p:cNvSpPr>
          <p:nvPr>
            <p:ph type="sldNum" sz="quarter" idx="4"/>
          </p:nvPr>
        </p:nvSpPr>
        <p:spPr/>
        <p:txBody>
          <a:bodyPr/>
          <a:lstStyle/>
          <a:p>
            <a:fld id="{16A89BA3-132D-40E1-AAB4-CDCD0A14C216}" type="slidenum">
              <a:rPr lang="en-AU" smtClean="0"/>
              <a:pPr/>
              <a:t>4</a:t>
            </a:fld>
            <a:r>
              <a:rPr lang="en-AU"/>
              <a:t>  |</a:t>
            </a:r>
            <a:endParaRPr lang="en-AU" dirty="0"/>
          </a:p>
        </p:txBody>
      </p:sp>
      <p:sp>
        <p:nvSpPr>
          <p:cNvPr id="9" name="Text Placeholder 3">
            <a:extLst>
              <a:ext uri="{FF2B5EF4-FFF2-40B4-BE49-F238E27FC236}">
                <a16:creationId xmlns:a16="http://schemas.microsoft.com/office/drawing/2014/main" id="{932C24E5-224C-CF87-9E8E-965312966D85}"/>
              </a:ext>
            </a:extLst>
          </p:cNvPr>
          <p:cNvSpPr>
            <a:spLocks noGrp="1"/>
          </p:cNvSpPr>
          <p:nvPr>
            <p:ph type="body" sz="quarter" idx="16"/>
          </p:nvPr>
        </p:nvSpPr>
        <p:spPr>
          <a:xfrm>
            <a:off x="0" y="-1"/>
            <a:ext cx="7849590" cy="515008"/>
          </a:xfrm>
        </p:spPr>
        <p:txBody>
          <a:bodyPr>
            <a:noAutofit/>
          </a:bodyPr>
          <a:lstStyle/>
          <a:p>
            <a:r>
              <a:rPr lang="en-US" sz="3200" dirty="0"/>
              <a:t>Query by Example (QBE) in Access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2C687A56-0E8F-0A8D-A3C3-B4819909AC0A}"/>
              </a:ext>
            </a:extLst>
          </p:cNvPr>
          <p:cNvSpPr txBox="1"/>
          <p:nvPr/>
        </p:nvSpPr>
        <p:spPr>
          <a:xfrm>
            <a:off x="0" y="667974"/>
            <a:ext cx="9120249" cy="1318181"/>
          </a:xfrm>
          <a:prstGeom prst="rect">
            <a:avLst/>
          </a:prstGeom>
          <a:noFill/>
        </p:spPr>
        <p:txBody>
          <a:bodyPr wrap="square">
            <a:spAutoFit/>
          </a:bodyPr>
          <a:lstStyle/>
          <a:p>
            <a:pPr>
              <a:lnSpc>
                <a:spcPct val="150000"/>
              </a:lnSpc>
            </a:pPr>
            <a:r>
              <a:rPr lang="en-US" sz="2800" b="1" dirty="0">
                <a:latin typeface="Calibir"/>
              </a:rPr>
              <a:t>Example (Pitt Fitness DB):</a:t>
            </a:r>
          </a:p>
          <a:p>
            <a:pPr marL="914400" lvl="1" indent="-457200">
              <a:lnSpc>
                <a:spcPct val="150000"/>
              </a:lnSpc>
              <a:buFont typeface="Arial" panose="020B0604020202020204" pitchFamily="34" charset="0"/>
              <a:buChar char="•"/>
            </a:pPr>
            <a:r>
              <a:rPr lang="en-US" sz="2800" dirty="0">
                <a:latin typeface="Calibir"/>
              </a:rPr>
              <a:t>Download Pitt Fitness DB</a:t>
            </a:r>
          </a:p>
        </p:txBody>
      </p:sp>
      <p:pic>
        <p:nvPicPr>
          <p:cNvPr id="7" name="Picture 6">
            <a:extLst>
              <a:ext uri="{FF2B5EF4-FFF2-40B4-BE49-F238E27FC236}">
                <a16:creationId xmlns:a16="http://schemas.microsoft.com/office/drawing/2014/main" id="{DAEFE125-0E6F-361E-D6C4-080028068626}"/>
              </a:ext>
            </a:extLst>
          </p:cNvPr>
          <p:cNvPicPr>
            <a:picLocks noChangeAspect="1"/>
          </p:cNvPicPr>
          <p:nvPr/>
        </p:nvPicPr>
        <p:blipFill>
          <a:blip r:embed="rId3"/>
          <a:srcRect t="18071" r="13219" b="37586"/>
          <a:stretch>
            <a:fillRect/>
          </a:stretch>
        </p:blipFill>
        <p:spPr>
          <a:xfrm>
            <a:off x="23751" y="2250530"/>
            <a:ext cx="9120249" cy="2621316"/>
          </a:xfrm>
          <a:prstGeom prst="rect">
            <a:avLst/>
          </a:prstGeom>
          <a:ln w="38100">
            <a:solidFill>
              <a:schemeClr val="accent1"/>
            </a:solidFill>
          </a:ln>
        </p:spPr>
      </p:pic>
    </p:spTree>
    <p:extLst>
      <p:ext uri="{BB962C8B-B14F-4D97-AF65-F5344CB8AC3E}">
        <p14:creationId xmlns:p14="http://schemas.microsoft.com/office/powerpoint/2010/main" val="19886496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9839F26-ED70-ED54-12B1-85546D7BEF8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65A3841-9B08-AA3E-935B-9A186F19ADA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A362FF5-9AF5-431E-FCEB-E7EF8D12138C}"/>
              </a:ext>
            </a:extLst>
          </p:cNvPr>
          <p:cNvSpPr>
            <a:spLocks noGrp="1"/>
          </p:cNvSpPr>
          <p:nvPr>
            <p:ph type="sldNum" sz="quarter" idx="4"/>
          </p:nvPr>
        </p:nvSpPr>
        <p:spPr/>
        <p:txBody>
          <a:bodyPr/>
          <a:lstStyle/>
          <a:p>
            <a:fld id="{16A89BA3-132D-40E1-AAB4-CDCD0A14C216}" type="slidenum">
              <a:rPr lang="en-AU" smtClean="0"/>
              <a:pPr/>
              <a:t>5</a:t>
            </a:fld>
            <a:r>
              <a:rPr lang="en-AU"/>
              <a:t>  |</a:t>
            </a:r>
            <a:endParaRPr lang="en-AU" dirty="0"/>
          </a:p>
        </p:txBody>
      </p:sp>
      <p:sp>
        <p:nvSpPr>
          <p:cNvPr id="9" name="Text Placeholder 3">
            <a:extLst>
              <a:ext uri="{FF2B5EF4-FFF2-40B4-BE49-F238E27FC236}">
                <a16:creationId xmlns:a16="http://schemas.microsoft.com/office/drawing/2014/main" id="{F024A6C3-A86E-1AE7-3EB6-A93B4B8748A8}"/>
              </a:ext>
            </a:extLst>
          </p:cNvPr>
          <p:cNvSpPr>
            <a:spLocks noGrp="1"/>
          </p:cNvSpPr>
          <p:nvPr>
            <p:ph type="body" sz="quarter" idx="16"/>
          </p:nvPr>
        </p:nvSpPr>
        <p:spPr>
          <a:xfrm>
            <a:off x="0" y="-1"/>
            <a:ext cx="7849590" cy="515008"/>
          </a:xfrm>
        </p:spPr>
        <p:txBody>
          <a:bodyPr>
            <a:noAutofit/>
          </a:bodyPr>
          <a:lstStyle/>
          <a:p>
            <a:r>
              <a:rPr lang="en-US" sz="3200" dirty="0"/>
              <a:t>Query by Example (QBE) in Access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3FD53D7B-C668-8D49-D167-21F04248D857}"/>
              </a:ext>
            </a:extLst>
          </p:cNvPr>
          <p:cNvSpPr txBox="1"/>
          <p:nvPr/>
        </p:nvSpPr>
        <p:spPr>
          <a:xfrm>
            <a:off x="1" y="667974"/>
            <a:ext cx="5297213" cy="1964512"/>
          </a:xfrm>
          <a:prstGeom prst="rect">
            <a:avLst/>
          </a:prstGeom>
          <a:noFill/>
        </p:spPr>
        <p:txBody>
          <a:bodyPr wrap="square">
            <a:spAutoFit/>
          </a:bodyPr>
          <a:lstStyle/>
          <a:p>
            <a:pPr>
              <a:lnSpc>
                <a:spcPct val="150000"/>
              </a:lnSpc>
            </a:pPr>
            <a:r>
              <a:rPr lang="en-US" sz="2800" b="1" dirty="0">
                <a:latin typeface="Calibir"/>
              </a:rPr>
              <a:t>Example (Pitt Fitness DB):</a:t>
            </a:r>
          </a:p>
          <a:p>
            <a:pPr marL="914400" lvl="1" indent="-457200">
              <a:lnSpc>
                <a:spcPct val="150000"/>
              </a:lnSpc>
              <a:buFont typeface="Arial" panose="020B0604020202020204" pitchFamily="34" charset="0"/>
              <a:buChar char="•"/>
            </a:pPr>
            <a:r>
              <a:rPr lang="en-US" sz="2800" dirty="0">
                <a:latin typeface="Calibir"/>
              </a:rPr>
              <a:t>Open Create → Query Design</a:t>
            </a:r>
          </a:p>
        </p:txBody>
      </p:sp>
      <p:pic>
        <p:nvPicPr>
          <p:cNvPr id="6" name="Picture 5">
            <a:extLst>
              <a:ext uri="{FF2B5EF4-FFF2-40B4-BE49-F238E27FC236}">
                <a16:creationId xmlns:a16="http://schemas.microsoft.com/office/drawing/2014/main" id="{9EEEC575-ABBA-9283-ED4A-A63FBE776C1F}"/>
              </a:ext>
            </a:extLst>
          </p:cNvPr>
          <p:cNvPicPr>
            <a:picLocks noChangeAspect="1"/>
          </p:cNvPicPr>
          <p:nvPr/>
        </p:nvPicPr>
        <p:blipFill>
          <a:blip r:embed="rId3"/>
          <a:srcRect r="68391" b="45964"/>
          <a:stretch>
            <a:fillRect/>
          </a:stretch>
        </p:blipFill>
        <p:spPr>
          <a:xfrm>
            <a:off x="5297214" y="1077967"/>
            <a:ext cx="3846785" cy="3699033"/>
          </a:xfrm>
          <a:prstGeom prst="rect">
            <a:avLst/>
          </a:prstGeom>
          <a:ln w="38100">
            <a:solidFill>
              <a:schemeClr val="accent1"/>
            </a:solidFill>
          </a:ln>
        </p:spPr>
      </p:pic>
      <p:sp>
        <p:nvSpPr>
          <p:cNvPr id="8" name="Rectangle: Rounded Corners 7">
            <a:extLst>
              <a:ext uri="{FF2B5EF4-FFF2-40B4-BE49-F238E27FC236}">
                <a16:creationId xmlns:a16="http://schemas.microsoft.com/office/drawing/2014/main" id="{E9CC71A2-8A84-8C17-B503-DBC8E4C10F2A}"/>
              </a:ext>
            </a:extLst>
          </p:cNvPr>
          <p:cNvSpPr/>
          <p:nvPr/>
        </p:nvSpPr>
        <p:spPr>
          <a:xfrm>
            <a:off x="6789684" y="4246179"/>
            <a:ext cx="1303283" cy="357352"/>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539346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0598429-9FCC-8534-8A70-033D8119F7F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8314AC0-1E1C-C507-8903-FE5306B28E27}"/>
              </a:ext>
            </a:extLst>
          </p:cNvPr>
          <p:cNvPicPr>
            <a:picLocks noChangeAspect="1"/>
          </p:cNvPicPr>
          <p:nvPr/>
        </p:nvPicPr>
        <p:blipFill>
          <a:blip r:embed="rId3"/>
          <a:srcRect l="12299" t="3359" r="51379" b="43308"/>
          <a:stretch>
            <a:fillRect/>
          </a:stretch>
        </p:blipFill>
        <p:spPr>
          <a:xfrm>
            <a:off x="4614040" y="515007"/>
            <a:ext cx="4529959" cy="3741517"/>
          </a:xfrm>
          <a:prstGeom prst="rect">
            <a:avLst/>
          </a:prstGeom>
        </p:spPr>
      </p:pic>
      <p:sp>
        <p:nvSpPr>
          <p:cNvPr id="3" name="Footer Placeholder 2">
            <a:extLst>
              <a:ext uri="{FF2B5EF4-FFF2-40B4-BE49-F238E27FC236}">
                <a16:creationId xmlns:a16="http://schemas.microsoft.com/office/drawing/2014/main" id="{F758D0A7-6D0F-B1FD-99C9-287816ACD85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E510BB3-19EF-81D7-4FB8-97E65E99600E}"/>
              </a:ext>
            </a:extLst>
          </p:cNvPr>
          <p:cNvSpPr>
            <a:spLocks noGrp="1"/>
          </p:cNvSpPr>
          <p:nvPr>
            <p:ph type="sldNum" sz="quarter" idx="4"/>
          </p:nvPr>
        </p:nvSpPr>
        <p:spPr/>
        <p:txBody>
          <a:bodyPr/>
          <a:lstStyle/>
          <a:p>
            <a:fld id="{16A89BA3-132D-40E1-AAB4-CDCD0A14C216}" type="slidenum">
              <a:rPr lang="en-AU" smtClean="0"/>
              <a:pPr/>
              <a:t>6</a:t>
            </a:fld>
            <a:r>
              <a:rPr lang="en-AU"/>
              <a:t>  |</a:t>
            </a:r>
            <a:endParaRPr lang="en-AU" dirty="0"/>
          </a:p>
        </p:txBody>
      </p:sp>
      <p:sp>
        <p:nvSpPr>
          <p:cNvPr id="9" name="Text Placeholder 3">
            <a:extLst>
              <a:ext uri="{FF2B5EF4-FFF2-40B4-BE49-F238E27FC236}">
                <a16:creationId xmlns:a16="http://schemas.microsoft.com/office/drawing/2014/main" id="{F300B8BE-16F5-ABD2-C3B0-6E7EC2806F28}"/>
              </a:ext>
            </a:extLst>
          </p:cNvPr>
          <p:cNvSpPr>
            <a:spLocks noGrp="1"/>
          </p:cNvSpPr>
          <p:nvPr>
            <p:ph type="body" sz="quarter" idx="16"/>
          </p:nvPr>
        </p:nvSpPr>
        <p:spPr>
          <a:xfrm>
            <a:off x="0" y="-1"/>
            <a:ext cx="7849590" cy="515008"/>
          </a:xfrm>
        </p:spPr>
        <p:txBody>
          <a:bodyPr>
            <a:noAutofit/>
          </a:bodyPr>
          <a:lstStyle/>
          <a:p>
            <a:r>
              <a:rPr lang="en-US" sz="3200" dirty="0"/>
              <a:t>Query by Example (QBE) in Access</a:t>
            </a:r>
            <a:endParaRPr lang="en-AU" sz="3000" dirty="0">
              <a:latin typeface="Calibri" panose="020F0502020204030204" pitchFamily="34" charset="0"/>
              <a:cs typeface="Calibri" panose="020F0502020204030204" pitchFamily="34" charset="0"/>
            </a:endParaRPr>
          </a:p>
        </p:txBody>
      </p:sp>
      <p:sp>
        <p:nvSpPr>
          <p:cNvPr id="8" name="Rectangle: Rounded Corners 7">
            <a:extLst>
              <a:ext uri="{FF2B5EF4-FFF2-40B4-BE49-F238E27FC236}">
                <a16:creationId xmlns:a16="http://schemas.microsoft.com/office/drawing/2014/main" id="{9B1C3F3D-CF61-F107-DDF7-63DFE7D4B38C}"/>
              </a:ext>
            </a:extLst>
          </p:cNvPr>
          <p:cNvSpPr/>
          <p:nvPr/>
        </p:nvSpPr>
        <p:spPr>
          <a:xfrm>
            <a:off x="5062926" y="1524001"/>
            <a:ext cx="1295831" cy="256984"/>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B2EE2C4B-C937-14AA-453A-096711C3C890}"/>
              </a:ext>
            </a:extLst>
          </p:cNvPr>
          <p:cNvPicPr>
            <a:picLocks noChangeAspect="1"/>
          </p:cNvPicPr>
          <p:nvPr/>
        </p:nvPicPr>
        <p:blipFill>
          <a:blip r:embed="rId4"/>
          <a:srcRect r="56781" b="50000"/>
          <a:stretch>
            <a:fillRect/>
          </a:stretch>
        </p:blipFill>
        <p:spPr>
          <a:xfrm>
            <a:off x="5192110" y="4286250"/>
            <a:ext cx="3951890" cy="2571750"/>
          </a:xfrm>
          <a:prstGeom prst="rect">
            <a:avLst/>
          </a:prstGeom>
        </p:spPr>
      </p:pic>
      <p:sp>
        <p:nvSpPr>
          <p:cNvPr id="11" name="Rectangle: Rounded Corners 10">
            <a:extLst>
              <a:ext uri="{FF2B5EF4-FFF2-40B4-BE49-F238E27FC236}">
                <a16:creationId xmlns:a16="http://schemas.microsoft.com/office/drawing/2014/main" id="{B3BA2002-864A-739C-6ABB-5399E4E49765}"/>
              </a:ext>
            </a:extLst>
          </p:cNvPr>
          <p:cNvSpPr/>
          <p:nvPr/>
        </p:nvSpPr>
        <p:spPr>
          <a:xfrm>
            <a:off x="8250621" y="5370785"/>
            <a:ext cx="767254" cy="25224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Connector: Elbow 13">
            <a:extLst>
              <a:ext uri="{FF2B5EF4-FFF2-40B4-BE49-F238E27FC236}">
                <a16:creationId xmlns:a16="http://schemas.microsoft.com/office/drawing/2014/main" id="{CDE7A213-0080-CF65-C82B-2F431CBE6E56}"/>
              </a:ext>
            </a:extLst>
          </p:cNvPr>
          <p:cNvCxnSpPr>
            <a:cxnSpLocks/>
            <a:stCxn id="5" idx="1"/>
            <a:endCxn id="10" idx="1"/>
          </p:cNvCxnSpPr>
          <p:nvPr/>
        </p:nvCxnSpPr>
        <p:spPr>
          <a:xfrm rot="10800000" flipH="1" flipV="1">
            <a:off x="4614040" y="2385765"/>
            <a:ext cx="578070" cy="3186359"/>
          </a:xfrm>
          <a:prstGeom prst="bentConnector3">
            <a:avLst>
              <a:gd name="adj1" fmla="val -39545"/>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58898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9AED1AD-C133-4C0D-6DBE-46B6B6922CB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1F5D7E7-72B1-E7B4-25D3-50A45540689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77F20A2-BDFC-1DD9-B60B-04ED8BE7C3B3}"/>
              </a:ext>
            </a:extLst>
          </p:cNvPr>
          <p:cNvSpPr>
            <a:spLocks noGrp="1"/>
          </p:cNvSpPr>
          <p:nvPr>
            <p:ph type="sldNum" sz="quarter" idx="4"/>
          </p:nvPr>
        </p:nvSpPr>
        <p:spPr/>
        <p:txBody>
          <a:bodyPr/>
          <a:lstStyle/>
          <a:p>
            <a:fld id="{16A89BA3-132D-40E1-AAB4-CDCD0A14C216}" type="slidenum">
              <a:rPr lang="en-AU" smtClean="0"/>
              <a:pPr/>
              <a:t>7</a:t>
            </a:fld>
            <a:r>
              <a:rPr lang="en-AU"/>
              <a:t>  |</a:t>
            </a:r>
            <a:endParaRPr lang="en-AU" dirty="0"/>
          </a:p>
        </p:txBody>
      </p:sp>
      <p:sp>
        <p:nvSpPr>
          <p:cNvPr id="8" name="Rectangle: Rounded Corners 7">
            <a:extLst>
              <a:ext uri="{FF2B5EF4-FFF2-40B4-BE49-F238E27FC236}">
                <a16:creationId xmlns:a16="http://schemas.microsoft.com/office/drawing/2014/main" id="{532CB394-CB03-13D0-59FF-A8723C9C3E3F}"/>
              </a:ext>
            </a:extLst>
          </p:cNvPr>
          <p:cNvSpPr/>
          <p:nvPr/>
        </p:nvSpPr>
        <p:spPr>
          <a:xfrm>
            <a:off x="7080912" y="2511973"/>
            <a:ext cx="1295831" cy="256984"/>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294490B4-ADBF-0225-E415-7A951CF97E97}"/>
              </a:ext>
            </a:extLst>
          </p:cNvPr>
          <p:cNvSpPr/>
          <p:nvPr/>
        </p:nvSpPr>
        <p:spPr>
          <a:xfrm>
            <a:off x="7599586" y="4530516"/>
            <a:ext cx="197714" cy="17046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Connector: Elbow 13">
            <a:extLst>
              <a:ext uri="{FF2B5EF4-FFF2-40B4-BE49-F238E27FC236}">
                <a16:creationId xmlns:a16="http://schemas.microsoft.com/office/drawing/2014/main" id="{643312F2-665A-735D-5655-FEB1F4363195}"/>
              </a:ext>
            </a:extLst>
          </p:cNvPr>
          <p:cNvCxnSpPr>
            <a:cxnSpLocks/>
          </p:cNvCxnSpPr>
          <p:nvPr/>
        </p:nvCxnSpPr>
        <p:spPr>
          <a:xfrm rot="10800000" flipV="1">
            <a:off x="4188130" y="2044916"/>
            <a:ext cx="604586" cy="1253327"/>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A156BF45-EA9F-933D-5446-7C9A20BC2BB9}"/>
              </a:ext>
            </a:extLst>
          </p:cNvPr>
          <p:cNvSpPr/>
          <p:nvPr/>
        </p:nvSpPr>
        <p:spPr>
          <a:xfrm>
            <a:off x="7646031" y="4705873"/>
            <a:ext cx="678161" cy="339093"/>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3">
            <a:extLst>
              <a:ext uri="{FF2B5EF4-FFF2-40B4-BE49-F238E27FC236}">
                <a16:creationId xmlns:a16="http://schemas.microsoft.com/office/drawing/2014/main" id="{9DFF3ADE-A5B3-6E5D-35BF-E2D7827E144B}"/>
              </a:ext>
            </a:extLst>
          </p:cNvPr>
          <p:cNvSpPr>
            <a:spLocks noGrp="1"/>
          </p:cNvSpPr>
          <p:nvPr>
            <p:ph type="body" sz="quarter" idx="16"/>
          </p:nvPr>
        </p:nvSpPr>
        <p:spPr>
          <a:xfrm>
            <a:off x="0" y="-1"/>
            <a:ext cx="7849590" cy="515008"/>
          </a:xfrm>
        </p:spPr>
        <p:txBody>
          <a:bodyPr>
            <a:noAutofit/>
          </a:bodyPr>
          <a:lstStyle/>
          <a:p>
            <a:r>
              <a:rPr lang="en-US" sz="3200" dirty="0"/>
              <a:t>Query by Example (QBE) in Access</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612F1B5D-E2FA-21C7-CDB4-57284C7144EF}"/>
              </a:ext>
            </a:extLst>
          </p:cNvPr>
          <p:cNvPicPr>
            <a:picLocks noChangeAspect="1"/>
          </p:cNvPicPr>
          <p:nvPr/>
        </p:nvPicPr>
        <p:blipFill>
          <a:blip r:embed="rId3"/>
          <a:srcRect b="6314"/>
          <a:stretch>
            <a:fillRect/>
          </a:stretch>
        </p:blipFill>
        <p:spPr>
          <a:xfrm>
            <a:off x="0" y="1103471"/>
            <a:ext cx="9144000" cy="4818721"/>
          </a:xfrm>
          <a:prstGeom prst="rect">
            <a:avLst/>
          </a:prstGeom>
        </p:spPr>
      </p:pic>
      <p:sp>
        <p:nvSpPr>
          <p:cNvPr id="10" name="TextBox 9">
            <a:extLst>
              <a:ext uri="{FF2B5EF4-FFF2-40B4-BE49-F238E27FC236}">
                <a16:creationId xmlns:a16="http://schemas.microsoft.com/office/drawing/2014/main" id="{62343FE4-5E7C-45E9-C8D4-B962299C96BE}"/>
              </a:ext>
            </a:extLst>
          </p:cNvPr>
          <p:cNvSpPr txBox="1"/>
          <p:nvPr/>
        </p:nvSpPr>
        <p:spPr>
          <a:xfrm>
            <a:off x="0" y="3751366"/>
            <a:ext cx="2888166" cy="1957039"/>
          </a:xfrm>
          <a:prstGeom prst="rect">
            <a:avLst/>
          </a:prstGeom>
          <a:solidFill>
            <a:schemeClr val="bg1"/>
          </a:solidFill>
          <a:ln>
            <a:solidFill>
              <a:schemeClr val="accent1"/>
            </a:solidFill>
          </a:ln>
        </p:spPr>
        <p:txBody>
          <a:bodyPr wrap="square">
            <a:spAutoFit/>
          </a:bodyPr>
          <a:lstStyle/>
          <a:p>
            <a:pPr>
              <a:lnSpc>
                <a:spcPct val="150000"/>
              </a:lnSpc>
            </a:pPr>
            <a:r>
              <a:rPr lang="en-US" sz="2800" dirty="0">
                <a:latin typeface="Calibir"/>
              </a:rPr>
              <a:t>On the top menu, go to Create → Query Design.</a:t>
            </a:r>
          </a:p>
        </p:txBody>
      </p:sp>
      <p:sp>
        <p:nvSpPr>
          <p:cNvPr id="13" name="Rectangle: Rounded Corners 12">
            <a:extLst>
              <a:ext uri="{FF2B5EF4-FFF2-40B4-BE49-F238E27FC236}">
                <a16:creationId xmlns:a16="http://schemas.microsoft.com/office/drawing/2014/main" id="{10B5F7E7-7A5F-B073-8716-85C418AC01C0}"/>
              </a:ext>
            </a:extLst>
          </p:cNvPr>
          <p:cNvSpPr/>
          <p:nvPr/>
        </p:nvSpPr>
        <p:spPr>
          <a:xfrm>
            <a:off x="1966344" y="1590966"/>
            <a:ext cx="308506" cy="53891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470745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13F4422-6154-64AD-8030-C7B2A8DD7175}"/>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AABFC51E-1810-7806-E5A9-4ABFAE282F20}"/>
              </a:ext>
            </a:extLst>
          </p:cNvPr>
          <p:cNvPicPr>
            <a:picLocks noChangeAspect="1"/>
          </p:cNvPicPr>
          <p:nvPr/>
        </p:nvPicPr>
        <p:blipFill>
          <a:blip r:embed="rId3"/>
          <a:srcRect b="6314"/>
          <a:stretch>
            <a:fillRect/>
          </a:stretch>
        </p:blipFill>
        <p:spPr>
          <a:xfrm>
            <a:off x="0" y="857250"/>
            <a:ext cx="9144000" cy="4818721"/>
          </a:xfrm>
          <a:prstGeom prst="rect">
            <a:avLst/>
          </a:prstGeom>
        </p:spPr>
      </p:pic>
      <p:sp>
        <p:nvSpPr>
          <p:cNvPr id="3" name="Footer Placeholder 2">
            <a:extLst>
              <a:ext uri="{FF2B5EF4-FFF2-40B4-BE49-F238E27FC236}">
                <a16:creationId xmlns:a16="http://schemas.microsoft.com/office/drawing/2014/main" id="{2BB997D3-4251-CEB8-4807-103B5BDD0A6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68BC7A1-EC14-0B12-52D0-B07C7284E2B2}"/>
              </a:ext>
            </a:extLst>
          </p:cNvPr>
          <p:cNvSpPr>
            <a:spLocks noGrp="1"/>
          </p:cNvSpPr>
          <p:nvPr>
            <p:ph type="sldNum" sz="quarter" idx="4"/>
          </p:nvPr>
        </p:nvSpPr>
        <p:spPr/>
        <p:txBody>
          <a:bodyPr/>
          <a:lstStyle/>
          <a:p>
            <a:fld id="{16A89BA3-132D-40E1-AAB4-CDCD0A14C216}" type="slidenum">
              <a:rPr lang="en-AU" smtClean="0"/>
              <a:pPr/>
              <a:t>8</a:t>
            </a:fld>
            <a:r>
              <a:rPr lang="en-AU"/>
              <a:t>  |</a:t>
            </a:r>
            <a:endParaRPr lang="en-AU" dirty="0"/>
          </a:p>
        </p:txBody>
      </p:sp>
      <p:sp>
        <p:nvSpPr>
          <p:cNvPr id="8" name="Rectangle: Rounded Corners 7">
            <a:extLst>
              <a:ext uri="{FF2B5EF4-FFF2-40B4-BE49-F238E27FC236}">
                <a16:creationId xmlns:a16="http://schemas.microsoft.com/office/drawing/2014/main" id="{F38F2C29-9759-67D9-DA61-95FA8D38F430}"/>
              </a:ext>
            </a:extLst>
          </p:cNvPr>
          <p:cNvSpPr/>
          <p:nvPr/>
        </p:nvSpPr>
        <p:spPr>
          <a:xfrm>
            <a:off x="7698443" y="2977632"/>
            <a:ext cx="1295831" cy="1704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3">
            <a:extLst>
              <a:ext uri="{FF2B5EF4-FFF2-40B4-BE49-F238E27FC236}">
                <a16:creationId xmlns:a16="http://schemas.microsoft.com/office/drawing/2014/main" id="{E9FC9047-05DE-493E-8524-E38F21E7F92C}"/>
              </a:ext>
            </a:extLst>
          </p:cNvPr>
          <p:cNvSpPr>
            <a:spLocks noGrp="1"/>
          </p:cNvSpPr>
          <p:nvPr>
            <p:ph type="body" sz="quarter" idx="16"/>
          </p:nvPr>
        </p:nvSpPr>
        <p:spPr>
          <a:xfrm>
            <a:off x="0" y="-1"/>
            <a:ext cx="7849590" cy="515008"/>
          </a:xfrm>
        </p:spPr>
        <p:txBody>
          <a:bodyPr>
            <a:noAutofit/>
          </a:bodyPr>
          <a:lstStyle/>
          <a:p>
            <a:r>
              <a:rPr lang="en-US" sz="3200" dirty="0"/>
              <a:t>Query by Example (QBE) in Access</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658B3330-5B08-00A4-6677-19D060CED30A}"/>
              </a:ext>
            </a:extLst>
          </p:cNvPr>
          <p:cNvSpPr txBox="1"/>
          <p:nvPr/>
        </p:nvSpPr>
        <p:spPr>
          <a:xfrm>
            <a:off x="0" y="3751366"/>
            <a:ext cx="2888166" cy="1318181"/>
          </a:xfrm>
          <a:prstGeom prst="rect">
            <a:avLst/>
          </a:prstGeom>
          <a:solidFill>
            <a:schemeClr val="bg1"/>
          </a:solidFill>
          <a:ln>
            <a:solidFill>
              <a:schemeClr val="accent1"/>
            </a:solidFill>
          </a:ln>
        </p:spPr>
        <p:txBody>
          <a:bodyPr wrap="square">
            <a:spAutoFit/>
          </a:bodyPr>
          <a:lstStyle/>
          <a:p>
            <a:pPr>
              <a:lnSpc>
                <a:spcPct val="150000"/>
              </a:lnSpc>
            </a:pPr>
            <a:r>
              <a:rPr lang="en-US" sz="2800" dirty="0">
                <a:latin typeface="Calibir"/>
              </a:rPr>
              <a:t>Double Click Customers</a:t>
            </a:r>
          </a:p>
        </p:txBody>
      </p:sp>
    </p:spTree>
    <p:extLst>
      <p:ext uri="{BB962C8B-B14F-4D97-AF65-F5344CB8AC3E}">
        <p14:creationId xmlns:p14="http://schemas.microsoft.com/office/powerpoint/2010/main" val="36517209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1ADD407-7A99-FA1F-1B8D-30DBBF75D1D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AE40E002-E577-1C6D-0602-919568DD506F}"/>
              </a:ext>
            </a:extLst>
          </p:cNvPr>
          <p:cNvPicPr>
            <a:picLocks noChangeAspect="1"/>
          </p:cNvPicPr>
          <p:nvPr/>
        </p:nvPicPr>
        <p:blipFill>
          <a:blip r:embed="rId3"/>
          <a:srcRect b="6314"/>
          <a:stretch>
            <a:fillRect/>
          </a:stretch>
        </p:blipFill>
        <p:spPr>
          <a:xfrm>
            <a:off x="0" y="857250"/>
            <a:ext cx="9144000" cy="4818721"/>
          </a:xfrm>
          <a:prstGeom prst="rect">
            <a:avLst/>
          </a:prstGeom>
        </p:spPr>
      </p:pic>
      <p:sp>
        <p:nvSpPr>
          <p:cNvPr id="3" name="Footer Placeholder 2">
            <a:extLst>
              <a:ext uri="{FF2B5EF4-FFF2-40B4-BE49-F238E27FC236}">
                <a16:creationId xmlns:a16="http://schemas.microsoft.com/office/drawing/2014/main" id="{06ECE4FB-BB03-EC19-6EC3-2C53D49F5CD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2144709-A7B0-F0C1-211E-8C2AF4E37CB9}"/>
              </a:ext>
            </a:extLst>
          </p:cNvPr>
          <p:cNvSpPr>
            <a:spLocks noGrp="1"/>
          </p:cNvSpPr>
          <p:nvPr>
            <p:ph type="sldNum" sz="quarter" idx="4"/>
          </p:nvPr>
        </p:nvSpPr>
        <p:spPr/>
        <p:txBody>
          <a:bodyPr/>
          <a:lstStyle/>
          <a:p>
            <a:fld id="{16A89BA3-132D-40E1-AAB4-CDCD0A14C216}" type="slidenum">
              <a:rPr lang="en-AU" smtClean="0"/>
              <a:pPr/>
              <a:t>9</a:t>
            </a:fld>
            <a:r>
              <a:rPr lang="en-AU"/>
              <a:t>  |</a:t>
            </a:r>
            <a:endParaRPr lang="en-AU" dirty="0"/>
          </a:p>
        </p:txBody>
      </p:sp>
      <p:sp>
        <p:nvSpPr>
          <p:cNvPr id="8" name="Rectangle: Rounded Corners 7">
            <a:extLst>
              <a:ext uri="{FF2B5EF4-FFF2-40B4-BE49-F238E27FC236}">
                <a16:creationId xmlns:a16="http://schemas.microsoft.com/office/drawing/2014/main" id="{1A0A600E-BA26-5671-1A89-E9CEF88883E2}"/>
              </a:ext>
            </a:extLst>
          </p:cNvPr>
          <p:cNvSpPr/>
          <p:nvPr/>
        </p:nvSpPr>
        <p:spPr>
          <a:xfrm>
            <a:off x="7698443" y="2977632"/>
            <a:ext cx="1295831" cy="1704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3">
            <a:extLst>
              <a:ext uri="{FF2B5EF4-FFF2-40B4-BE49-F238E27FC236}">
                <a16:creationId xmlns:a16="http://schemas.microsoft.com/office/drawing/2014/main" id="{0E62CCE7-71D4-3F5F-D79C-A7104E285636}"/>
              </a:ext>
            </a:extLst>
          </p:cNvPr>
          <p:cNvSpPr>
            <a:spLocks noGrp="1"/>
          </p:cNvSpPr>
          <p:nvPr>
            <p:ph type="body" sz="quarter" idx="16"/>
          </p:nvPr>
        </p:nvSpPr>
        <p:spPr>
          <a:xfrm>
            <a:off x="0" y="-1"/>
            <a:ext cx="7849590" cy="515008"/>
          </a:xfrm>
        </p:spPr>
        <p:txBody>
          <a:bodyPr>
            <a:noAutofit/>
          </a:bodyPr>
          <a:lstStyle/>
          <a:p>
            <a:r>
              <a:rPr lang="en-US" sz="3200" dirty="0"/>
              <a:t>Query by Example (QBE) in Access</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BD03FCE1-68D1-16B4-6678-5B9C409C7C34}"/>
              </a:ext>
            </a:extLst>
          </p:cNvPr>
          <p:cNvSpPr txBox="1"/>
          <p:nvPr/>
        </p:nvSpPr>
        <p:spPr>
          <a:xfrm>
            <a:off x="16352" y="3148100"/>
            <a:ext cx="2983325" cy="3903504"/>
          </a:xfrm>
          <a:prstGeom prst="rect">
            <a:avLst/>
          </a:prstGeom>
          <a:solidFill>
            <a:schemeClr val="bg1"/>
          </a:solidFill>
          <a:ln>
            <a:solidFill>
              <a:schemeClr val="accent1"/>
            </a:solidFill>
          </a:ln>
        </p:spPr>
        <p:txBody>
          <a:bodyPr wrap="square">
            <a:spAutoFit/>
          </a:bodyPr>
          <a:lstStyle/>
          <a:p>
            <a:pPr>
              <a:lnSpc>
                <a:spcPct val="150000"/>
              </a:lnSpc>
            </a:pPr>
            <a:r>
              <a:rPr lang="en-US" sz="2700" dirty="0">
                <a:latin typeface="Calibir"/>
              </a:rPr>
              <a:t>We’ll see the Query Design View with the grid at the bottom (rows for Field, Table, Sort, Show, Criteria).</a:t>
            </a:r>
          </a:p>
        </p:txBody>
      </p:sp>
    </p:spTree>
    <p:extLst>
      <p:ext uri="{BB962C8B-B14F-4D97-AF65-F5344CB8AC3E}">
        <p14:creationId xmlns:p14="http://schemas.microsoft.com/office/powerpoint/2010/main" val="4566354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4894BB4-789B-1BF0-04E7-589562C950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54AB909-78DB-0598-2D4C-55C1C5D700A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160102B-96E6-5831-AFA7-8D9B90400AF6}"/>
              </a:ext>
            </a:extLst>
          </p:cNvPr>
          <p:cNvSpPr>
            <a:spLocks noGrp="1"/>
          </p:cNvSpPr>
          <p:nvPr>
            <p:ph type="sldNum" sz="quarter" idx="4"/>
          </p:nvPr>
        </p:nvSpPr>
        <p:spPr/>
        <p:txBody>
          <a:bodyPr/>
          <a:lstStyle/>
          <a:p>
            <a:fld id="{16A89BA3-132D-40E1-AAB4-CDCD0A14C216}" type="slidenum">
              <a:rPr lang="en-AU" smtClean="0"/>
              <a:pPr/>
              <a:t>10</a:t>
            </a:fld>
            <a:r>
              <a:rPr lang="en-AU"/>
              <a:t>  |</a:t>
            </a:r>
            <a:endParaRPr lang="en-AU" dirty="0"/>
          </a:p>
        </p:txBody>
      </p:sp>
      <p:sp>
        <p:nvSpPr>
          <p:cNvPr id="9" name="Text Placeholder 3">
            <a:extLst>
              <a:ext uri="{FF2B5EF4-FFF2-40B4-BE49-F238E27FC236}">
                <a16:creationId xmlns:a16="http://schemas.microsoft.com/office/drawing/2014/main" id="{E7755C8A-AADB-C577-1325-DA4E694C8262}"/>
              </a:ext>
            </a:extLst>
          </p:cNvPr>
          <p:cNvSpPr>
            <a:spLocks noGrp="1"/>
          </p:cNvSpPr>
          <p:nvPr>
            <p:ph type="body" sz="quarter" idx="16"/>
          </p:nvPr>
        </p:nvSpPr>
        <p:spPr>
          <a:xfrm>
            <a:off x="0" y="-1"/>
            <a:ext cx="7849590" cy="515008"/>
          </a:xfrm>
        </p:spPr>
        <p:txBody>
          <a:bodyPr>
            <a:noAutofit/>
          </a:bodyPr>
          <a:lstStyle/>
          <a:p>
            <a:r>
              <a:rPr lang="en-US" sz="3200" dirty="0"/>
              <a:t>Query by Example (QBE) in Access</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B1D9B8D-BA1D-140D-749B-403BE2FBF8D0}"/>
              </a:ext>
            </a:extLst>
          </p:cNvPr>
          <p:cNvSpPr txBox="1"/>
          <p:nvPr/>
        </p:nvSpPr>
        <p:spPr>
          <a:xfrm>
            <a:off x="-1" y="857251"/>
            <a:ext cx="2821259" cy="2610843"/>
          </a:xfrm>
          <a:prstGeom prst="rect">
            <a:avLst/>
          </a:prstGeom>
          <a:solidFill>
            <a:schemeClr val="bg1"/>
          </a:solidFill>
          <a:ln>
            <a:solidFill>
              <a:schemeClr val="accent1"/>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Press Ctrl and Select CustomerID and LastName</a:t>
            </a:r>
          </a:p>
        </p:txBody>
      </p:sp>
      <p:pic>
        <p:nvPicPr>
          <p:cNvPr id="14" name="Picture 13">
            <a:extLst>
              <a:ext uri="{FF2B5EF4-FFF2-40B4-BE49-F238E27FC236}">
                <a16:creationId xmlns:a16="http://schemas.microsoft.com/office/drawing/2014/main" id="{84195430-D1A9-8780-BF8E-03F7D31CD921}"/>
              </a:ext>
            </a:extLst>
          </p:cNvPr>
          <p:cNvPicPr>
            <a:picLocks noChangeAspect="1"/>
          </p:cNvPicPr>
          <p:nvPr/>
        </p:nvPicPr>
        <p:blipFill>
          <a:blip r:embed="rId3"/>
          <a:srcRect r="51829" b="18672"/>
          <a:stretch>
            <a:fillRect/>
          </a:stretch>
        </p:blipFill>
        <p:spPr>
          <a:xfrm>
            <a:off x="2926820" y="857251"/>
            <a:ext cx="6217179" cy="5904352"/>
          </a:xfrm>
          <a:prstGeom prst="rect">
            <a:avLst/>
          </a:prstGeom>
        </p:spPr>
      </p:pic>
    </p:spTree>
    <p:extLst>
      <p:ext uri="{BB962C8B-B14F-4D97-AF65-F5344CB8AC3E}">
        <p14:creationId xmlns:p14="http://schemas.microsoft.com/office/powerpoint/2010/main" val="25485826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5C3F185-A7B7-E642-588C-FA530B75F89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69FF374-0998-B0DA-FD09-16952544AB2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8FA7BB2-1125-73CB-3D11-41985BD1E3D0}"/>
              </a:ext>
            </a:extLst>
          </p:cNvPr>
          <p:cNvSpPr>
            <a:spLocks noGrp="1"/>
          </p:cNvSpPr>
          <p:nvPr>
            <p:ph type="sldNum" sz="quarter" idx="4"/>
          </p:nvPr>
        </p:nvSpPr>
        <p:spPr/>
        <p:txBody>
          <a:bodyPr/>
          <a:lstStyle/>
          <a:p>
            <a:fld id="{16A89BA3-132D-40E1-AAB4-CDCD0A14C216}" type="slidenum">
              <a:rPr lang="en-AU" smtClean="0"/>
              <a:pPr/>
              <a:t>11</a:t>
            </a:fld>
            <a:r>
              <a:rPr lang="en-AU"/>
              <a:t>  |</a:t>
            </a:r>
            <a:endParaRPr lang="en-AU" dirty="0"/>
          </a:p>
        </p:txBody>
      </p:sp>
      <p:sp>
        <p:nvSpPr>
          <p:cNvPr id="8" name="Rectangle: Rounded Corners 7">
            <a:extLst>
              <a:ext uri="{FF2B5EF4-FFF2-40B4-BE49-F238E27FC236}">
                <a16:creationId xmlns:a16="http://schemas.microsoft.com/office/drawing/2014/main" id="{69DB86C7-D467-EFDD-F4EA-EAB99B6C0B8A}"/>
              </a:ext>
            </a:extLst>
          </p:cNvPr>
          <p:cNvSpPr/>
          <p:nvPr/>
        </p:nvSpPr>
        <p:spPr>
          <a:xfrm>
            <a:off x="7698443" y="2977632"/>
            <a:ext cx="1295831" cy="1704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Placeholder 3">
            <a:extLst>
              <a:ext uri="{FF2B5EF4-FFF2-40B4-BE49-F238E27FC236}">
                <a16:creationId xmlns:a16="http://schemas.microsoft.com/office/drawing/2014/main" id="{E83B6BC2-7C62-1480-7918-FD1A23F4BD5D}"/>
              </a:ext>
            </a:extLst>
          </p:cNvPr>
          <p:cNvSpPr>
            <a:spLocks noGrp="1"/>
          </p:cNvSpPr>
          <p:nvPr>
            <p:ph type="body" sz="quarter" idx="16"/>
          </p:nvPr>
        </p:nvSpPr>
        <p:spPr>
          <a:xfrm>
            <a:off x="0" y="-1"/>
            <a:ext cx="7849590" cy="515008"/>
          </a:xfrm>
        </p:spPr>
        <p:txBody>
          <a:bodyPr>
            <a:noAutofit/>
          </a:bodyPr>
          <a:lstStyle/>
          <a:p>
            <a:r>
              <a:rPr lang="en-US" sz="3200" dirty="0"/>
              <a:t>Query by Example (QBE) in Access</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643988B8-4510-FFE2-D7BE-3058E98554B1}"/>
              </a:ext>
            </a:extLst>
          </p:cNvPr>
          <p:cNvPicPr>
            <a:picLocks noChangeAspect="1"/>
          </p:cNvPicPr>
          <p:nvPr/>
        </p:nvPicPr>
        <p:blipFill>
          <a:blip r:embed="rId3"/>
          <a:srcRect l="32626" b="5866"/>
          <a:stretch>
            <a:fillRect/>
          </a:stretch>
        </p:blipFill>
        <p:spPr>
          <a:xfrm>
            <a:off x="2821258" y="857250"/>
            <a:ext cx="6322742" cy="4969152"/>
          </a:xfrm>
          <a:prstGeom prst="rect">
            <a:avLst/>
          </a:prstGeom>
        </p:spPr>
      </p:pic>
      <p:sp>
        <p:nvSpPr>
          <p:cNvPr id="7" name="TextBox 6">
            <a:extLst>
              <a:ext uri="{FF2B5EF4-FFF2-40B4-BE49-F238E27FC236}">
                <a16:creationId xmlns:a16="http://schemas.microsoft.com/office/drawing/2014/main" id="{3660E95B-19F6-B684-59BA-C7E066A252DD}"/>
              </a:ext>
            </a:extLst>
          </p:cNvPr>
          <p:cNvSpPr txBox="1"/>
          <p:nvPr/>
        </p:nvSpPr>
        <p:spPr>
          <a:xfrm>
            <a:off x="-1" y="857251"/>
            <a:ext cx="2821259" cy="3257174"/>
          </a:xfrm>
          <a:prstGeom prst="rect">
            <a:avLst/>
          </a:prstGeom>
          <a:solidFill>
            <a:schemeClr val="bg1"/>
          </a:solidFill>
          <a:ln>
            <a:solidFill>
              <a:schemeClr val="accent1"/>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Drag them from the Customers table into the grid.</a:t>
            </a:r>
          </a:p>
        </p:txBody>
      </p:sp>
      <p:cxnSp>
        <p:nvCxnSpPr>
          <p:cNvPr id="12" name="Connector: Elbow 11">
            <a:extLst>
              <a:ext uri="{FF2B5EF4-FFF2-40B4-BE49-F238E27FC236}">
                <a16:creationId xmlns:a16="http://schemas.microsoft.com/office/drawing/2014/main" id="{1EE0C287-A83E-3ED1-632E-59074D7D3828}"/>
              </a:ext>
            </a:extLst>
          </p:cNvPr>
          <p:cNvCxnSpPr/>
          <p:nvPr/>
        </p:nvCxnSpPr>
        <p:spPr>
          <a:xfrm rot="16200000" flipH="1">
            <a:off x="3172523" y="3061009"/>
            <a:ext cx="1750741" cy="602166"/>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13139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801C7C7-F574-C9FF-5489-AF2F35F6A7C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23D57AA-6509-BBAD-960B-25B86B7A8A0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237A019-2B83-3A34-A645-839A4555B1F3}"/>
              </a:ext>
            </a:extLst>
          </p:cNvPr>
          <p:cNvSpPr>
            <a:spLocks noGrp="1"/>
          </p:cNvSpPr>
          <p:nvPr>
            <p:ph type="sldNum" sz="quarter" idx="4"/>
          </p:nvPr>
        </p:nvSpPr>
        <p:spPr/>
        <p:txBody>
          <a:bodyPr/>
          <a:lstStyle/>
          <a:p>
            <a:fld id="{16A89BA3-132D-40E1-AAB4-CDCD0A14C216}" type="slidenum">
              <a:rPr lang="en-AU" smtClean="0"/>
              <a:pPr/>
              <a:t>12</a:t>
            </a:fld>
            <a:r>
              <a:rPr lang="en-AU"/>
              <a:t>  |</a:t>
            </a:r>
            <a:endParaRPr lang="en-AU" dirty="0"/>
          </a:p>
        </p:txBody>
      </p:sp>
      <p:sp>
        <p:nvSpPr>
          <p:cNvPr id="9" name="Text Placeholder 3">
            <a:extLst>
              <a:ext uri="{FF2B5EF4-FFF2-40B4-BE49-F238E27FC236}">
                <a16:creationId xmlns:a16="http://schemas.microsoft.com/office/drawing/2014/main" id="{8EBED15A-19AF-06BF-0BDF-2FD0F2DB2DFF}"/>
              </a:ext>
            </a:extLst>
          </p:cNvPr>
          <p:cNvSpPr>
            <a:spLocks noGrp="1"/>
          </p:cNvSpPr>
          <p:nvPr>
            <p:ph type="body" sz="quarter" idx="16"/>
          </p:nvPr>
        </p:nvSpPr>
        <p:spPr>
          <a:xfrm>
            <a:off x="0" y="-1"/>
            <a:ext cx="7849590" cy="515008"/>
          </a:xfrm>
        </p:spPr>
        <p:txBody>
          <a:bodyPr>
            <a:noAutofit/>
          </a:bodyPr>
          <a:lstStyle/>
          <a:p>
            <a:r>
              <a:rPr lang="en-US" sz="3200" dirty="0"/>
              <a:t>Query by Example (QBE) in Access</a:t>
            </a:r>
            <a:endParaRPr lang="en-AU" sz="3000" dirty="0">
              <a:latin typeface="Calibri" panose="020F0502020204030204" pitchFamily="34" charset="0"/>
              <a:cs typeface="Calibri" panose="020F0502020204030204" pitchFamily="34" charset="0"/>
            </a:endParaRPr>
          </a:p>
        </p:txBody>
      </p:sp>
      <p:pic>
        <p:nvPicPr>
          <p:cNvPr id="10" name="Picture 9">
            <a:extLst>
              <a:ext uri="{FF2B5EF4-FFF2-40B4-BE49-F238E27FC236}">
                <a16:creationId xmlns:a16="http://schemas.microsoft.com/office/drawing/2014/main" id="{AE7EDCEC-4C96-5704-BA91-6D62B292A7E4}"/>
              </a:ext>
            </a:extLst>
          </p:cNvPr>
          <p:cNvPicPr>
            <a:picLocks noChangeAspect="1"/>
          </p:cNvPicPr>
          <p:nvPr/>
        </p:nvPicPr>
        <p:blipFill>
          <a:blip r:embed="rId3"/>
          <a:srcRect l="32073" t="20406" r="47561" b="23008"/>
          <a:stretch>
            <a:fillRect/>
          </a:stretch>
        </p:blipFill>
        <p:spPr>
          <a:xfrm>
            <a:off x="2926821" y="857250"/>
            <a:ext cx="3128291" cy="4889127"/>
          </a:xfrm>
          <a:prstGeom prst="rect">
            <a:avLst/>
          </a:prstGeom>
        </p:spPr>
      </p:pic>
      <p:sp>
        <p:nvSpPr>
          <p:cNvPr id="8" name="Rectangle: Rounded Corners 7">
            <a:extLst>
              <a:ext uri="{FF2B5EF4-FFF2-40B4-BE49-F238E27FC236}">
                <a16:creationId xmlns:a16="http://schemas.microsoft.com/office/drawing/2014/main" id="{78C1571F-69C1-AA92-3F82-9EE96A186F29}"/>
              </a:ext>
            </a:extLst>
          </p:cNvPr>
          <p:cNvSpPr/>
          <p:nvPr/>
        </p:nvSpPr>
        <p:spPr>
          <a:xfrm>
            <a:off x="2926821" y="4527395"/>
            <a:ext cx="3128291" cy="535259"/>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63072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412B323-B55C-C06F-2CEA-60655DACA7C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22A7F5E-DEF0-0A47-B1A7-4EBC058A84F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B5AE591-7043-6CDB-4370-832FBF162A57}"/>
              </a:ext>
            </a:extLst>
          </p:cNvPr>
          <p:cNvSpPr>
            <a:spLocks noGrp="1"/>
          </p:cNvSpPr>
          <p:nvPr>
            <p:ph type="sldNum" sz="quarter" idx="4"/>
          </p:nvPr>
        </p:nvSpPr>
        <p:spPr/>
        <p:txBody>
          <a:bodyPr/>
          <a:lstStyle/>
          <a:p>
            <a:fld id="{16A89BA3-132D-40E1-AAB4-CDCD0A14C216}" type="slidenum">
              <a:rPr lang="en-AU" smtClean="0"/>
              <a:pPr/>
              <a:t>13</a:t>
            </a:fld>
            <a:r>
              <a:rPr lang="en-AU"/>
              <a:t>  |</a:t>
            </a:r>
            <a:endParaRPr lang="en-AU" dirty="0"/>
          </a:p>
        </p:txBody>
      </p:sp>
      <p:sp>
        <p:nvSpPr>
          <p:cNvPr id="9" name="Text Placeholder 3">
            <a:extLst>
              <a:ext uri="{FF2B5EF4-FFF2-40B4-BE49-F238E27FC236}">
                <a16:creationId xmlns:a16="http://schemas.microsoft.com/office/drawing/2014/main" id="{30BD3FC1-CCAD-2BB2-F679-C22776513418}"/>
              </a:ext>
            </a:extLst>
          </p:cNvPr>
          <p:cNvSpPr>
            <a:spLocks noGrp="1"/>
          </p:cNvSpPr>
          <p:nvPr>
            <p:ph type="body" sz="quarter" idx="16"/>
          </p:nvPr>
        </p:nvSpPr>
        <p:spPr>
          <a:xfrm>
            <a:off x="0" y="-1"/>
            <a:ext cx="7849590" cy="515008"/>
          </a:xfrm>
        </p:spPr>
        <p:txBody>
          <a:bodyPr>
            <a:noAutofit/>
          </a:bodyPr>
          <a:lstStyle/>
          <a:p>
            <a:r>
              <a:rPr lang="en-US" sz="3200" dirty="0"/>
              <a:t>Query by Example (QBE) in Access</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C47FDC9-D417-F77F-011A-6E9945110E13}"/>
              </a:ext>
            </a:extLst>
          </p:cNvPr>
          <p:cNvSpPr txBox="1"/>
          <p:nvPr/>
        </p:nvSpPr>
        <p:spPr>
          <a:xfrm>
            <a:off x="0" y="950628"/>
            <a:ext cx="2821259" cy="2608086"/>
          </a:xfrm>
          <a:prstGeom prst="rect">
            <a:avLst/>
          </a:prstGeom>
          <a:solidFill>
            <a:schemeClr val="bg1"/>
          </a:solidFill>
          <a:ln>
            <a:solidFill>
              <a:schemeClr val="accent1"/>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Under Sort for LastName → select Ascending.</a:t>
            </a:r>
          </a:p>
        </p:txBody>
      </p:sp>
      <p:pic>
        <p:nvPicPr>
          <p:cNvPr id="5" name="Picture 4">
            <a:extLst>
              <a:ext uri="{FF2B5EF4-FFF2-40B4-BE49-F238E27FC236}">
                <a16:creationId xmlns:a16="http://schemas.microsoft.com/office/drawing/2014/main" id="{714ACA36-EBF0-1704-AD7E-6224A43A3EEC}"/>
              </a:ext>
            </a:extLst>
          </p:cNvPr>
          <p:cNvPicPr>
            <a:picLocks noChangeAspect="1"/>
          </p:cNvPicPr>
          <p:nvPr/>
        </p:nvPicPr>
        <p:blipFill>
          <a:blip r:embed="rId3"/>
          <a:srcRect r="47683" b="21924"/>
          <a:stretch>
            <a:fillRect/>
          </a:stretch>
        </p:blipFill>
        <p:spPr>
          <a:xfrm>
            <a:off x="2926821" y="950628"/>
            <a:ext cx="6217179" cy="5219025"/>
          </a:xfrm>
          <a:prstGeom prst="rect">
            <a:avLst/>
          </a:prstGeom>
          <a:ln w="38100">
            <a:solidFill>
              <a:schemeClr val="accent1"/>
            </a:solidFill>
          </a:ln>
        </p:spPr>
      </p:pic>
      <p:sp>
        <p:nvSpPr>
          <p:cNvPr id="6" name="Rectangle: Rounded Corners 5">
            <a:extLst>
              <a:ext uri="{FF2B5EF4-FFF2-40B4-BE49-F238E27FC236}">
                <a16:creationId xmlns:a16="http://schemas.microsoft.com/office/drawing/2014/main" id="{BEE55A6A-61FB-6ABD-7CDB-D14D3EA1E17A}"/>
              </a:ext>
            </a:extLst>
          </p:cNvPr>
          <p:cNvSpPr/>
          <p:nvPr/>
        </p:nvSpPr>
        <p:spPr>
          <a:xfrm>
            <a:off x="8109774" y="5631366"/>
            <a:ext cx="1034226" cy="178420"/>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39619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2178521-A723-C6F5-1242-385BD462C9E2}"/>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BC3CCE82-AFE1-5DB7-EED0-25FB17DC4382}"/>
              </a:ext>
            </a:extLst>
          </p:cNvPr>
          <p:cNvPicPr>
            <a:picLocks noChangeAspect="1"/>
          </p:cNvPicPr>
          <p:nvPr/>
        </p:nvPicPr>
        <p:blipFill>
          <a:blip r:embed="rId3"/>
          <a:srcRect r="47561" b="24960"/>
          <a:stretch>
            <a:fillRect/>
          </a:stretch>
        </p:blipFill>
        <p:spPr>
          <a:xfrm>
            <a:off x="2926820" y="950628"/>
            <a:ext cx="6217179" cy="5004468"/>
          </a:xfrm>
          <a:prstGeom prst="rect">
            <a:avLst/>
          </a:prstGeom>
        </p:spPr>
      </p:pic>
      <p:sp>
        <p:nvSpPr>
          <p:cNvPr id="3" name="Footer Placeholder 2">
            <a:extLst>
              <a:ext uri="{FF2B5EF4-FFF2-40B4-BE49-F238E27FC236}">
                <a16:creationId xmlns:a16="http://schemas.microsoft.com/office/drawing/2014/main" id="{FFB7FDE8-46D1-A835-F2F9-DC95958ED5A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9E26E5B-3D14-12D9-7732-1D4C323F063A}"/>
              </a:ext>
            </a:extLst>
          </p:cNvPr>
          <p:cNvSpPr>
            <a:spLocks noGrp="1"/>
          </p:cNvSpPr>
          <p:nvPr>
            <p:ph type="sldNum" sz="quarter" idx="4"/>
          </p:nvPr>
        </p:nvSpPr>
        <p:spPr/>
        <p:txBody>
          <a:bodyPr/>
          <a:lstStyle/>
          <a:p>
            <a:fld id="{16A89BA3-132D-40E1-AAB4-CDCD0A14C216}" type="slidenum">
              <a:rPr lang="en-AU" smtClean="0"/>
              <a:pPr/>
              <a:t>14</a:t>
            </a:fld>
            <a:r>
              <a:rPr lang="en-AU"/>
              <a:t>  |</a:t>
            </a:r>
            <a:endParaRPr lang="en-AU" dirty="0"/>
          </a:p>
        </p:txBody>
      </p:sp>
      <p:sp>
        <p:nvSpPr>
          <p:cNvPr id="9" name="Text Placeholder 3">
            <a:extLst>
              <a:ext uri="{FF2B5EF4-FFF2-40B4-BE49-F238E27FC236}">
                <a16:creationId xmlns:a16="http://schemas.microsoft.com/office/drawing/2014/main" id="{4062D811-4B39-EB9C-5FD3-B828471B0C9F}"/>
              </a:ext>
            </a:extLst>
          </p:cNvPr>
          <p:cNvSpPr>
            <a:spLocks noGrp="1"/>
          </p:cNvSpPr>
          <p:nvPr>
            <p:ph type="body" sz="quarter" idx="16"/>
          </p:nvPr>
        </p:nvSpPr>
        <p:spPr>
          <a:xfrm>
            <a:off x="0" y="-1"/>
            <a:ext cx="7849590" cy="515008"/>
          </a:xfrm>
        </p:spPr>
        <p:txBody>
          <a:bodyPr>
            <a:noAutofit/>
          </a:bodyPr>
          <a:lstStyle/>
          <a:p>
            <a:r>
              <a:rPr lang="en-US" sz="3200" dirty="0"/>
              <a:t>Query by Example (QBE) in Access</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ABA032B-CD7B-B310-BF9E-CE05228EC340}"/>
              </a:ext>
            </a:extLst>
          </p:cNvPr>
          <p:cNvSpPr txBox="1"/>
          <p:nvPr/>
        </p:nvSpPr>
        <p:spPr>
          <a:xfrm>
            <a:off x="0" y="950628"/>
            <a:ext cx="2821259" cy="1961755"/>
          </a:xfrm>
          <a:prstGeom prst="rect">
            <a:avLst/>
          </a:prstGeom>
          <a:solidFill>
            <a:schemeClr val="bg1"/>
          </a:solidFill>
          <a:ln>
            <a:solidFill>
              <a:schemeClr val="accent1"/>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Click Run (red !) to see results.</a:t>
            </a:r>
          </a:p>
        </p:txBody>
      </p:sp>
      <p:sp>
        <p:nvSpPr>
          <p:cNvPr id="6" name="Rectangle: Rounded Corners 5">
            <a:extLst>
              <a:ext uri="{FF2B5EF4-FFF2-40B4-BE49-F238E27FC236}">
                <a16:creationId xmlns:a16="http://schemas.microsoft.com/office/drawing/2014/main" id="{DAA671C8-CA7B-6031-AC24-A443C415B7BF}"/>
              </a:ext>
            </a:extLst>
          </p:cNvPr>
          <p:cNvSpPr/>
          <p:nvPr/>
        </p:nvSpPr>
        <p:spPr>
          <a:xfrm>
            <a:off x="3407682" y="1594625"/>
            <a:ext cx="406035" cy="613316"/>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01124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A7D7863-9EC8-44E0-2FDC-5BD0BBCA16A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AD5E13-CB8C-D084-F0D3-745D1C3D875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3FECF72-44A4-8C7F-156C-61FF379CCB4D}"/>
              </a:ext>
            </a:extLst>
          </p:cNvPr>
          <p:cNvSpPr>
            <a:spLocks noGrp="1"/>
          </p:cNvSpPr>
          <p:nvPr>
            <p:ph type="sldNum" sz="quarter" idx="4"/>
          </p:nvPr>
        </p:nvSpPr>
        <p:spPr/>
        <p:txBody>
          <a:bodyPr/>
          <a:lstStyle/>
          <a:p>
            <a:fld id="{16A89BA3-132D-40E1-AAB4-CDCD0A14C216}" type="slidenum">
              <a:rPr lang="en-AU" smtClean="0"/>
              <a:pPr/>
              <a:t>15</a:t>
            </a:fld>
            <a:r>
              <a:rPr lang="en-AU"/>
              <a:t>  |</a:t>
            </a:r>
            <a:endParaRPr lang="en-AU" dirty="0"/>
          </a:p>
        </p:txBody>
      </p:sp>
      <p:sp>
        <p:nvSpPr>
          <p:cNvPr id="9" name="Text Placeholder 3">
            <a:extLst>
              <a:ext uri="{FF2B5EF4-FFF2-40B4-BE49-F238E27FC236}">
                <a16:creationId xmlns:a16="http://schemas.microsoft.com/office/drawing/2014/main" id="{48262481-B22B-A89F-9C18-A85A6999F5B6}"/>
              </a:ext>
            </a:extLst>
          </p:cNvPr>
          <p:cNvSpPr>
            <a:spLocks noGrp="1"/>
          </p:cNvSpPr>
          <p:nvPr>
            <p:ph type="body" sz="quarter" idx="16"/>
          </p:nvPr>
        </p:nvSpPr>
        <p:spPr>
          <a:xfrm>
            <a:off x="0" y="-2"/>
            <a:ext cx="7348654" cy="892099"/>
          </a:xfrm>
        </p:spPr>
        <p:txBody>
          <a:bodyPr>
            <a:noAutofit/>
          </a:bodyPr>
          <a:lstStyle/>
          <a:p>
            <a:r>
              <a:rPr lang="en-US" sz="3200" dirty="0"/>
              <a:t>Hands-on Activity 1: Create </a:t>
            </a:r>
            <a:r>
              <a:rPr lang="en-US" sz="3200" dirty="0" err="1"/>
              <a:t>QRY_CustomerCity</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D7E05756-85DF-3713-2CDB-EDDC2E2193E3}"/>
              </a:ext>
            </a:extLst>
          </p:cNvPr>
          <p:cNvSpPr txBox="1"/>
          <p:nvPr/>
        </p:nvSpPr>
        <p:spPr>
          <a:xfrm>
            <a:off x="0" y="892097"/>
            <a:ext cx="8987882"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Build and save a query that shows LastName and City, sorted A–Z by LastName.</a:t>
            </a:r>
          </a:p>
        </p:txBody>
      </p:sp>
      <p:pic>
        <p:nvPicPr>
          <p:cNvPr id="10" name="Timer">
            <a:hlinkClick r:id="" action="ppaction://media"/>
            <a:extLst>
              <a:ext uri="{FF2B5EF4-FFF2-40B4-BE49-F238E27FC236}">
                <a16:creationId xmlns:a16="http://schemas.microsoft.com/office/drawing/2014/main" id="{8F7C9B53-3846-44D3-DD9E-ED0872571040}"/>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609" t="44255" r="40488" b="39919"/>
          <a:stretch>
            <a:fillRect/>
          </a:stretch>
        </p:blipFill>
        <p:spPr>
          <a:xfrm>
            <a:off x="3629721" y="2856609"/>
            <a:ext cx="1728439" cy="814039"/>
          </a:xfrm>
          <a:prstGeom prst="rect">
            <a:avLst/>
          </a:prstGeom>
          <a:ln w="38100">
            <a:solidFill>
              <a:schemeClr val="accent1"/>
            </a:solidFill>
          </a:ln>
        </p:spPr>
      </p:pic>
    </p:spTree>
    <p:extLst>
      <p:ext uri="{BB962C8B-B14F-4D97-AF65-F5344CB8AC3E}">
        <p14:creationId xmlns:p14="http://schemas.microsoft.com/office/powerpoint/2010/main" val="2299558982"/>
      </p:ext>
    </p:extLst>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A7D7863-9EC8-44E0-2FDC-5BD0BBCA16A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AD5E13-CB8C-D084-F0D3-745D1C3D875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3FECF72-44A4-8C7F-156C-61FF379CCB4D}"/>
              </a:ext>
            </a:extLst>
          </p:cNvPr>
          <p:cNvSpPr>
            <a:spLocks noGrp="1"/>
          </p:cNvSpPr>
          <p:nvPr>
            <p:ph type="sldNum" sz="quarter" idx="4"/>
          </p:nvPr>
        </p:nvSpPr>
        <p:spPr/>
        <p:txBody>
          <a:bodyPr/>
          <a:lstStyle/>
          <a:p>
            <a:fld id="{16A89BA3-132D-40E1-AAB4-CDCD0A14C216}" type="slidenum">
              <a:rPr lang="en-AU" smtClean="0"/>
              <a:pPr/>
              <a:t>16</a:t>
            </a:fld>
            <a:r>
              <a:rPr lang="en-AU"/>
              <a:t>  |</a:t>
            </a:r>
            <a:endParaRPr lang="en-AU" dirty="0"/>
          </a:p>
        </p:txBody>
      </p:sp>
      <p:sp>
        <p:nvSpPr>
          <p:cNvPr id="9" name="Text Placeholder 3">
            <a:extLst>
              <a:ext uri="{FF2B5EF4-FFF2-40B4-BE49-F238E27FC236}">
                <a16:creationId xmlns:a16="http://schemas.microsoft.com/office/drawing/2014/main" id="{48262481-B22B-A89F-9C18-A85A6999F5B6}"/>
              </a:ext>
            </a:extLst>
          </p:cNvPr>
          <p:cNvSpPr>
            <a:spLocks noGrp="1"/>
          </p:cNvSpPr>
          <p:nvPr>
            <p:ph type="body" sz="quarter" idx="16"/>
          </p:nvPr>
        </p:nvSpPr>
        <p:spPr>
          <a:xfrm>
            <a:off x="0" y="-2"/>
            <a:ext cx="7348654" cy="892099"/>
          </a:xfrm>
        </p:spPr>
        <p:txBody>
          <a:bodyPr>
            <a:noAutofit/>
          </a:bodyPr>
          <a:lstStyle/>
          <a:p>
            <a:r>
              <a:rPr lang="en-US" sz="3200" dirty="0"/>
              <a:t>Hands-on Activity 1: Create </a:t>
            </a:r>
            <a:r>
              <a:rPr lang="en-US" sz="3200" dirty="0" err="1"/>
              <a:t>QRY_CustomerCity</a:t>
            </a:r>
            <a:endParaRPr lang="en-AU" sz="3000" dirty="0">
              <a:latin typeface="Calibri" panose="020F0502020204030204" pitchFamily="34" charset="0"/>
              <a:cs typeface="Calibri" panose="020F0502020204030204" pitchFamily="34" charset="0"/>
            </a:endParaRPr>
          </a:p>
        </p:txBody>
      </p:sp>
      <p:sp>
        <p:nvSpPr>
          <p:cNvPr id="7" name="Rectangle 1">
            <a:extLst>
              <a:ext uri="{FF2B5EF4-FFF2-40B4-BE49-F238E27FC236}">
                <a16:creationId xmlns:a16="http://schemas.microsoft.com/office/drawing/2014/main" id="{EE76E309-933D-19EC-39DD-4941A4475AC9}"/>
              </a:ext>
            </a:extLst>
          </p:cNvPr>
          <p:cNvSpPr>
            <a:spLocks noChangeArrowheads="1"/>
          </p:cNvSpPr>
          <p:nvPr/>
        </p:nvSpPr>
        <p:spPr bwMode="auto">
          <a:xfrm>
            <a:off x="0" y="1210578"/>
            <a:ext cx="9144000" cy="67185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Go to Create → Query Design</a:t>
            </a:r>
          </a:p>
        </p:txBody>
      </p:sp>
      <p:pic>
        <p:nvPicPr>
          <p:cNvPr id="11" name="Picture 10">
            <a:extLst>
              <a:ext uri="{FF2B5EF4-FFF2-40B4-BE49-F238E27FC236}">
                <a16:creationId xmlns:a16="http://schemas.microsoft.com/office/drawing/2014/main" id="{8092BD84-C31C-B8A3-7200-9532CCA0171C}"/>
              </a:ext>
            </a:extLst>
          </p:cNvPr>
          <p:cNvPicPr>
            <a:picLocks noChangeAspect="1"/>
          </p:cNvPicPr>
          <p:nvPr/>
        </p:nvPicPr>
        <p:blipFill>
          <a:blip r:embed="rId3"/>
          <a:srcRect r="44147" b="50000"/>
          <a:stretch>
            <a:fillRect/>
          </a:stretch>
        </p:blipFill>
        <p:spPr>
          <a:xfrm>
            <a:off x="2988527" y="2200910"/>
            <a:ext cx="6155473" cy="3099576"/>
          </a:xfrm>
          <a:prstGeom prst="rect">
            <a:avLst/>
          </a:prstGeom>
        </p:spPr>
      </p:pic>
      <p:sp>
        <p:nvSpPr>
          <p:cNvPr id="12" name="Rectangle: Rounded Corners 11">
            <a:extLst>
              <a:ext uri="{FF2B5EF4-FFF2-40B4-BE49-F238E27FC236}">
                <a16:creationId xmlns:a16="http://schemas.microsoft.com/office/drawing/2014/main" id="{8BF9B7FB-9DB0-FC80-8234-1E562ACA69AE}"/>
              </a:ext>
            </a:extLst>
          </p:cNvPr>
          <p:cNvSpPr/>
          <p:nvPr/>
        </p:nvSpPr>
        <p:spPr>
          <a:xfrm>
            <a:off x="5358581" y="2779244"/>
            <a:ext cx="363793" cy="776749"/>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965412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5259624-3C94-391A-087A-173C86DD4A3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8428D11-1554-45B6-A5D3-92ACAAA597B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7AC2F0C-23E5-8CFF-C99E-0E2389EF9E5B}"/>
              </a:ext>
            </a:extLst>
          </p:cNvPr>
          <p:cNvSpPr>
            <a:spLocks noGrp="1"/>
          </p:cNvSpPr>
          <p:nvPr>
            <p:ph type="sldNum" sz="quarter" idx="4"/>
          </p:nvPr>
        </p:nvSpPr>
        <p:spPr/>
        <p:txBody>
          <a:bodyPr/>
          <a:lstStyle/>
          <a:p>
            <a:fld id="{16A89BA3-132D-40E1-AAB4-CDCD0A14C216}" type="slidenum">
              <a:rPr lang="en-AU" smtClean="0"/>
              <a:pPr/>
              <a:t>17</a:t>
            </a:fld>
            <a:r>
              <a:rPr lang="en-AU"/>
              <a:t>  |</a:t>
            </a:r>
            <a:endParaRPr lang="en-AU" dirty="0"/>
          </a:p>
        </p:txBody>
      </p:sp>
      <p:sp>
        <p:nvSpPr>
          <p:cNvPr id="9" name="Text Placeholder 3">
            <a:extLst>
              <a:ext uri="{FF2B5EF4-FFF2-40B4-BE49-F238E27FC236}">
                <a16:creationId xmlns:a16="http://schemas.microsoft.com/office/drawing/2014/main" id="{477D7B20-54CB-3E13-E3F0-3A2CB20FCF3B}"/>
              </a:ext>
            </a:extLst>
          </p:cNvPr>
          <p:cNvSpPr>
            <a:spLocks noGrp="1"/>
          </p:cNvSpPr>
          <p:nvPr>
            <p:ph type="body" sz="quarter" idx="16"/>
          </p:nvPr>
        </p:nvSpPr>
        <p:spPr>
          <a:xfrm>
            <a:off x="0" y="-2"/>
            <a:ext cx="7348654" cy="892099"/>
          </a:xfrm>
        </p:spPr>
        <p:txBody>
          <a:bodyPr>
            <a:noAutofit/>
          </a:bodyPr>
          <a:lstStyle/>
          <a:p>
            <a:r>
              <a:rPr lang="en-US" sz="3200" dirty="0"/>
              <a:t>Hands-on Activity 1: Create </a:t>
            </a:r>
            <a:r>
              <a:rPr lang="en-US" sz="3200" dirty="0" err="1"/>
              <a:t>QRY_CustomerCity</a:t>
            </a:r>
            <a:endParaRPr lang="en-AU" sz="3000" dirty="0">
              <a:latin typeface="Calibri" panose="020F0502020204030204" pitchFamily="34" charset="0"/>
              <a:cs typeface="Calibri" panose="020F0502020204030204" pitchFamily="34" charset="0"/>
            </a:endParaRPr>
          </a:p>
        </p:txBody>
      </p:sp>
      <p:sp>
        <p:nvSpPr>
          <p:cNvPr id="7" name="Rectangle 1">
            <a:extLst>
              <a:ext uri="{FF2B5EF4-FFF2-40B4-BE49-F238E27FC236}">
                <a16:creationId xmlns:a16="http://schemas.microsoft.com/office/drawing/2014/main" id="{896D63A1-83E7-9DA4-D272-207AC1E41088}"/>
              </a:ext>
            </a:extLst>
          </p:cNvPr>
          <p:cNvSpPr>
            <a:spLocks noChangeArrowheads="1"/>
          </p:cNvSpPr>
          <p:nvPr/>
        </p:nvSpPr>
        <p:spPr bwMode="auto">
          <a:xfrm>
            <a:off x="0" y="1352353"/>
            <a:ext cx="9144000" cy="66909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514350" lvl="0" indent="-514350" eaLnBrk="0" fontAlgn="base" hangingPunct="0">
              <a:lnSpc>
                <a:spcPct val="150000"/>
              </a:lnSpc>
              <a:spcBef>
                <a:spcPct val="0"/>
              </a:spcBef>
              <a:spcAft>
                <a:spcPct val="0"/>
              </a:spcAft>
              <a:buFont typeface="+mj-lt"/>
              <a:buAutoNum type="arabicPeriod" startAt="2"/>
            </a:pPr>
            <a:r>
              <a:rPr lang="en-US" sz="2800" dirty="0">
                <a:latin typeface="Calibir"/>
              </a:rPr>
              <a:t>In Show Table, double-click Customers → Close</a:t>
            </a:r>
            <a:endParaRPr kumimoji="0" lang="en-US" altLang="en-US" sz="2800" i="0" u="none" strike="noStrike" cap="none" normalizeH="0" baseline="0" dirty="0">
              <a:ln>
                <a:noFill/>
              </a:ln>
              <a:solidFill>
                <a:schemeClr val="tx1"/>
              </a:solidFill>
              <a:effectLst/>
              <a:latin typeface="Calibir"/>
            </a:endParaRPr>
          </a:p>
        </p:txBody>
      </p:sp>
      <p:pic>
        <p:nvPicPr>
          <p:cNvPr id="5" name="Picture 4">
            <a:extLst>
              <a:ext uri="{FF2B5EF4-FFF2-40B4-BE49-F238E27FC236}">
                <a16:creationId xmlns:a16="http://schemas.microsoft.com/office/drawing/2014/main" id="{0ECE3165-0A02-55B4-D600-0F1C63A301DC}"/>
              </a:ext>
            </a:extLst>
          </p:cNvPr>
          <p:cNvPicPr>
            <a:picLocks noChangeAspect="1"/>
          </p:cNvPicPr>
          <p:nvPr/>
        </p:nvPicPr>
        <p:blipFill>
          <a:blip r:embed="rId3"/>
          <a:srcRect t="-1" b="5413"/>
          <a:stretch>
            <a:fillRect/>
          </a:stretch>
        </p:blipFill>
        <p:spPr>
          <a:xfrm>
            <a:off x="363793" y="2379993"/>
            <a:ext cx="8416413" cy="4478007"/>
          </a:xfrm>
          <a:prstGeom prst="rect">
            <a:avLst/>
          </a:prstGeom>
        </p:spPr>
      </p:pic>
    </p:spTree>
    <p:extLst>
      <p:ext uri="{BB962C8B-B14F-4D97-AF65-F5344CB8AC3E}">
        <p14:creationId xmlns:p14="http://schemas.microsoft.com/office/powerpoint/2010/main" val="2198977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4CB215-50A8-A1AE-3445-05ED3C5AE254}"/>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8AD7E201-0C0E-B6A9-03E6-03129F39F9BD}"/>
              </a:ext>
            </a:extLst>
          </p:cNvPr>
          <p:cNvPicPr>
            <a:picLocks noChangeAspect="1"/>
          </p:cNvPicPr>
          <p:nvPr/>
        </p:nvPicPr>
        <p:blipFill>
          <a:blip r:embed="rId3"/>
          <a:srcRect b="23572"/>
          <a:stretch>
            <a:fillRect/>
          </a:stretch>
        </p:blipFill>
        <p:spPr>
          <a:xfrm>
            <a:off x="0" y="2579411"/>
            <a:ext cx="9144000" cy="3931060"/>
          </a:xfrm>
          <a:prstGeom prst="rect">
            <a:avLst/>
          </a:prstGeom>
        </p:spPr>
      </p:pic>
      <p:sp>
        <p:nvSpPr>
          <p:cNvPr id="7" name="Rectangle 1">
            <a:extLst>
              <a:ext uri="{FF2B5EF4-FFF2-40B4-BE49-F238E27FC236}">
                <a16:creationId xmlns:a16="http://schemas.microsoft.com/office/drawing/2014/main" id="{C3C048BE-EA92-A46E-0C63-0E1BA073E9AD}"/>
              </a:ext>
            </a:extLst>
          </p:cNvPr>
          <p:cNvSpPr>
            <a:spLocks noChangeArrowheads="1"/>
          </p:cNvSpPr>
          <p:nvPr/>
        </p:nvSpPr>
        <p:spPr bwMode="auto">
          <a:xfrm>
            <a:off x="0" y="913775"/>
            <a:ext cx="9144000" cy="1315425"/>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514350" lvl="0" indent="-514350" eaLnBrk="0" fontAlgn="base" hangingPunct="0">
              <a:lnSpc>
                <a:spcPct val="150000"/>
              </a:lnSpc>
              <a:spcBef>
                <a:spcPct val="0"/>
              </a:spcBef>
              <a:spcAft>
                <a:spcPct val="0"/>
              </a:spcAft>
              <a:buFont typeface="+mj-lt"/>
              <a:buAutoNum type="arabicPeriod" startAt="3"/>
            </a:pPr>
            <a:r>
              <a:rPr lang="en-US" sz="2800" dirty="0">
                <a:latin typeface="Calibir"/>
              </a:rPr>
              <a:t>In the top pane, drag LastName to the first column of the grid</a:t>
            </a:r>
            <a:endParaRPr kumimoji="0" lang="en-US" altLang="en-US" sz="2800" i="0" u="none" strike="noStrike" cap="none" normalizeH="0" baseline="0" dirty="0">
              <a:ln>
                <a:noFill/>
              </a:ln>
              <a:solidFill>
                <a:schemeClr val="tx1"/>
              </a:solidFill>
              <a:effectLst/>
              <a:latin typeface="Calibir"/>
            </a:endParaRPr>
          </a:p>
        </p:txBody>
      </p:sp>
      <p:sp>
        <p:nvSpPr>
          <p:cNvPr id="3" name="Footer Placeholder 2">
            <a:extLst>
              <a:ext uri="{FF2B5EF4-FFF2-40B4-BE49-F238E27FC236}">
                <a16:creationId xmlns:a16="http://schemas.microsoft.com/office/drawing/2014/main" id="{49BCF684-C3D5-E565-93D8-902F845E4A7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31CE140-F229-6EC5-BF0A-A1CDC4862E2B}"/>
              </a:ext>
            </a:extLst>
          </p:cNvPr>
          <p:cNvSpPr>
            <a:spLocks noGrp="1"/>
          </p:cNvSpPr>
          <p:nvPr>
            <p:ph type="sldNum" sz="quarter" idx="4"/>
          </p:nvPr>
        </p:nvSpPr>
        <p:spPr/>
        <p:txBody>
          <a:bodyPr/>
          <a:lstStyle/>
          <a:p>
            <a:fld id="{16A89BA3-132D-40E1-AAB4-CDCD0A14C216}" type="slidenum">
              <a:rPr lang="en-AU" smtClean="0"/>
              <a:pPr/>
              <a:t>18</a:t>
            </a:fld>
            <a:r>
              <a:rPr lang="en-AU"/>
              <a:t>  |</a:t>
            </a:r>
            <a:endParaRPr lang="en-AU" dirty="0"/>
          </a:p>
        </p:txBody>
      </p:sp>
      <p:sp>
        <p:nvSpPr>
          <p:cNvPr id="9" name="Text Placeholder 3">
            <a:extLst>
              <a:ext uri="{FF2B5EF4-FFF2-40B4-BE49-F238E27FC236}">
                <a16:creationId xmlns:a16="http://schemas.microsoft.com/office/drawing/2014/main" id="{270E01E7-A2C5-9E8A-4C47-57C63511E185}"/>
              </a:ext>
            </a:extLst>
          </p:cNvPr>
          <p:cNvSpPr>
            <a:spLocks noGrp="1"/>
          </p:cNvSpPr>
          <p:nvPr>
            <p:ph type="body" sz="quarter" idx="16"/>
          </p:nvPr>
        </p:nvSpPr>
        <p:spPr>
          <a:xfrm>
            <a:off x="0" y="-2"/>
            <a:ext cx="7348654" cy="892099"/>
          </a:xfrm>
        </p:spPr>
        <p:txBody>
          <a:bodyPr>
            <a:noAutofit/>
          </a:bodyPr>
          <a:lstStyle/>
          <a:p>
            <a:r>
              <a:rPr lang="en-US" sz="3200" dirty="0"/>
              <a:t>Hands-on Activity 1: Create </a:t>
            </a:r>
            <a:r>
              <a:rPr lang="en-US" sz="3200" dirty="0" err="1"/>
              <a:t>QRY_CustomerCity</a:t>
            </a:r>
            <a:endParaRPr lang="en-AU" sz="3000" dirty="0">
              <a:latin typeface="Calibri" panose="020F0502020204030204" pitchFamily="34" charset="0"/>
              <a:cs typeface="Calibri" panose="020F0502020204030204" pitchFamily="34" charset="0"/>
            </a:endParaRPr>
          </a:p>
        </p:txBody>
      </p:sp>
      <p:sp>
        <p:nvSpPr>
          <p:cNvPr id="8" name="Rectangle: Rounded Corners 7">
            <a:extLst>
              <a:ext uri="{FF2B5EF4-FFF2-40B4-BE49-F238E27FC236}">
                <a16:creationId xmlns:a16="http://schemas.microsoft.com/office/drawing/2014/main" id="{A3586FDF-B8BB-6508-DC76-CC04CF8C31B4}"/>
              </a:ext>
            </a:extLst>
          </p:cNvPr>
          <p:cNvSpPr/>
          <p:nvPr/>
        </p:nvSpPr>
        <p:spPr>
          <a:xfrm>
            <a:off x="3097162" y="4303285"/>
            <a:ext cx="1229032" cy="111400"/>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Connector: Elbow 10">
            <a:extLst>
              <a:ext uri="{FF2B5EF4-FFF2-40B4-BE49-F238E27FC236}">
                <a16:creationId xmlns:a16="http://schemas.microsoft.com/office/drawing/2014/main" id="{53A2ECBD-080B-1676-385A-99B05D14C756}"/>
              </a:ext>
            </a:extLst>
          </p:cNvPr>
          <p:cNvCxnSpPr>
            <a:cxnSpLocks/>
          </p:cNvCxnSpPr>
          <p:nvPr/>
        </p:nvCxnSpPr>
        <p:spPr>
          <a:xfrm rot="16200000" flipH="1">
            <a:off x="2629525" y="4792622"/>
            <a:ext cx="1525208" cy="58993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75709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378078B-3245-F368-D2CF-5EB86FEF1CF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04DE500-D260-B1D5-0D6B-B396BD6E9627}"/>
              </a:ext>
            </a:extLst>
          </p:cNvPr>
          <p:cNvPicPr>
            <a:picLocks noChangeAspect="1"/>
          </p:cNvPicPr>
          <p:nvPr/>
        </p:nvPicPr>
        <p:blipFill>
          <a:blip r:embed="rId3"/>
          <a:srcRect b="7707"/>
          <a:stretch>
            <a:fillRect/>
          </a:stretch>
        </p:blipFill>
        <p:spPr>
          <a:xfrm>
            <a:off x="471948" y="2229200"/>
            <a:ext cx="8200103" cy="4257110"/>
          </a:xfrm>
          <a:prstGeom prst="rect">
            <a:avLst/>
          </a:prstGeom>
        </p:spPr>
      </p:pic>
      <p:sp>
        <p:nvSpPr>
          <p:cNvPr id="7" name="Rectangle 1">
            <a:extLst>
              <a:ext uri="{FF2B5EF4-FFF2-40B4-BE49-F238E27FC236}">
                <a16:creationId xmlns:a16="http://schemas.microsoft.com/office/drawing/2014/main" id="{90251D02-3C25-07FD-A847-52AE415F1C3E}"/>
              </a:ext>
            </a:extLst>
          </p:cNvPr>
          <p:cNvSpPr>
            <a:spLocks noChangeArrowheads="1"/>
          </p:cNvSpPr>
          <p:nvPr/>
        </p:nvSpPr>
        <p:spPr bwMode="auto">
          <a:xfrm>
            <a:off x="0" y="913775"/>
            <a:ext cx="9144000" cy="1315425"/>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514350" lvl="0" indent="-514350" eaLnBrk="0" fontAlgn="base" hangingPunct="0">
              <a:lnSpc>
                <a:spcPct val="150000"/>
              </a:lnSpc>
              <a:spcBef>
                <a:spcPct val="0"/>
              </a:spcBef>
              <a:spcAft>
                <a:spcPct val="0"/>
              </a:spcAft>
              <a:buFont typeface="+mj-lt"/>
              <a:buAutoNum type="arabicPeriod" startAt="3"/>
            </a:pPr>
            <a:r>
              <a:rPr lang="en-US" sz="2800" dirty="0">
                <a:latin typeface="Calibir"/>
              </a:rPr>
              <a:t>In the top pane, drag LastName to the first column of the grid</a:t>
            </a:r>
            <a:endParaRPr kumimoji="0" lang="en-US" altLang="en-US" sz="2800" i="0" u="none" strike="noStrike" cap="none" normalizeH="0" baseline="0" dirty="0">
              <a:ln>
                <a:noFill/>
              </a:ln>
              <a:solidFill>
                <a:schemeClr val="tx1"/>
              </a:solidFill>
              <a:effectLst/>
              <a:latin typeface="Calibir"/>
            </a:endParaRPr>
          </a:p>
        </p:txBody>
      </p:sp>
      <p:sp>
        <p:nvSpPr>
          <p:cNvPr id="3" name="Footer Placeholder 2">
            <a:extLst>
              <a:ext uri="{FF2B5EF4-FFF2-40B4-BE49-F238E27FC236}">
                <a16:creationId xmlns:a16="http://schemas.microsoft.com/office/drawing/2014/main" id="{B6270BF0-B385-9763-5229-C62C4AD0D8B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1F3FE5F-9A49-145D-9C92-8DF6D2B0B96A}"/>
              </a:ext>
            </a:extLst>
          </p:cNvPr>
          <p:cNvSpPr>
            <a:spLocks noGrp="1"/>
          </p:cNvSpPr>
          <p:nvPr>
            <p:ph type="sldNum" sz="quarter" idx="4"/>
          </p:nvPr>
        </p:nvSpPr>
        <p:spPr/>
        <p:txBody>
          <a:bodyPr/>
          <a:lstStyle/>
          <a:p>
            <a:fld id="{16A89BA3-132D-40E1-AAB4-CDCD0A14C216}" type="slidenum">
              <a:rPr lang="en-AU" smtClean="0"/>
              <a:pPr/>
              <a:t>19</a:t>
            </a:fld>
            <a:r>
              <a:rPr lang="en-AU"/>
              <a:t>  |</a:t>
            </a:r>
            <a:endParaRPr lang="en-AU" dirty="0"/>
          </a:p>
        </p:txBody>
      </p:sp>
      <p:sp>
        <p:nvSpPr>
          <p:cNvPr id="9" name="Text Placeholder 3">
            <a:extLst>
              <a:ext uri="{FF2B5EF4-FFF2-40B4-BE49-F238E27FC236}">
                <a16:creationId xmlns:a16="http://schemas.microsoft.com/office/drawing/2014/main" id="{4F7C9C2F-9A47-5B59-62B4-F9CAB1878CE9}"/>
              </a:ext>
            </a:extLst>
          </p:cNvPr>
          <p:cNvSpPr>
            <a:spLocks noGrp="1"/>
          </p:cNvSpPr>
          <p:nvPr>
            <p:ph type="body" sz="quarter" idx="16"/>
          </p:nvPr>
        </p:nvSpPr>
        <p:spPr>
          <a:xfrm>
            <a:off x="0" y="-2"/>
            <a:ext cx="7348654" cy="892099"/>
          </a:xfrm>
        </p:spPr>
        <p:txBody>
          <a:bodyPr>
            <a:noAutofit/>
          </a:bodyPr>
          <a:lstStyle/>
          <a:p>
            <a:r>
              <a:rPr lang="en-US" sz="3200" dirty="0"/>
              <a:t>Hands-on Activity 1: Create </a:t>
            </a:r>
            <a:r>
              <a:rPr lang="en-US" sz="3200" dirty="0" err="1"/>
              <a:t>QRY_CustomerCity</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8007050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2E01372-1E22-063C-D6C0-368312FB651B}"/>
            </a:ext>
          </a:extLst>
        </p:cNvPr>
        <p:cNvGrpSpPr/>
        <p:nvPr/>
      </p:nvGrpSpPr>
      <p:grpSpPr>
        <a:xfrm>
          <a:off x="0" y="0"/>
          <a:ext cx="0" cy="0"/>
          <a:chOff x="0" y="0"/>
          <a:chExt cx="0" cy="0"/>
        </a:xfrm>
      </p:grpSpPr>
      <p:sp>
        <p:nvSpPr>
          <p:cNvPr id="7" name="Rectangle 1">
            <a:extLst>
              <a:ext uri="{FF2B5EF4-FFF2-40B4-BE49-F238E27FC236}">
                <a16:creationId xmlns:a16="http://schemas.microsoft.com/office/drawing/2014/main" id="{5F293642-366F-4FBD-3432-B821FA0A9737}"/>
              </a:ext>
            </a:extLst>
          </p:cNvPr>
          <p:cNvSpPr>
            <a:spLocks noChangeArrowheads="1"/>
          </p:cNvSpPr>
          <p:nvPr/>
        </p:nvSpPr>
        <p:spPr bwMode="auto">
          <a:xfrm>
            <a:off x="0" y="1236941"/>
            <a:ext cx="9144000" cy="66909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4.    Drag City to the second column</a:t>
            </a:r>
            <a:endParaRPr kumimoji="0" lang="en-US" altLang="en-US" sz="2800" i="0" u="none" strike="noStrike" cap="none" normalizeH="0" baseline="0" dirty="0">
              <a:ln>
                <a:noFill/>
              </a:ln>
              <a:solidFill>
                <a:schemeClr val="tx1"/>
              </a:solidFill>
              <a:effectLst/>
              <a:latin typeface="Calibir"/>
            </a:endParaRPr>
          </a:p>
        </p:txBody>
      </p:sp>
      <p:sp>
        <p:nvSpPr>
          <p:cNvPr id="3" name="Footer Placeholder 2">
            <a:extLst>
              <a:ext uri="{FF2B5EF4-FFF2-40B4-BE49-F238E27FC236}">
                <a16:creationId xmlns:a16="http://schemas.microsoft.com/office/drawing/2014/main" id="{308F2BCD-F261-3418-E9E6-02B4BDFF75F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19A1B14-C1AE-5DFE-E1F7-FA1A6579B116}"/>
              </a:ext>
            </a:extLst>
          </p:cNvPr>
          <p:cNvSpPr>
            <a:spLocks noGrp="1"/>
          </p:cNvSpPr>
          <p:nvPr>
            <p:ph type="sldNum" sz="quarter" idx="4"/>
          </p:nvPr>
        </p:nvSpPr>
        <p:spPr/>
        <p:txBody>
          <a:bodyPr/>
          <a:lstStyle/>
          <a:p>
            <a:fld id="{16A89BA3-132D-40E1-AAB4-CDCD0A14C216}" type="slidenum">
              <a:rPr lang="en-AU" smtClean="0"/>
              <a:pPr/>
              <a:t>20</a:t>
            </a:fld>
            <a:r>
              <a:rPr lang="en-AU"/>
              <a:t>  |</a:t>
            </a:r>
            <a:endParaRPr lang="en-AU" dirty="0"/>
          </a:p>
        </p:txBody>
      </p:sp>
      <p:sp>
        <p:nvSpPr>
          <p:cNvPr id="9" name="Text Placeholder 3">
            <a:extLst>
              <a:ext uri="{FF2B5EF4-FFF2-40B4-BE49-F238E27FC236}">
                <a16:creationId xmlns:a16="http://schemas.microsoft.com/office/drawing/2014/main" id="{068BE0BA-83D6-E6D4-4A9E-83B68CE60E39}"/>
              </a:ext>
            </a:extLst>
          </p:cNvPr>
          <p:cNvSpPr>
            <a:spLocks noGrp="1"/>
          </p:cNvSpPr>
          <p:nvPr>
            <p:ph type="body" sz="quarter" idx="16"/>
          </p:nvPr>
        </p:nvSpPr>
        <p:spPr>
          <a:xfrm>
            <a:off x="0" y="-2"/>
            <a:ext cx="7348654" cy="892099"/>
          </a:xfrm>
        </p:spPr>
        <p:txBody>
          <a:bodyPr>
            <a:noAutofit/>
          </a:bodyPr>
          <a:lstStyle/>
          <a:p>
            <a:r>
              <a:rPr lang="en-US" sz="3200" dirty="0"/>
              <a:t>Hands-on Activity 1: Create </a:t>
            </a:r>
            <a:r>
              <a:rPr lang="en-US" sz="3200" dirty="0" err="1"/>
              <a:t>QRY_CustomerCity</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CBA0FE27-01D1-4D45-5B24-965BB145FF21}"/>
              </a:ext>
            </a:extLst>
          </p:cNvPr>
          <p:cNvPicPr>
            <a:picLocks noChangeAspect="1"/>
          </p:cNvPicPr>
          <p:nvPr/>
        </p:nvPicPr>
        <p:blipFill>
          <a:blip r:embed="rId3"/>
          <a:srcRect b="5603"/>
          <a:stretch>
            <a:fillRect/>
          </a:stretch>
        </p:blipFill>
        <p:spPr>
          <a:xfrm>
            <a:off x="249464" y="1920101"/>
            <a:ext cx="8645071" cy="4590370"/>
          </a:xfrm>
          <a:prstGeom prst="rect">
            <a:avLst/>
          </a:prstGeom>
        </p:spPr>
      </p:pic>
      <p:sp>
        <p:nvSpPr>
          <p:cNvPr id="8" name="Rectangle: Rounded Corners 7">
            <a:extLst>
              <a:ext uri="{FF2B5EF4-FFF2-40B4-BE49-F238E27FC236}">
                <a16:creationId xmlns:a16="http://schemas.microsoft.com/office/drawing/2014/main" id="{0493D9F5-BB8B-7C80-8E19-F074A189115F}"/>
              </a:ext>
            </a:extLst>
          </p:cNvPr>
          <p:cNvSpPr/>
          <p:nvPr/>
        </p:nvSpPr>
        <p:spPr>
          <a:xfrm>
            <a:off x="4031226" y="4975123"/>
            <a:ext cx="737419" cy="363793"/>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Connector: Elbow 10">
            <a:extLst>
              <a:ext uri="{FF2B5EF4-FFF2-40B4-BE49-F238E27FC236}">
                <a16:creationId xmlns:a16="http://schemas.microsoft.com/office/drawing/2014/main" id="{756CBF42-0F9C-8C92-6B9A-200284FCD044}"/>
              </a:ext>
            </a:extLst>
          </p:cNvPr>
          <p:cNvCxnSpPr>
            <a:cxnSpLocks/>
          </p:cNvCxnSpPr>
          <p:nvPr/>
        </p:nvCxnSpPr>
        <p:spPr>
          <a:xfrm rot="16200000" flipH="1">
            <a:off x="3486894" y="4013603"/>
            <a:ext cx="1157488" cy="73741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838262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8C1DB97-CC8B-CF76-2BEB-C162970E1CA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359EED8-D84F-1437-C00F-4ABB50E0743D}"/>
              </a:ext>
            </a:extLst>
          </p:cNvPr>
          <p:cNvPicPr>
            <a:picLocks noChangeAspect="1"/>
          </p:cNvPicPr>
          <p:nvPr/>
        </p:nvPicPr>
        <p:blipFill>
          <a:blip r:embed="rId3"/>
          <a:srcRect b="24146"/>
          <a:stretch>
            <a:fillRect/>
          </a:stretch>
        </p:blipFill>
        <p:spPr>
          <a:xfrm>
            <a:off x="0" y="2063652"/>
            <a:ext cx="9144000" cy="3901563"/>
          </a:xfrm>
          <a:prstGeom prst="rect">
            <a:avLst/>
          </a:prstGeom>
        </p:spPr>
      </p:pic>
      <p:sp>
        <p:nvSpPr>
          <p:cNvPr id="7" name="Rectangle 1">
            <a:extLst>
              <a:ext uri="{FF2B5EF4-FFF2-40B4-BE49-F238E27FC236}">
                <a16:creationId xmlns:a16="http://schemas.microsoft.com/office/drawing/2014/main" id="{4DC88937-DE11-4940-9FCE-0B8EEDAF765E}"/>
              </a:ext>
            </a:extLst>
          </p:cNvPr>
          <p:cNvSpPr>
            <a:spLocks noChangeArrowheads="1"/>
          </p:cNvSpPr>
          <p:nvPr/>
        </p:nvSpPr>
        <p:spPr bwMode="auto">
          <a:xfrm>
            <a:off x="0" y="1236941"/>
            <a:ext cx="9144000" cy="66909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5.    In the Sort row under LastName, choose Ascending</a:t>
            </a:r>
            <a:endParaRPr kumimoji="0" lang="en-US" altLang="en-US" sz="2800" i="0" u="none" strike="noStrike" cap="none" normalizeH="0" baseline="0" dirty="0">
              <a:ln>
                <a:noFill/>
              </a:ln>
              <a:solidFill>
                <a:schemeClr val="tx1"/>
              </a:solidFill>
              <a:effectLst/>
              <a:latin typeface="Calibir"/>
            </a:endParaRPr>
          </a:p>
        </p:txBody>
      </p:sp>
      <p:sp>
        <p:nvSpPr>
          <p:cNvPr id="3" name="Footer Placeholder 2">
            <a:extLst>
              <a:ext uri="{FF2B5EF4-FFF2-40B4-BE49-F238E27FC236}">
                <a16:creationId xmlns:a16="http://schemas.microsoft.com/office/drawing/2014/main" id="{76E22C96-CA4D-7992-E857-E6611819880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4AD6EC2-68AD-62F4-6F86-EE34D5B972AD}"/>
              </a:ext>
            </a:extLst>
          </p:cNvPr>
          <p:cNvSpPr>
            <a:spLocks noGrp="1"/>
          </p:cNvSpPr>
          <p:nvPr>
            <p:ph type="sldNum" sz="quarter" idx="4"/>
          </p:nvPr>
        </p:nvSpPr>
        <p:spPr/>
        <p:txBody>
          <a:bodyPr/>
          <a:lstStyle/>
          <a:p>
            <a:fld id="{16A89BA3-132D-40E1-AAB4-CDCD0A14C216}" type="slidenum">
              <a:rPr lang="en-AU" smtClean="0"/>
              <a:pPr/>
              <a:t>21</a:t>
            </a:fld>
            <a:r>
              <a:rPr lang="en-AU"/>
              <a:t>  |</a:t>
            </a:r>
            <a:endParaRPr lang="en-AU" dirty="0"/>
          </a:p>
        </p:txBody>
      </p:sp>
      <p:sp>
        <p:nvSpPr>
          <p:cNvPr id="9" name="Text Placeholder 3">
            <a:extLst>
              <a:ext uri="{FF2B5EF4-FFF2-40B4-BE49-F238E27FC236}">
                <a16:creationId xmlns:a16="http://schemas.microsoft.com/office/drawing/2014/main" id="{9A7C3786-4BD1-FD08-756E-6F8ABD7B33F8}"/>
              </a:ext>
            </a:extLst>
          </p:cNvPr>
          <p:cNvSpPr>
            <a:spLocks noGrp="1"/>
          </p:cNvSpPr>
          <p:nvPr>
            <p:ph type="body" sz="quarter" idx="16"/>
          </p:nvPr>
        </p:nvSpPr>
        <p:spPr>
          <a:xfrm>
            <a:off x="0" y="-2"/>
            <a:ext cx="7348654" cy="892099"/>
          </a:xfrm>
        </p:spPr>
        <p:txBody>
          <a:bodyPr>
            <a:noAutofit/>
          </a:bodyPr>
          <a:lstStyle/>
          <a:p>
            <a:r>
              <a:rPr lang="en-US" sz="3200" dirty="0"/>
              <a:t>Hands-on Activity 1: Create </a:t>
            </a:r>
            <a:r>
              <a:rPr lang="en-US" sz="3200" dirty="0" err="1"/>
              <a:t>QRY_CustomerCity</a:t>
            </a:r>
            <a:endParaRPr lang="en-AU" sz="3000" dirty="0">
              <a:latin typeface="Calibri" panose="020F0502020204030204" pitchFamily="34" charset="0"/>
              <a:cs typeface="Calibri" panose="020F0502020204030204" pitchFamily="34" charset="0"/>
            </a:endParaRPr>
          </a:p>
        </p:txBody>
      </p:sp>
      <p:sp>
        <p:nvSpPr>
          <p:cNvPr id="8" name="Rectangle: Rounded Corners 7">
            <a:extLst>
              <a:ext uri="{FF2B5EF4-FFF2-40B4-BE49-F238E27FC236}">
                <a16:creationId xmlns:a16="http://schemas.microsoft.com/office/drawing/2014/main" id="{73742FC0-7630-1B19-2032-A00FB73493B3}"/>
              </a:ext>
            </a:extLst>
          </p:cNvPr>
          <p:cNvSpPr/>
          <p:nvPr/>
        </p:nvSpPr>
        <p:spPr>
          <a:xfrm>
            <a:off x="2936908" y="5309419"/>
            <a:ext cx="1113982" cy="655796"/>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074868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87A8E19-D967-D399-1764-F474E77DC57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A8DD0CA-D8D4-E16B-C03B-D9B203468C41}"/>
              </a:ext>
            </a:extLst>
          </p:cNvPr>
          <p:cNvPicPr>
            <a:picLocks noChangeAspect="1"/>
          </p:cNvPicPr>
          <p:nvPr/>
        </p:nvPicPr>
        <p:blipFill>
          <a:blip r:embed="rId3"/>
          <a:srcRect b="24146"/>
          <a:stretch>
            <a:fillRect/>
          </a:stretch>
        </p:blipFill>
        <p:spPr>
          <a:xfrm>
            <a:off x="0" y="2063652"/>
            <a:ext cx="9144000" cy="3901563"/>
          </a:xfrm>
          <a:prstGeom prst="rect">
            <a:avLst/>
          </a:prstGeom>
        </p:spPr>
      </p:pic>
      <p:sp>
        <p:nvSpPr>
          <p:cNvPr id="7" name="Rectangle 1">
            <a:extLst>
              <a:ext uri="{FF2B5EF4-FFF2-40B4-BE49-F238E27FC236}">
                <a16:creationId xmlns:a16="http://schemas.microsoft.com/office/drawing/2014/main" id="{ABAC6262-8083-1E3A-46A3-45F9D83F7626}"/>
              </a:ext>
            </a:extLst>
          </p:cNvPr>
          <p:cNvSpPr>
            <a:spLocks noChangeArrowheads="1"/>
          </p:cNvSpPr>
          <p:nvPr/>
        </p:nvSpPr>
        <p:spPr bwMode="auto">
          <a:xfrm>
            <a:off x="0" y="1236941"/>
            <a:ext cx="9144000" cy="66909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6.    Make sure Show is ticked for both fields</a:t>
            </a:r>
            <a:endParaRPr kumimoji="0" lang="en-US" altLang="en-US" sz="2800" i="0" u="none" strike="noStrike" cap="none" normalizeH="0" baseline="0" dirty="0">
              <a:ln>
                <a:noFill/>
              </a:ln>
              <a:solidFill>
                <a:schemeClr val="tx1"/>
              </a:solidFill>
              <a:effectLst/>
              <a:latin typeface="Calibir"/>
            </a:endParaRPr>
          </a:p>
        </p:txBody>
      </p:sp>
      <p:sp>
        <p:nvSpPr>
          <p:cNvPr id="3" name="Footer Placeholder 2">
            <a:extLst>
              <a:ext uri="{FF2B5EF4-FFF2-40B4-BE49-F238E27FC236}">
                <a16:creationId xmlns:a16="http://schemas.microsoft.com/office/drawing/2014/main" id="{95D48DC6-D44E-7EDA-B853-667328C3FA1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583D06B-298B-B7EE-FB8C-30352BB2CC01}"/>
              </a:ext>
            </a:extLst>
          </p:cNvPr>
          <p:cNvSpPr>
            <a:spLocks noGrp="1"/>
          </p:cNvSpPr>
          <p:nvPr>
            <p:ph type="sldNum" sz="quarter" idx="4"/>
          </p:nvPr>
        </p:nvSpPr>
        <p:spPr/>
        <p:txBody>
          <a:bodyPr/>
          <a:lstStyle/>
          <a:p>
            <a:fld id="{16A89BA3-132D-40E1-AAB4-CDCD0A14C216}" type="slidenum">
              <a:rPr lang="en-AU" smtClean="0"/>
              <a:pPr/>
              <a:t>22</a:t>
            </a:fld>
            <a:r>
              <a:rPr lang="en-AU"/>
              <a:t>  |</a:t>
            </a:r>
            <a:endParaRPr lang="en-AU" dirty="0"/>
          </a:p>
        </p:txBody>
      </p:sp>
      <p:sp>
        <p:nvSpPr>
          <p:cNvPr id="9" name="Text Placeholder 3">
            <a:extLst>
              <a:ext uri="{FF2B5EF4-FFF2-40B4-BE49-F238E27FC236}">
                <a16:creationId xmlns:a16="http://schemas.microsoft.com/office/drawing/2014/main" id="{955E509B-144A-8E26-0892-83776365C2EB}"/>
              </a:ext>
            </a:extLst>
          </p:cNvPr>
          <p:cNvSpPr>
            <a:spLocks noGrp="1"/>
          </p:cNvSpPr>
          <p:nvPr>
            <p:ph type="body" sz="quarter" idx="16"/>
          </p:nvPr>
        </p:nvSpPr>
        <p:spPr>
          <a:xfrm>
            <a:off x="0" y="-2"/>
            <a:ext cx="7348654" cy="892099"/>
          </a:xfrm>
        </p:spPr>
        <p:txBody>
          <a:bodyPr>
            <a:noAutofit/>
          </a:bodyPr>
          <a:lstStyle/>
          <a:p>
            <a:r>
              <a:rPr lang="en-US" sz="3200" dirty="0"/>
              <a:t>Hands-on Activity 1: Create </a:t>
            </a:r>
            <a:r>
              <a:rPr lang="en-US" sz="3200" dirty="0" err="1"/>
              <a:t>QRY_CustomerCity</a:t>
            </a:r>
            <a:endParaRPr lang="en-AU" sz="3000" dirty="0">
              <a:latin typeface="Calibri" panose="020F0502020204030204" pitchFamily="34" charset="0"/>
              <a:cs typeface="Calibri" panose="020F0502020204030204" pitchFamily="34" charset="0"/>
            </a:endParaRPr>
          </a:p>
        </p:txBody>
      </p:sp>
      <p:sp>
        <p:nvSpPr>
          <p:cNvPr id="8" name="Rectangle: Rounded Corners 7">
            <a:extLst>
              <a:ext uri="{FF2B5EF4-FFF2-40B4-BE49-F238E27FC236}">
                <a16:creationId xmlns:a16="http://schemas.microsoft.com/office/drawing/2014/main" id="{93CC495E-61E1-20FA-C2D8-AAE968381A87}"/>
              </a:ext>
            </a:extLst>
          </p:cNvPr>
          <p:cNvSpPr/>
          <p:nvPr/>
        </p:nvSpPr>
        <p:spPr>
          <a:xfrm>
            <a:off x="3559276" y="5692877"/>
            <a:ext cx="1209369" cy="11798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62407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431B8C2-211F-0B56-A2CA-569F282BABED}"/>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BE1BBB50-8C2C-9A0A-052F-28A8893F87D3}"/>
              </a:ext>
            </a:extLst>
          </p:cNvPr>
          <p:cNvPicPr>
            <a:picLocks noChangeAspect="1"/>
          </p:cNvPicPr>
          <p:nvPr/>
        </p:nvPicPr>
        <p:blipFill>
          <a:blip r:embed="rId3"/>
          <a:srcRect b="9803"/>
          <a:stretch>
            <a:fillRect/>
          </a:stretch>
        </p:blipFill>
        <p:spPr>
          <a:xfrm>
            <a:off x="0" y="1830436"/>
            <a:ext cx="9144000" cy="4639283"/>
          </a:xfrm>
          <a:prstGeom prst="rect">
            <a:avLst/>
          </a:prstGeom>
        </p:spPr>
      </p:pic>
      <p:sp>
        <p:nvSpPr>
          <p:cNvPr id="7" name="Rectangle 1">
            <a:extLst>
              <a:ext uri="{FF2B5EF4-FFF2-40B4-BE49-F238E27FC236}">
                <a16:creationId xmlns:a16="http://schemas.microsoft.com/office/drawing/2014/main" id="{B11366A5-47FF-F7AD-F570-CA87602CFA24}"/>
              </a:ext>
            </a:extLst>
          </p:cNvPr>
          <p:cNvSpPr>
            <a:spLocks noChangeArrowheads="1"/>
          </p:cNvSpPr>
          <p:nvPr/>
        </p:nvSpPr>
        <p:spPr bwMode="auto">
          <a:xfrm>
            <a:off x="0" y="1236941"/>
            <a:ext cx="9144000" cy="66909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7.    Click Run (red !) to view results</a:t>
            </a:r>
            <a:endParaRPr kumimoji="0" lang="en-US" altLang="en-US" sz="2800" i="0" u="none" strike="noStrike" cap="none" normalizeH="0" baseline="0" dirty="0">
              <a:ln>
                <a:noFill/>
              </a:ln>
              <a:solidFill>
                <a:schemeClr val="tx1"/>
              </a:solidFill>
              <a:effectLst/>
              <a:latin typeface="Calibir"/>
            </a:endParaRPr>
          </a:p>
        </p:txBody>
      </p:sp>
      <p:sp>
        <p:nvSpPr>
          <p:cNvPr id="3" name="Footer Placeholder 2">
            <a:extLst>
              <a:ext uri="{FF2B5EF4-FFF2-40B4-BE49-F238E27FC236}">
                <a16:creationId xmlns:a16="http://schemas.microsoft.com/office/drawing/2014/main" id="{029315F3-B691-CC7B-A51E-BAA11EE116A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F20897D-AA11-A2B3-0FB3-B5C524305941}"/>
              </a:ext>
            </a:extLst>
          </p:cNvPr>
          <p:cNvSpPr>
            <a:spLocks noGrp="1"/>
          </p:cNvSpPr>
          <p:nvPr>
            <p:ph type="sldNum" sz="quarter" idx="4"/>
          </p:nvPr>
        </p:nvSpPr>
        <p:spPr/>
        <p:txBody>
          <a:bodyPr/>
          <a:lstStyle/>
          <a:p>
            <a:fld id="{16A89BA3-132D-40E1-AAB4-CDCD0A14C216}" type="slidenum">
              <a:rPr lang="en-AU" smtClean="0"/>
              <a:pPr/>
              <a:t>23</a:t>
            </a:fld>
            <a:r>
              <a:rPr lang="en-AU"/>
              <a:t>  |</a:t>
            </a:r>
            <a:endParaRPr lang="en-AU" dirty="0"/>
          </a:p>
        </p:txBody>
      </p:sp>
      <p:sp>
        <p:nvSpPr>
          <p:cNvPr id="9" name="Text Placeholder 3">
            <a:extLst>
              <a:ext uri="{FF2B5EF4-FFF2-40B4-BE49-F238E27FC236}">
                <a16:creationId xmlns:a16="http://schemas.microsoft.com/office/drawing/2014/main" id="{8FE56701-C856-ABAB-8825-0880DCC45C18}"/>
              </a:ext>
            </a:extLst>
          </p:cNvPr>
          <p:cNvSpPr>
            <a:spLocks noGrp="1"/>
          </p:cNvSpPr>
          <p:nvPr>
            <p:ph type="body" sz="quarter" idx="16"/>
          </p:nvPr>
        </p:nvSpPr>
        <p:spPr>
          <a:xfrm>
            <a:off x="0" y="-2"/>
            <a:ext cx="7348654" cy="892099"/>
          </a:xfrm>
        </p:spPr>
        <p:txBody>
          <a:bodyPr>
            <a:noAutofit/>
          </a:bodyPr>
          <a:lstStyle/>
          <a:p>
            <a:r>
              <a:rPr lang="en-US" sz="3200" dirty="0"/>
              <a:t>Hands-on Activity 1: Create </a:t>
            </a:r>
            <a:r>
              <a:rPr lang="en-US" sz="3200" dirty="0" err="1"/>
              <a:t>QRY_CustomerCity</a:t>
            </a:r>
            <a:endParaRPr lang="en-AU" sz="3000" dirty="0">
              <a:latin typeface="Calibri" panose="020F0502020204030204" pitchFamily="34" charset="0"/>
              <a:cs typeface="Calibri" panose="020F0502020204030204" pitchFamily="34" charset="0"/>
            </a:endParaRPr>
          </a:p>
        </p:txBody>
      </p:sp>
      <p:sp>
        <p:nvSpPr>
          <p:cNvPr id="8" name="Rectangle: Rounded Corners 7">
            <a:extLst>
              <a:ext uri="{FF2B5EF4-FFF2-40B4-BE49-F238E27FC236}">
                <a16:creationId xmlns:a16="http://schemas.microsoft.com/office/drawing/2014/main" id="{AE6CD948-7163-E305-8151-EB0404763845}"/>
              </a:ext>
            </a:extLst>
          </p:cNvPr>
          <p:cNvSpPr/>
          <p:nvPr/>
        </p:nvSpPr>
        <p:spPr>
          <a:xfrm>
            <a:off x="393290" y="2332381"/>
            <a:ext cx="304802" cy="479645"/>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576097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6513427-61E6-098A-ABAF-EB81AD9E1FC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171B866-9FEF-A310-A6BA-0DDCCC5B0393}"/>
              </a:ext>
            </a:extLst>
          </p:cNvPr>
          <p:cNvPicPr>
            <a:picLocks noChangeAspect="1"/>
          </p:cNvPicPr>
          <p:nvPr/>
        </p:nvPicPr>
        <p:blipFill>
          <a:blip r:embed="rId3"/>
          <a:srcRect b="7382"/>
          <a:stretch>
            <a:fillRect/>
          </a:stretch>
        </p:blipFill>
        <p:spPr>
          <a:xfrm>
            <a:off x="196645" y="1951557"/>
            <a:ext cx="8750710" cy="4558914"/>
          </a:xfrm>
          <a:prstGeom prst="rect">
            <a:avLst/>
          </a:prstGeom>
        </p:spPr>
      </p:pic>
      <p:sp>
        <p:nvSpPr>
          <p:cNvPr id="7" name="Rectangle 1">
            <a:extLst>
              <a:ext uri="{FF2B5EF4-FFF2-40B4-BE49-F238E27FC236}">
                <a16:creationId xmlns:a16="http://schemas.microsoft.com/office/drawing/2014/main" id="{76422017-AAD5-A370-1A40-7356EA05477A}"/>
              </a:ext>
            </a:extLst>
          </p:cNvPr>
          <p:cNvSpPr>
            <a:spLocks noChangeArrowheads="1"/>
          </p:cNvSpPr>
          <p:nvPr/>
        </p:nvSpPr>
        <p:spPr bwMode="auto">
          <a:xfrm>
            <a:off x="0" y="912398"/>
            <a:ext cx="9144000" cy="131818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8.   Click Save (ctrl + S), name the query </a:t>
            </a:r>
            <a:r>
              <a:rPr lang="en-US" sz="2800" dirty="0" err="1">
                <a:latin typeface="Calibir"/>
              </a:rPr>
              <a:t>QRY_CustomerCity</a:t>
            </a:r>
            <a:r>
              <a:rPr lang="en-US" sz="2800" dirty="0">
                <a:latin typeface="Calibir"/>
              </a:rPr>
              <a:t> → OK</a:t>
            </a:r>
            <a:endParaRPr kumimoji="0" lang="en-US" altLang="en-US" sz="2800" i="0" u="none" strike="noStrike" cap="none" normalizeH="0" baseline="0" dirty="0">
              <a:ln>
                <a:noFill/>
              </a:ln>
              <a:solidFill>
                <a:schemeClr val="tx1"/>
              </a:solidFill>
              <a:effectLst/>
              <a:latin typeface="Calibir"/>
            </a:endParaRPr>
          </a:p>
        </p:txBody>
      </p:sp>
      <p:sp>
        <p:nvSpPr>
          <p:cNvPr id="3" name="Footer Placeholder 2">
            <a:extLst>
              <a:ext uri="{FF2B5EF4-FFF2-40B4-BE49-F238E27FC236}">
                <a16:creationId xmlns:a16="http://schemas.microsoft.com/office/drawing/2014/main" id="{17A528BB-B60F-F0A6-BF88-A299656177A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CC56C52-F2BB-AFE7-9039-0D4FD2D84951}"/>
              </a:ext>
            </a:extLst>
          </p:cNvPr>
          <p:cNvSpPr>
            <a:spLocks noGrp="1"/>
          </p:cNvSpPr>
          <p:nvPr>
            <p:ph type="sldNum" sz="quarter" idx="4"/>
          </p:nvPr>
        </p:nvSpPr>
        <p:spPr/>
        <p:txBody>
          <a:bodyPr/>
          <a:lstStyle/>
          <a:p>
            <a:fld id="{16A89BA3-132D-40E1-AAB4-CDCD0A14C216}" type="slidenum">
              <a:rPr lang="en-AU" smtClean="0"/>
              <a:pPr/>
              <a:t>24</a:t>
            </a:fld>
            <a:r>
              <a:rPr lang="en-AU"/>
              <a:t>  |</a:t>
            </a:r>
            <a:endParaRPr lang="en-AU" dirty="0"/>
          </a:p>
        </p:txBody>
      </p:sp>
      <p:sp>
        <p:nvSpPr>
          <p:cNvPr id="9" name="Text Placeholder 3">
            <a:extLst>
              <a:ext uri="{FF2B5EF4-FFF2-40B4-BE49-F238E27FC236}">
                <a16:creationId xmlns:a16="http://schemas.microsoft.com/office/drawing/2014/main" id="{5184B992-918A-E26A-2E3A-75FC9C379906}"/>
              </a:ext>
            </a:extLst>
          </p:cNvPr>
          <p:cNvSpPr>
            <a:spLocks noGrp="1"/>
          </p:cNvSpPr>
          <p:nvPr>
            <p:ph type="body" sz="quarter" idx="16"/>
          </p:nvPr>
        </p:nvSpPr>
        <p:spPr>
          <a:xfrm>
            <a:off x="0" y="-2"/>
            <a:ext cx="7348654" cy="892099"/>
          </a:xfrm>
        </p:spPr>
        <p:txBody>
          <a:bodyPr>
            <a:noAutofit/>
          </a:bodyPr>
          <a:lstStyle/>
          <a:p>
            <a:r>
              <a:rPr lang="en-US" sz="3200" dirty="0"/>
              <a:t>Hands-on Activity 1: Create </a:t>
            </a:r>
            <a:r>
              <a:rPr lang="en-US" sz="3200" dirty="0" err="1"/>
              <a:t>QRY_CustomerCity</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9602607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D49C39E-28C1-4F8F-E758-23907B1CAAD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CBA5C53-2998-E9FF-273F-0846F966EB2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A43086B-2990-BC7B-1CC0-47C26D48895F}"/>
              </a:ext>
            </a:extLst>
          </p:cNvPr>
          <p:cNvSpPr>
            <a:spLocks noGrp="1"/>
          </p:cNvSpPr>
          <p:nvPr>
            <p:ph type="sldNum" sz="quarter" idx="4"/>
          </p:nvPr>
        </p:nvSpPr>
        <p:spPr/>
        <p:txBody>
          <a:bodyPr/>
          <a:lstStyle/>
          <a:p>
            <a:fld id="{16A89BA3-132D-40E1-AAB4-CDCD0A14C216}" type="slidenum">
              <a:rPr lang="en-AU" smtClean="0"/>
              <a:pPr/>
              <a:t>25</a:t>
            </a:fld>
            <a:r>
              <a:rPr lang="en-AU"/>
              <a:t>  |</a:t>
            </a:r>
            <a:endParaRPr lang="en-AU" dirty="0"/>
          </a:p>
        </p:txBody>
      </p:sp>
      <p:sp>
        <p:nvSpPr>
          <p:cNvPr id="9" name="Text Placeholder 3">
            <a:extLst>
              <a:ext uri="{FF2B5EF4-FFF2-40B4-BE49-F238E27FC236}">
                <a16:creationId xmlns:a16="http://schemas.microsoft.com/office/drawing/2014/main" id="{960588B3-6140-51A1-1C6E-9979C96C2CBA}"/>
              </a:ext>
            </a:extLst>
          </p:cNvPr>
          <p:cNvSpPr>
            <a:spLocks noGrp="1"/>
          </p:cNvSpPr>
          <p:nvPr>
            <p:ph type="body" sz="quarter" idx="16"/>
          </p:nvPr>
        </p:nvSpPr>
        <p:spPr>
          <a:xfrm>
            <a:off x="0" y="-2"/>
            <a:ext cx="7348654" cy="892099"/>
          </a:xfrm>
        </p:spPr>
        <p:txBody>
          <a:bodyPr>
            <a:noAutofit/>
          </a:bodyPr>
          <a:lstStyle/>
          <a:p>
            <a:r>
              <a:rPr lang="en-US" sz="3200" dirty="0"/>
              <a:t>Hands-on Activity 1: Create </a:t>
            </a:r>
            <a:r>
              <a:rPr lang="en-US" sz="3200" dirty="0" err="1"/>
              <a:t>QRY_CustomerCity</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F31543CC-1B63-1F7E-8623-9D40FA109B2D}"/>
              </a:ext>
            </a:extLst>
          </p:cNvPr>
          <p:cNvPicPr>
            <a:picLocks noChangeAspect="1"/>
          </p:cNvPicPr>
          <p:nvPr/>
        </p:nvPicPr>
        <p:blipFill>
          <a:blip r:embed="rId3"/>
          <a:srcRect b="5505"/>
          <a:stretch>
            <a:fillRect/>
          </a:stretch>
        </p:blipFill>
        <p:spPr>
          <a:xfrm>
            <a:off x="173420" y="1363274"/>
            <a:ext cx="8797159" cy="4676019"/>
          </a:xfrm>
          <a:prstGeom prst="rect">
            <a:avLst/>
          </a:prstGeom>
        </p:spPr>
      </p:pic>
    </p:spTree>
    <p:extLst>
      <p:ext uri="{BB962C8B-B14F-4D97-AF65-F5344CB8AC3E}">
        <p14:creationId xmlns:p14="http://schemas.microsoft.com/office/powerpoint/2010/main" val="38089279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8B4C621-8825-A2D6-49BC-A75446690B3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F6790FF-DAC8-D4A5-E0C8-6702BC21C90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0526D68-1EF8-4BAA-3814-AB2B38CD94C1}"/>
              </a:ext>
            </a:extLst>
          </p:cNvPr>
          <p:cNvSpPr>
            <a:spLocks noGrp="1"/>
          </p:cNvSpPr>
          <p:nvPr>
            <p:ph type="sldNum" sz="quarter" idx="4"/>
          </p:nvPr>
        </p:nvSpPr>
        <p:spPr/>
        <p:txBody>
          <a:bodyPr/>
          <a:lstStyle/>
          <a:p>
            <a:fld id="{16A89BA3-132D-40E1-AAB4-CDCD0A14C216}" type="slidenum">
              <a:rPr lang="en-AU" smtClean="0"/>
              <a:pPr/>
              <a:t>26</a:t>
            </a:fld>
            <a:r>
              <a:rPr lang="en-AU"/>
              <a:t>  |</a:t>
            </a:r>
            <a:endParaRPr lang="en-AU" dirty="0"/>
          </a:p>
        </p:txBody>
      </p:sp>
      <p:sp>
        <p:nvSpPr>
          <p:cNvPr id="9" name="Text Placeholder 3">
            <a:extLst>
              <a:ext uri="{FF2B5EF4-FFF2-40B4-BE49-F238E27FC236}">
                <a16:creationId xmlns:a16="http://schemas.microsoft.com/office/drawing/2014/main" id="{3BA33140-2591-9D8E-E5B0-A187F54374E3}"/>
              </a:ext>
            </a:extLst>
          </p:cNvPr>
          <p:cNvSpPr>
            <a:spLocks noGrp="1"/>
          </p:cNvSpPr>
          <p:nvPr>
            <p:ph type="body" sz="quarter" idx="16"/>
          </p:nvPr>
        </p:nvSpPr>
        <p:spPr>
          <a:xfrm>
            <a:off x="0" y="-2"/>
            <a:ext cx="7348654" cy="892099"/>
          </a:xfrm>
        </p:spPr>
        <p:txBody>
          <a:bodyPr>
            <a:noAutofit/>
          </a:bodyPr>
          <a:lstStyle/>
          <a:p>
            <a:r>
              <a:rPr lang="en-US" sz="3200" dirty="0"/>
              <a:t>Hands-on Activity 1: Create </a:t>
            </a:r>
            <a:r>
              <a:rPr lang="en-US" sz="3200" dirty="0" err="1"/>
              <a:t>QRY_CustomerCity</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3A5AA984-6C10-C10A-AE2C-0A117B08813F}"/>
              </a:ext>
            </a:extLst>
          </p:cNvPr>
          <p:cNvPicPr>
            <a:picLocks noChangeAspect="1"/>
          </p:cNvPicPr>
          <p:nvPr/>
        </p:nvPicPr>
        <p:blipFill>
          <a:blip r:embed="rId3"/>
          <a:srcRect b="5709"/>
          <a:stretch>
            <a:fillRect/>
          </a:stretch>
        </p:blipFill>
        <p:spPr>
          <a:xfrm>
            <a:off x="0" y="1236936"/>
            <a:ext cx="9144000" cy="4849867"/>
          </a:xfrm>
          <a:prstGeom prst="rect">
            <a:avLst/>
          </a:prstGeom>
        </p:spPr>
      </p:pic>
      <p:sp>
        <p:nvSpPr>
          <p:cNvPr id="8" name="Rectangle: Rounded Corners 7">
            <a:extLst>
              <a:ext uri="{FF2B5EF4-FFF2-40B4-BE49-F238E27FC236}">
                <a16:creationId xmlns:a16="http://schemas.microsoft.com/office/drawing/2014/main" id="{A3DEB4AE-2B27-7689-3680-6269586EE3BB}"/>
              </a:ext>
            </a:extLst>
          </p:cNvPr>
          <p:cNvSpPr/>
          <p:nvPr/>
        </p:nvSpPr>
        <p:spPr>
          <a:xfrm>
            <a:off x="4193628" y="2291256"/>
            <a:ext cx="1093075" cy="26275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3611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253A7B3-D487-6A1B-7A68-C905F119C2A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A3AC105-A7A1-C118-8C0A-49FAF97E6BD6}"/>
              </a:ext>
            </a:extLst>
          </p:cNvPr>
          <p:cNvSpPr txBox="1"/>
          <p:nvPr/>
        </p:nvSpPr>
        <p:spPr>
          <a:xfrm>
            <a:off x="0" y="267044"/>
            <a:ext cx="9144000" cy="6488828"/>
          </a:xfrm>
          <a:prstGeom prst="rect">
            <a:avLst/>
          </a:prstGeom>
          <a:solidFill>
            <a:schemeClr val="bg1"/>
          </a:solidFill>
        </p:spPr>
        <p:txBody>
          <a:bodyPr wrap="square">
            <a:spAutoFit/>
          </a:bodyPr>
          <a:lstStyle/>
          <a:p>
            <a:pPr>
              <a:lnSpc>
                <a:spcPct val="150000"/>
              </a:lnSpc>
              <a:buNone/>
            </a:pPr>
            <a:r>
              <a:rPr lang="en-US" sz="2800" b="1" dirty="0">
                <a:latin typeface="Calibir"/>
              </a:rPr>
              <a:t>What:</a:t>
            </a:r>
          </a:p>
          <a:p>
            <a:pPr>
              <a:lnSpc>
                <a:spcPct val="150000"/>
              </a:lnSpc>
              <a:buNone/>
            </a:pPr>
            <a:r>
              <a:rPr lang="en-US" sz="2800" dirty="0">
                <a:latin typeface="Calibir"/>
              </a:rPr>
              <a:t>Criteria = filters we add to a query.</a:t>
            </a:r>
          </a:p>
          <a:p>
            <a:pPr>
              <a:lnSpc>
                <a:spcPct val="150000"/>
              </a:lnSpc>
              <a:buNone/>
            </a:pPr>
            <a:r>
              <a:rPr lang="en-US" sz="2800" b="1" dirty="0">
                <a:latin typeface="Calibir"/>
              </a:rPr>
              <a:t>Why:</a:t>
            </a:r>
          </a:p>
          <a:p>
            <a:pPr>
              <a:lnSpc>
                <a:spcPct val="150000"/>
              </a:lnSpc>
              <a:buNone/>
            </a:pPr>
            <a:r>
              <a:rPr lang="en-US" sz="2800" dirty="0">
                <a:latin typeface="Calibir"/>
              </a:rPr>
              <a:t>They help us find only the records we want.</a:t>
            </a:r>
          </a:p>
          <a:p>
            <a:pPr>
              <a:lnSpc>
                <a:spcPct val="150000"/>
              </a:lnSpc>
              <a:buNone/>
            </a:pPr>
            <a:r>
              <a:rPr lang="en-US" sz="2800" b="1" dirty="0">
                <a:latin typeface="Calibir"/>
              </a:rPr>
              <a:t>Analogy:</a:t>
            </a:r>
          </a:p>
          <a:p>
            <a:pPr>
              <a:lnSpc>
                <a:spcPct val="150000"/>
              </a:lnSpc>
              <a:buNone/>
            </a:pPr>
            <a:r>
              <a:rPr lang="en-US" sz="2800" dirty="0">
                <a:latin typeface="Calibir"/>
              </a:rPr>
              <a:t>Like shopping online at Woolworths and filtering for </a:t>
            </a:r>
            <a:r>
              <a:rPr lang="en-US" sz="2800" i="1" dirty="0">
                <a:latin typeface="Calibir"/>
              </a:rPr>
              <a:t>“Milk under $5”</a:t>
            </a:r>
            <a:r>
              <a:rPr lang="en-US" sz="2800" dirty="0">
                <a:latin typeface="Calibir"/>
              </a:rPr>
              <a:t>.</a:t>
            </a:r>
          </a:p>
          <a:p>
            <a:pPr>
              <a:lnSpc>
                <a:spcPct val="150000"/>
              </a:lnSpc>
              <a:buNone/>
            </a:pPr>
            <a:r>
              <a:rPr lang="en-US" sz="2800" b="1" dirty="0">
                <a:latin typeface="Calibir"/>
              </a:rPr>
              <a:t>Examples:</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Find products with </a:t>
            </a:r>
            <a:r>
              <a:rPr lang="en-US" sz="2800" b="1" dirty="0">
                <a:latin typeface="Calibir"/>
              </a:rPr>
              <a:t>Price &gt; 200</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Find names starting with “M” → LIKE "M*"</a:t>
            </a:r>
          </a:p>
        </p:txBody>
      </p:sp>
      <p:sp>
        <p:nvSpPr>
          <p:cNvPr id="3" name="Footer Placeholder 2">
            <a:extLst>
              <a:ext uri="{FF2B5EF4-FFF2-40B4-BE49-F238E27FC236}">
                <a16:creationId xmlns:a16="http://schemas.microsoft.com/office/drawing/2014/main" id="{D00FB5F5-4762-9F69-A96A-3F153567EE3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6182555-5292-86A7-3595-99E144BC5FCD}"/>
              </a:ext>
            </a:extLst>
          </p:cNvPr>
          <p:cNvSpPr>
            <a:spLocks noGrp="1"/>
          </p:cNvSpPr>
          <p:nvPr>
            <p:ph type="sldNum" sz="quarter" idx="4"/>
          </p:nvPr>
        </p:nvSpPr>
        <p:spPr/>
        <p:txBody>
          <a:bodyPr/>
          <a:lstStyle/>
          <a:p>
            <a:fld id="{16A89BA3-132D-40E1-AAB4-CDCD0A14C216}" type="slidenum">
              <a:rPr lang="en-AU" smtClean="0"/>
              <a:pPr/>
              <a:t>27</a:t>
            </a:fld>
            <a:r>
              <a:rPr lang="en-AU"/>
              <a:t>  |</a:t>
            </a:r>
            <a:endParaRPr lang="en-AU" dirty="0"/>
          </a:p>
        </p:txBody>
      </p:sp>
      <p:sp>
        <p:nvSpPr>
          <p:cNvPr id="9" name="Text Placeholder 3">
            <a:extLst>
              <a:ext uri="{FF2B5EF4-FFF2-40B4-BE49-F238E27FC236}">
                <a16:creationId xmlns:a16="http://schemas.microsoft.com/office/drawing/2014/main" id="{C7A757C1-4424-D289-71A8-9CA17B7E7593}"/>
              </a:ext>
            </a:extLst>
          </p:cNvPr>
          <p:cNvSpPr>
            <a:spLocks noGrp="1"/>
          </p:cNvSpPr>
          <p:nvPr>
            <p:ph type="body" sz="quarter" idx="16"/>
          </p:nvPr>
        </p:nvSpPr>
        <p:spPr>
          <a:xfrm>
            <a:off x="0" y="-78058"/>
            <a:ext cx="7348654" cy="557050"/>
          </a:xfrm>
        </p:spPr>
        <p:txBody>
          <a:bodyPr>
            <a:noAutofit/>
          </a:bodyPr>
          <a:lstStyle/>
          <a:p>
            <a:r>
              <a:rPr lang="en-US" sz="3200" dirty="0"/>
              <a:t>Adding Criteria to Queries</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5974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anim calcmode="lin" valueType="num">
                                      <p:cBhvr additive="base">
                                        <p:cTn id="7"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5" end="5"/>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anim calcmode="lin" valueType="num">
                                      <p:cBhvr additive="base">
                                        <p:cTn id="11"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6">
                                            <p:txEl>
                                              <p:pRg st="3" end="3"/>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 calcmode="lin" valueType="num">
                                      <p:cBhvr additive="base">
                                        <p:cTn id="15"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
                                            <p:txEl>
                                              <p:pRg st="1" end="1"/>
                                            </p:txEl>
                                          </p:spTgt>
                                        </p:tgtEl>
                                        <p:attrNameLst>
                                          <p:attrName>ppt_y</p:attrName>
                                        </p:attrNameLst>
                                      </p:cBhvr>
                                      <p:tavLst>
                                        <p:tav tm="0">
                                          <p:val>
                                            <p:strVal val="1+#ppt_h/2"/>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animEffect transition="in" filter="fade">
                                      <p:cBhvr>
                                        <p:cTn id="19" dur="1000"/>
                                        <p:tgtEl>
                                          <p:spTgt spid="6">
                                            <p:txEl>
                                              <p:pRg st="6" end="6"/>
                                            </p:txEl>
                                          </p:spTgt>
                                        </p:tgtEl>
                                      </p:cBhvr>
                                    </p:animEffect>
                                    <p:anim calcmode="lin" valueType="num">
                                      <p:cBhvr>
                                        <p:cTn id="20" dur="1000" fill="hold"/>
                                        <p:tgtEl>
                                          <p:spTgt spid="6">
                                            <p:txEl>
                                              <p:pRg st="6" end="6"/>
                                            </p:txEl>
                                          </p:spTgt>
                                        </p:tgtEl>
                                        <p:attrNameLst>
                                          <p:attrName>ppt_x</p:attrName>
                                        </p:attrNameLst>
                                      </p:cBhvr>
                                      <p:tavLst>
                                        <p:tav tm="0">
                                          <p:val>
                                            <p:strVal val="#ppt_x"/>
                                          </p:val>
                                        </p:tav>
                                        <p:tav tm="100000">
                                          <p:val>
                                            <p:strVal val="#ppt_x"/>
                                          </p:val>
                                        </p:tav>
                                      </p:tavLst>
                                    </p:anim>
                                    <p:anim calcmode="lin" valueType="num">
                                      <p:cBhvr>
                                        <p:cTn id="21" dur="1000" fill="hold"/>
                                        <p:tgtEl>
                                          <p:spTgt spid="6">
                                            <p:txEl>
                                              <p:pRg st="6" end="6"/>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6">
                                            <p:txEl>
                                              <p:pRg st="7" end="7"/>
                                            </p:txEl>
                                          </p:spTgt>
                                        </p:tgtEl>
                                        <p:attrNameLst>
                                          <p:attrName>style.visibility</p:attrName>
                                        </p:attrNameLst>
                                      </p:cBhvr>
                                      <p:to>
                                        <p:strVal val="visible"/>
                                      </p:to>
                                    </p:set>
                                    <p:animEffect transition="in" filter="fade">
                                      <p:cBhvr>
                                        <p:cTn id="24" dur="1000"/>
                                        <p:tgtEl>
                                          <p:spTgt spid="6">
                                            <p:txEl>
                                              <p:pRg st="7" end="7"/>
                                            </p:txEl>
                                          </p:spTgt>
                                        </p:tgtEl>
                                      </p:cBhvr>
                                    </p:animEffect>
                                    <p:anim calcmode="lin" valueType="num">
                                      <p:cBhvr>
                                        <p:cTn id="25" dur="1000" fill="hold"/>
                                        <p:tgtEl>
                                          <p:spTgt spid="6">
                                            <p:txEl>
                                              <p:pRg st="7" end="7"/>
                                            </p:txEl>
                                          </p:spTgt>
                                        </p:tgtEl>
                                        <p:attrNameLst>
                                          <p:attrName>ppt_x</p:attrName>
                                        </p:attrNameLst>
                                      </p:cBhvr>
                                      <p:tavLst>
                                        <p:tav tm="0">
                                          <p:val>
                                            <p:strVal val="#ppt_x"/>
                                          </p:val>
                                        </p:tav>
                                        <p:tav tm="100000">
                                          <p:val>
                                            <p:strVal val="#ppt_x"/>
                                          </p:val>
                                        </p:tav>
                                      </p:tavLst>
                                    </p:anim>
                                    <p:anim calcmode="lin" valueType="num">
                                      <p:cBhvr>
                                        <p:cTn id="26" dur="1000" fill="hold"/>
                                        <p:tgtEl>
                                          <p:spTgt spid="6">
                                            <p:txEl>
                                              <p:pRg st="7" end="7"/>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6">
                                            <p:txEl>
                                              <p:pRg st="8" end="8"/>
                                            </p:txEl>
                                          </p:spTgt>
                                        </p:tgtEl>
                                        <p:attrNameLst>
                                          <p:attrName>style.visibility</p:attrName>
                                        </p:attrNameLst>
                                      </p:cBhvr>
                                      <p:to>
                                        <p:strVal val="visible"/>
                                      </p:to>
                                    </p:set>
                                    <p:animEffect transition="in" filter="fade">
                                      <p:cBhvr>
                                        <p:cTn id="29" dur="1000"/>
                                        <p:tgtEl>
                                          <p:spTgt spid="6">
                                            <p:txEl>
                                              <p:pRg st="8" end="8"/>
                                            </p:txEl>
                                          </p:spTgt>
                                        </p:tgtEl>
                                      </p:cBhvr>
                                    </p:animEffect>
                                    <p:anim calcmode="lin" valueType="num">
                                      <p:cBhvr>
                                        <p:cTn id="30" dur="1000" fill="hold"/>
                                        <p:tgtEl>
                                          <p:spTgt spid="6">
                                            <p:txEl>
                                              <p:pRg st="8" end="8"/>
                                            </p:txEl>
                                          </p:spTgt>
                                        </p:tgtEl>
                                        <p:attrNameLst>
                                          <p:attrName>ppt_x</p:attrName>
                                        </p:attrNameLst>
                                      </p:cBhvr>
                                      <p:tavLst>
                                        <p:tav tm="0">
                                          <p:val>
                                            <p:strVal val="#ppt_x"/>
                                          </p:val>
                                        </p:tav>
                                        <p:tav tm="100000">
                                          <p:val>
                                            <p:strVal val="#ppt_x"/>
                                          </p:val>
                                        </p:tav>
                                      </p:tavLst>
                                    </p:anim>
                                    <p:anim calcmode="lin" valueType="num">
                                      <p:cBhvr>
                                        <p:cTn id="31" dur="1000" fill="hold"/>
                                        <p:tgtEl>
                                          <p:spTgt spid="6">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5DBCE86-E65B-399C-E903-39D3B7B37F7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AC693E6-BB96-A224-3EB2-9B5EA9DABF8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DBD7FEA-AF1A-0A55-E11F-4CD5D7A7B1D6}"/>
              </a:ext>
            </a:extLst>
          </p:cNvPr>
          <p:cNvSpPr>
            <a:spLocks noGrp="1"/>
          </p:cNvSpPr>
          <p:nvPr>
            <p:ph type="sldNum" sz="quarter" idx="4"/>
          </p:nvPr>
        </p:nvSpPr>
        <p:spPr/>
        <p:txBody>
          <a:bodyPr/>
          <a:lstStyle/>
          <a:p>
            <a:fld id="{16A89BA3-132D-40E1-AAB4-CDCD0A14C216}" type="slidenum">
              <a:rPr lang="en-AU" smtClean="0"/>
              <a:pPr/>
              <a:t>28</a:t>
            </a:fld>
            <a:r>
              <a:rPr lang="en-AU"/>
              <a:t>  |</a:t>
            </a:r>
            <a:endParaRPr lang="en-AU" dirty="0"/>
          </a:p>
        </p:txBody>
      </p:sp>
      <p:sp>
        <p:nvSpPr>
          <p:cNvPr id="9" name="Text Placeholder 3">
            <a:extLst>
              <a:ext uri="{FF2B5EF4-FFF2-40B4-BE49-F238E27FC236}">
                <a16:creationId xmlns:a16="http://schemas.microsoft.com/office/drawing/2014/main" id="{4B3376C6-CC52-844A-402E-95B33B9D46DD}"/>
              </a:ext>
            </a:extLst>
          </p:cNvPr>
          <p:cNvSpPr>
            <a:spLocks noGrp="1"/>
          </p:cNvSpPr>
          <p:nvPr>
            <p:ph type="body" sz="quarter" idx="16"/>
          </p:nvPr>
        </p:nvSpPr>
        <p:spPr>
          <a:xfrm>
            <a:off x="0" y="-2"/>
            <a:ext cx="7348654" cy="892099"/>
          </a:xfrm>
        </p:spPr>
        <p:txBody>
          <a:bodyPr>
            <a:noAutofit/>
          </a:bodyPr>
          <a:lstStyle/>
          <a:p>
            <a:r>
              <a:rPr lang="en-US" sz="3200" dirty="0"/>
              <a:t>Hands-on Activity 2: Filter Reservations by Date &amp; Day (OR)</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64C2B851-6EBA-7771-CF8C-E056239629AC}"/>
              </a:ext>
            </a:extLst>
          </p:cNvPr>
          <p:cNvSpPr txBox="1"/>
          <p:nvPr/>
        </p:nvSpPr>
        <p:spPr>
          <a:xfrm>
            <a:off x="0" y="1045599"/>
            <a:ext cx="9144000" cy="1964512"/>
          </a:xfrm>
          <a:prstGeom prst="rect">
            <a:avLst/>
          </a:prstGeom>
          <a:noFill/>
        </p:spPr>
        <p:txBody>
          <a:bodyPr wrap="square">
            <a:spAutoFit/>
          </a:bodyPr>
          <a:lstStyle/>
          <a:p>
            <a:pPr>
              <a:lnSpc>
                <a:spcPct val="150000"/>
              </a:lnSpc>
            </a:pPr>
            <a:r>
              <a:rPr lang="en-US" sz="2800" b="1" dirty="0">
                <a:latin typeface="Calibir"/>
              </a:rPr>
              <a:t>Task:</a:t>
            </a:r>
            <a:br>
              <a:rPr lang="en-US" sz="2800" dirty="0">
                <a:latin typeface="Calibir"/>
              </a:rPr>
            </a:br>
            <a:r>
              <a:rPr lang="en-US" sz="2800" dirty="0">
                <a:latin typeface="Calibir"/>
              </a:rPr>
              <a:t>Show customers who have a reservation on 1/7/2021, then filter to Wednesday OR Friday.</a:t>
            </a:r>
          </a:p>
        </p:txBody>
      </p:sp>
      <p:pic>
        <p:nvPicPr>
          <p:cNvPr id="7" name="Timer">
            <a:hlinkClick r:id="" action="ppaction://media"/>
            <a:extLst>
              <a:ext uri="{FF2B5EF4-FFF2-40B4-BE49-F238E27FC236}">
                <a16:creationId xmlns:a16="http://schemas.microsoft.com/office/drawing/2014/main" id="{9305C3FB-FC63-DAE2-B747-F2507D16395F}"/>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460" t="44636" r="41034" b="40447"/>
          <a:stretch>
            <a:fillRect/>
          </a:stretch>
        </p:blipFill>
        <p:spPr>
          <a:xfrm>
            <a:off x="3725917" y="3342289"/>
            <a:ext cx="1692166" cy="767256"/>
          </a:xfrm>
          <a:prstGeom prst="rect">
            <a:avLst/>
          </a:prstGeom>
          <a:ln w="38100">
            <a:solidFill>
              <a:schemeClr val="accent1"/>
            </a:solidFill>
          </a:ln>
        </p:spPr>
      </p:pic>
    </p:spTree>
    <p:extLst>
      <p:ext uri="{BB962C8B-B14F-4D97-AF65-F5344CB8AC3E}">
        <p14:creationId xmlns:p14="http://schemas.microsoft.com/office/powerpoint/2010/main" val="3713333400"/>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0C13D61-3681-F41F-4EED-AEFB0C8404D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5FE4F5-E8DE-8810-99AE-5D0C33EA6BF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2C7ED5-F4D5-0E7F-8BCE-0091C9EDB618}"/>
              </a:ext>
            </a:extLst>
          </p:cNvPr>
          <p:cNvSpPr>
            <a:spLocks noGrp="1"/>
          </p:cNvSpPr>
          <p:nvPr>
            <p:ph type="sldNum" sz="quarter" idx="4"/>
          </p:nvPr>
        </p:nvSpPr>
        <p:spPr/>
        <p:txBody>
          <a:bodyPr/>
          <a:lstStyle/>
          <a:p>
            <a:fld id="{16A89BA3-132D-40E1-AAB4-CDCD0A14C216}" type="slidenum">
              <a:rPr lang="en-AU" smtClean="0"/>
              <a:pPr/>
              <a:t>29</a:t>
            </a:fld>
            <a:r>
              <a:rPr lang="en-AU"/>
              <a:t>  |</a:t>
            </a:r>
            <a:endParaRPr lang="en-AU" dirty="0"/>
          </a:p>
        </p:txBody>
      </p:sp>
      <p:sp>
        <p:nvSpPr>
          <p:cNvPr id="9" name="Text Placeholder 3">
            <a:extLst>
              <a:ext uri="{FF2B5EF4-FFF2-40B4-BE49-F238E27FC236}">
                <a16:creationId xmlns:a16="http://schemas.microsoft.com/office/drawing/2014/main" id="{838ED28B-FDD6-B4F4-2888-50358FD3E343}"/>
              </a:ext>
            </a:extLst>
          </p:cNvPr>
          <p:cNvSpPr>
            <a:spLocks noGrp="1"/>
          </p:cNvSpPr>
          <p:nvPr>
            <p:ph type="body" sz="quarter" idx="16"/>
          </p:nvPr>
        </p:nvSpPr>
        <p:spPr>
          <a:xfrm>
            <a:off x="0" y="-2"/>
            <a:ext cx="7348654" cy="892099"/>
          </a:xfrm>
        </p:spPr>
        <p:txBody>
          <a:bodyPr>
            <a:noAutofit/>
          </a:bodyPr>
          <a:lstStyle/>
          <a:p>
            <a:r>
              <a:rPr lang="en-US" sz="3200" dirty="0"/>
              <a:t>Hands-on Activity 2: Filter Reservations by Date &amp; Day (OR)</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1E537B15-5FE0-F0DC-BAF3-6DD862790281}"/>
              </a:ext>
            </a:extLst>
          </p:cNvPr>
          <p:cNvSpPr txBox="1"/>
          <p:nvPr/>
        </p:nvSpPr>
        <p:spPr>
          <a:xfrm>
            <a:off x="0" y="1962616"/>
            <a:ext cx="4188129" cy="671851"/>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a:pPr>
            <a:r>
              <a:rPr lang="en-US" altLang="en-US" sz="2800" dirty="0">
                <a:latin typeface="Calibir"/>
              </a:rPr>
              <a:t>Create → Query Design</a:t>
            </a:r>
          </a:p>
        </p:txBody>
      </p:sp>
      <p:pic>
        <p:nvPicPr>
          <p:cNvPr id="7" name="Picture 6">
            <a:extLst>
              <a:ext uri="{FF2B5EF4-FFF2-40B4-BE49-F238E27FC236}">
                <a16:creationId xmlns:a16="http://schemas.microsoft.com/office/drawing/2014/main" id="{0E810D60-D492-1462-D85A-B8172F18D68B}"/>
              </a:ext>
            </a:extLst>
          </p:cNvPr>
          <p:cNvPicPr>
            <a:picLocks noChangeAspect="1"/>
          </p:cNvPicPr>
          <p:nvPr/>
        </p:nvPicPr>
        <p:blipFill>
          <a:blip r:embed="rId3"/>
          <a:srcRect r="50000" b="44905"/>
          <a:stretch>
            <a:fillRect/>
          </a:stretch>
        </p:blipFill>
        <p:spPr>
          <a:xfrm>
            <a:off x="4554414" y="2096181"/>
            <a:ext cx="4572000" cy="2833804"/>
          </a:xfrm>
          <a:prstGeom prst="rect">
            <a:avLst/>
          </a:prstGeom>
        </p:spPr>
      </p:pic>
      <p:sp>
        <p:nvSpPr>
          <p:cNvPr id="8" name="Rectangle: Rounded Corners 7">
            <a:extLst>
              <a:ext uri="{FF2B5EF4-FFF2-40B4-BE49-F238E27FC236}">
                <a16:creationId xmlns:a16="http://schemas.microsoft.com/office/drawing/2014/main" id="{0631D8C8-599C-0FD6-C58A-4993FF138677}"/>
              </a:ext>
            </a:extLst>
          </p:cNvPr>
          <p:cNvSpPr/>
          <p:nvPr/>
        </p:nvSpPr>
        <p:spPr>
          <a:xfrm>
            <a:off x="6512167" y="2586960"/>
            <a:ext cx="310661" cy="633046"/>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4866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350DB79-5FAA-2A1C-6F59-D242E78D900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64ED42-3B21-BE78-2710-31D4CD6E863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9AC850C-8F3E-5A56-26AE-92083E63F9DD}"/>
              </a:ext>
            </a:extLst>
          </p:cNvPr>
          <p:cNvSpPr>
            <a:spLocks noGrp="1"/>
          </p:cNvSpPr>
          <p:nvPr>
            <p:ph type="sldNum" sz="quarter" idx="4"/>
          </p:nvPr>
        </p:nvSpPr>
        <p:spPr/>
        <p:txBody>
          <a:bodyPr/>
          <a:lstStyle/>
          <a:p>
            <a:fld id="{16A89BA3-132D-40E1-AAB4-CDCD0A14C216}" type="slidenum">
              <a:rPr lang="en-AU" smtClean="0"/>
              <a:pPr/>
              <a:t>30</a:t>
            </a:fld>
            <a:r>
              <a:rPr lang="en-AU"/>
              <a:t>  |</a:t>
            </a:r>
            <a:endParaRPr lang="en-AU" dirty="0"/>
          </a:p>
        </p:txBody>
      </p:sp>
      <p:sp>
        <p:nvSpPr>
          <p:cNvPr id="9" name="Text Placeholder 3">
            <a:extLst>
              <a:ext uri="{FF2B5EF4-FFF2-40B4-BE49-F238E27FC236}">
                <a16:creationId xmlns:a16="http://schemas.microsoft.com/office/drawing/2014/main" id="{92D121FA-9AB7-E52D-BA3E-E50CD972A50F}"/>
              </a:ext>
            </a:extLst>
          </p:cNvPr>
          <p:cNvSpPr>
            <a:spLocks noGrp="1"/>
          </p:cNvSpPr>
          <p:nvPr>
            <p:ph type="body" sz="quarter" idx="16"/>
          </p:nvPr>
        </p:nvSpPr>
        <p:spPr>
          <a:xfrm>
            <a:off x="0" y="-2"/>
            <a:ext cx="7348654" cy="892099"/>
          </a:xfrm>
        </p:spPr>
        <p:txBody>
          <a:bodyPr>
            <a:noAutofit/>
          </a:bodyPr>
          <a:lstStyle/>
          <a:p>
            <a:r>
              <a:rPr lang="en-US" sz="3200" dirty="0"/>
              <a:t>Hands-on Activity 2: Filter Reservations by Date &amp; Day (OR)</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DA996DE7-AD58-963C-7E57-21A259715E24}"/>
              </a:ext>
            </a:extLst>
          </p:cNvPr>
          <p:cNvSpPr txBox="1"/>
          <p:nvPr/>
        </p:nvSpPr>
        <p:spPr>
          <a:xfrm>
            <a:off x="0" y="1418487"/>
            <a:ext cx="9144000" cy="671851"/>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2"/>
            </a:pPr>
            <a:r>
              <a:rPr lang="en-US" altLang="en-US" sz="2800" dirty="0">
                <a:latin typeface="Calibir"/>
              </a:rPr>
              <a:t>Add Customers and Reservations tables → Close</a:t>
            </a:r>
          </a:p>
        </p:txBody>
      </p:sp>
      <p:pic>
        <p:nvPicPr>
          <p:cNvPr id="5" name="Picture 4">
            <a:extLst>
              <a:ext uri="{FF2B5EF4-FFF2-40B4-BE49-F238E27FC236}">
                <a16:creationId xmlns:a16="http://schemas.microsoft.com/office/drawing/2014/main" id="{77538C19-88B3-E6FF-DACA-BA70FA0CE9CE}"/>
              </a:ext>
            </a:extLst>
          </p:cNvPr>
          <p:cNvPicPr>
            <a:picLocks noChangeAspect="1"/>
          </p:cNvPicPr>
          <p:nvPr/>
        </p:nvPicPr>
        <p:blipFill>
          <a:blip r:embed="rId3"/>
          <a:srcRect r="16322" b="22874"/>
          <a:stretch>
            <a:fillRect/>
          </a:stretch>
        </p:blipFill>
        <p:spPr>
          <a:xfrm>
            <a:off x="1492469" y="2234105"/>
            <a:ext cx="7651531" cy="3966998"/>
          </a:xfrm>
          <a:prstGeom prst="rect">
            <a:avLst/>
          </a:prstGeom>
        </p:spPr>
      </p:pic>
    </p:spTree>
    <p:extLst>
      <p:ext uri="{BB962C8B-B14F-4D97-AF65-F5344CB8AC3E}">
        <p14:creationId xmlns:p14="http://schemas.microsoft.com/office/powerpoint/2010/main" val="19175362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08348FC-1514-AF9B-A4A4-92F9E79CD3A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4306B21-0D46-D8E2-947A-1F60AF406F9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BF21D37-36FC-F41D-F25F-F4580D1CCD47}"/>
              </a:ext>
            </a:extLst>
          </p:cNvPr>
          <p:cNvSpPr>
            <a:spLocks noGrp="1"/>
          </p:cNvSpPr>
          <p:nvPr>
            <p:ph type="sldNum" sz="quarter" idx="4"/>
          </p:nvPr>
        </p:nvSpPr>
        <p:spPr/>
        <p:txBody>
          <a:bodyPr/>
          <a:lstStyle/>
          <a:p>
            <a:fld id="{16A89BA3-132D-40E1-AAB4-CDCD0A14C216}" type="slidenum">
              <a:rPr lang="en-AU" smtClean="0"/>
              <a:pPr/>
              <a:t>31</a:t>
            </a:fld>
            <a:r>
              <a:rPr lang="en-AU"/>
              <a:t>  |</a:t>
            </a:r>
            <a:endParaRPr lang="en-AU" dirty="0"/>
          </a:p>
        </p:txBody>
      </p:sp>
      <p:sp>
        <p:nvSpPr>
          <p:cNvPr id="9" name="Text Placeholder 3">
            <a:extLst>
              <a:ext uri="{FF2B5EF4-FFF2-40B4-BE49-F238E27FC236}">
                <a16:creationId xmlns:a16="http://schemas.microsoft.com/office/drawing/2014/main" id="{58EF53EA-DC1C-CE32-5562-D7493B843F2F}"/>
              </a:ext>
            </a:extLst>
          </p:cNvPr>
          <p:cNvSpPr>
            <a:spLocks noGrp="1"/>
          </p:cNvSpPr>
          <p:nvPr>
            <p:ph type="body" sz="quarter" idx="16"/>
          </p:nvPr>
        </p:nvSpPr>
        <p:spPr>
          <a:xfrm>
            <a:off x="0" y="-2"/>
            <a:ext cx="7348654" cy="892099"/>
          </a:xfrm>
        </p:spPr>
        <p:txBody>
          <a:bodyPr>
            <a:noAutofit/>
          </a:bodyPr>
          <a:lstStyle/>
          <a:p>
            <a:r>
              <a:rPr lang="en-US" sz="3200" dirty="0"/>
              <a:t>Hands-on Activity 2: Filter Reservations by Date &amp; Day (OR)</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582F3A02-7D57-83F2-0E35-B6F46C1621FB}"/>
              </a:ext>
            </a:extLst>
          </p:cNvPr>
          <p:cNvSpPr txBox="1"/>
          <p:nvPr/>
        </p:nvSpPr>
        <p:spPr>
          <a:xfrm>
            <a:off x="0" y="939261"/>
            <a:ext cx="9144000" cy="1315425"/>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sz="2800" dirty="0">
                <a:latin typeface="Calibir"/>
              </a:rPr>
              <a:t>Add fields to the grid: Drag LastName (Customers), Drag City (Customers)</a:t>
            </a:r>
            <a:endParaRPr lang="en-US" altLang="en-US" sz="2800" dirty="0">
              <a:latin typeface="Calibir"/>
            </a:endParaRPr>
          </a:p>
        </p:txBody>
      </p:sp>
      <p:sp>
        <p:nvSpPr>
          <p:cNvPr id="7" name="TextBox 6">
            <a:extLst>
              <a:ext uri="{FF2B5EF4-FFF2-40B4-BE49-F238E27FC236}">
                <a16:creationId xmlns:a16="http://schemas.microsoft.com/office/drawing/2014/main" id="{62042CEC-D080-0DF0-4EC5-7482E8BE0862}"/>
              </a:ext>
            </a:extLst>
          </p:cNvPr>
          <p:cNvSpPr txBox="1"/>
          <p:nvPr/>
        </p:nvSpPr>
        <p:spPr>
          <a:xfrm>
            <a:off x="0" y="2885879"/>
            <a:ext cx="3079531" cy="3257174"/>
          </a:xfrm>
          <a:prstGeom prst="rect">
            <a:avLst/>
          </a:prstGeom>
          <a:noFill/>
        </p:spPr>
        <p:txBody>
          <a:bodyPr wrap="square">
            <a:spAutoFit/>
          </a:bodyPr>
          <a:lstStyle/>
          <a:p>
            <a:pPr>
              <a:lnSpc>
                <a:spcPct val="150000"/>
              </a:lnSpc>
            </a:pPr>
            <a:r>
              <a:rPr lang="en-US" sz="2800" dirty="0">
                <a:latin typeface="Calibir"/>
              </a:rPr>
              <a:t>LastName and City (from Customers) → That shows </a:t>
            </a:r>
            <a:r>
              <a:rPr lang="en-US" sz="2800" i="1" dirty="0">
                <a:latin typeface="Calibir"/>
              </a:rPr>
              <a:t>who</a:t>
            </a:r>
            <a:r>
              <a:rPr lang="en-US" sz="2800" dirty="0">
                <a:latin typeface="Calibir"/>
              </a:rPr>
              <a:t> the customer is and </a:t>
            </a:r>
            <a:r>
              <a:rPr lang="en-US" sz="2800" i="1" dirty="0">
                <a:latin typeface="Calibir"/>
              </a:rPr>
              <a:t>where</a:t>
            </a:r>
            <a:r>
              <a:rPr lang="en-US" sz="2800" dirty="0">
                <a:latin typeface="Calibir"/>
              </a:rPr>
              <a:t> they live.</a:t>
            </a:r>
          </a:p>
        </p:txBody>
      </p:sp>
      <p:pic>
        <p:nvPicPr>
          <p:cNvPr id="10" name="Picture 9">
            <a:extLst>
              <a:ext uri="{FF2B5EF4-FFF2-40B4-BE49-F238E27FC236}">
                <a16:creationId xmlns:a16="http://schemas.microsoft.com/office/drawing/2014/main" id="{9298EE64-0931-6057-FBA6-C1BF68DE001A}"/>
              </a:ext>
            </a:extLst>
          </p:cNvPr>
          <p:cNvPicPr>
            <a:picLocks noChangeAspect="1"/>
          </p:cNvPicPr>
          <p:nvPr/>
        </p:nvPicPr>
        <p:blipFill>
          <a:blip r:embed="rId3"/>
          <a:srcRect r="33678" b="23691"/>
          <a:stretch>
            <a:fillRect/>
          </a:stretch>
        </p:blipFill>
        <p:spPr>
          <a:xfrm>
            <a:off x="3079531" y="2933043"/>
            <a:ext cx="6064469" cy="3924957"/>
          </a:xfrm>
          <a:prstGeom prst="rect">
            <a:avLst/>
          </a:prstGeom>
        </p:spPr>
      </p:pic>
    </p:spTree>
    <p:extLst>
      <p:ext uri="{BB962C8B-B14F-4D97-AF65-F5344CB8AC3E}">
        <p14:creationId xmlns:p14="http://schemas.microsoft.com/office/powerpoint/2010/main" val="18487564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87772E0-091C-88DD-1EB7-0D7E2039D05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C4F9539-1218-804D-A5F3-71276E4E903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42F0066-CD6C-8912-9C18-6D55EA4D6E41}"/>
              </a:ext>
            </a:extLst>
          </p:cNvPr>
          <p:cNvSpPr>
            <a:spLocks noGrp="1"/>
          </p:cNvSpPr>
          <p:nvPr>
            <p:ph type="sldNum" sz="quarter" idx="4"/>
          </p:nvPr>
        </p:nvSpPr>
        <p:spPr/>
        <p:txBody>
          <a:bodyPr/>
          <a:lstStyle/>
          <a:p>
            <a:fld id="{16A89BA3-132D-40E1-AAB4-CDCD0A14C216}" type="slidenum">
              <a:rPr lang="en-AU" smtClean="0"/>
              <a:pPr/>
              <a:t>32</a:t>
            </a:fld>
            <a:r>
              <a:rPr lang="en-AU"/>
              <a:t>  |</a:t>
            </a:r>
            <a:endParaRPr lang="en-AU" dirty="0"/>
          </a:p>
        </p:txBody>
      </p:sp>
      <p:sp>
        <p:nvSpPr>
          <p:cNvPr id="9" name="Text Placeholder 3">
            <a:extLst>
              <a:ext uri="{FF2B5EF4-FFF2-40B4-BE49-F238E27FC236}">
                <a16:creationId xmlns:a16="http://schemas.microsoft.com/office/drawing/2014/main" id="{06BDF124-82A8-BE69-3D6B-9783787215A2}"/>
              </a:ext>
            </a:extLst>
          </p:cNvPr>
          <p:cNvSpPr>
            <a:spLocks noGrp="1"/>
          </p:cNvSpPr>
          <p:nvPr>
            <p:ph type="body" sz="quarter" idx="16"/>
          </p:nvPr>
        </p:nvSpPr>
        <p:spPr>
          <a:xfrm>
            <a:off x="0" y="-2"/>
            <a:ext cx="7348654" cy="892099"/>
          </a:xfrm>
        </p:spPr>
        <p:txBody>
          <a:bodyPr>
            <a:noAutofit/>
          </a:bodyPr>
          <a:lstStyle/>
          <a:p>
            <a:r>
              <a:rPr lang="en-US" sz="3200" dirty="0"/>
              <a:t>Hands-on Activity 2: Filter Reservations by Date &amp; Day (OR)</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479FE2BA-6849-C840-F93F-F6A4CF97E733}"/>
              </a:ext>
            </a:extLst>
          </p:cNvPr>
          <p:cNvSpPr txBox="1"/>
          <p:nvPr/>
        </p:nvSpPr>
        <p:spPr>
          <a:xfrm>
            <a:off x="0" y="892097"/>
            <a:ext cx="9144000" cy="1315425"/>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sz="2800" dirty="0">
                <a:latin typeface="Calibir"/>
              </a:rPr>
              <a:t>Drag </a:t>
            </a:r>
            <a:r>
              <a:rPr lang="en-US" sz="2800" dirty="0" err="1">
                <a:latin typeface="Calibir"/>
              </a:rPr>
              <a:t>ClassDate</a:t>
            </a:r>
            <a:r>
              <a:rPr lang="en-US" sz="2800" dirty="0">
                <a:latin typeface="Calibir"/>
              </a:rPr>
              <a:t> (Reservations) → this will act as the </a:t>
            </a:r>
            <a:r>
              <a:rPr lang="en-US" sz="2800" dirty="0" err="1">
                <a:latin typeface="Calibir"/>
              </a:rPr>
              <a:t>ReservationDate</a:t>
            </a:r>
            <a:endParaRPr lang="en-US" altLang="en-US" sz="2800" dirty="0">
              <a:latin typeface="Calibir"/>
            </a:endParaRPr>
          </a:p>
        </p:txBody>
      </p:sp>
      <p:pic>
        <p:nvPicPr>
          <p:cNvPr id="5" name="Picture 4">
            <a:extLst>
              <a:ext uri="{FF2B5EF4-FFF2-40B4-BE49-F238E27FC236}">
                <a16:creationId xmlns:a16="http://schemas.microsoft.com/office/drawing/2014/main" id="{C5C7CF4B-90C5-617B-381C-66E035E4635A}"/>
              </a:ext>
            </a:extLst>
          </p:cNvPr>
          <p:cNvPicPr>
            <a:picLocks noChangeAspect="1"/>
          </p:cNvPicPr>
          <p:nvPr/>
        </p:nvPicPr>
        <p:blipFill>
          <a:blip r:embed="rId3"/>
          <a:srcRect b="5300"/>
          <a:stretch>
            <a:fillRect/>
          </a:stretch>
        </p:blipFill>
        <p:spPr>
          <a:xfrm>
            <a:off x="189186" y="2188666"/>
            <a:ext cx="8765628" cy="4669334"/>
          </a:xfrm>
          <a:prstGeom prst="rect">
            <a:avLst/>
          </a:prstGeom>
        </p:spPr>
      </p:pic>
    </p:spTree>
    <p:extLst>
      <p:ext uri="{BB962C8B-B14F-4D97-AF65-F5344CB8AC3E}">
        <p14:creationId xmlns:p14="http://schemas.microsoft.com/office/powerpoint/2010/main" val="3817780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1DAEDB8-DBE0-24B3-D3B0-BE446333FFF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81E502A-E20C-3EB1-91C2-9EC75DE6950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1CEAD21-6157-3607-04AB-4DEB9B1D5585}"/>
              </a:ext>
            </a:extLst>
          </p:cNvPr>
          <p:cNvSpPr>
            <a:spLocks noGrp="1"/>
          </p:cNvSpPr>
          <p:nvPr>
            <p:ph type="sldNum" sz="quarter" idx="4"/>
          </p:nvPr>
        </p:nvSpPr>
        <p:spPr/>
        <p:txBody>
          <a:bodyPr/>
          <a:lstStyle/>
          <a:p>
            <a:fld id="{16A89BA3-132D-40E1-AAB4-CDCD0A14C216}" type="slidenum">
              <a:rPr lang="en-AU" smtClean="0"/>
              <a:pPr/>
              <a:t>33</a:t>
            </a:fld>
            <a:r>
              <a:rPr lang="en-AU"/>
              <a:t>  |</a:t>
            </a:r>
            <a:endParaRPr lang="en-AU" dirty="0"/>
          </a:p>
        </p:txBody>
      </p:sp>
      <p:sp>
        <p:nvSpPr>
          <p:cNvPr id="9" name="Text Placeholder 3">
            <a:extLst>
              <a:ext uri="{FF2B5EF4-FFF2-40B4-BE49-F238E27FC236}">
                <a16:creationId xmlns:a16="http://schemas.microsoft.com/office/drawing/2014/main" id="{7CDDFFE8-9E8C-E6B0-0EFC-262F6BEFC794}"/>
              </a:ext>
            </a:extLst>
          </p:cNvPr>
          <p:cNvSpPr>
            <a:spLocks noGrp="1"/>
          </p:cNvSpPr>
          <p:nvPr>
            <p:ph type="body" sz="quarter" idx="16"/>
          </p:nvPr>
        </p:nvSpPr>
        <p:spPr>
          <a:xfrm>
            <a:off x="0" y="-2"/>
            <a:ext cx="7348654" cy="892099"/>
          </a:xfrm>
        </p:spPr>
        <p:txBody>
          <a:bodyPr>
            <a:noAutofit/>
          </a:bodyPr>
          <a:lstStyle/>
          <a:p>
            <a:r>
              <a:rPr lang="en-US" sz="3200" dirty="0"/>
              <a:t>Hands-on Activity 2: Filter Reservations by Date &amp; Day (OR)</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41C2A359-AD0E-225C-70AB-9168524D4AD9}"/>
              </a:ext>
            </a:extLst>
          </p:cNvPr>
          <p:cNvSpPr txBox="1"/>
          <p:nvPr/>
        </p:nvSpPr>
        <p:spPr>
          <a:xfrm>
            <a:off x="0" y="892097"/>
            <a:ext cx="9144000" cy="671851"/>
          </a:xfrm>
          <a:prstGeom prst="rect">
            <a:avLst/>
          </a:prstGeom>
          <a:noFill/>
        </p:spPr>
        <p:txBody>
          <a:bodyPr wrap="square">
            <a:spAutoFit/>
          </a:bodyPr>
          <a:lstStyle/>
          <a:p>
            <a:pPr lvl="0" eaLnBrk="0" fontAlgn="base" hangingPunct="0">
              <a:lnSpc>
                <a:spcPct val="150000"/>
              </a:lnSpc>
              <a:spcBef>
                <a:spcPct val="0"/>
              </a:spcBef>
              <a:spcAft>
                <a:spcPct val="0"/>
              </a:spcAft>
            </a:pPr>
            <a:r>
              <a:rPr lang="en-US" sz="2800" dirty="0">
                <a:latin typeface="Calibir"/>
              </a:rPr>
              <a:t>4.    In the Criteria row under </a:t>
            </a:r>
            <a:r>
              <a:rPr lang="en-US" sz="2800" dirty="0" err="1">
                <a:latin typeface="Calibir"/>
              </a:rPr>
              <a:t>ClassDate</a:t>
            </a:r>
            <a:r>
              <a:rPr lang="en-US" sz="2800" dirty="0">
                <a:latin typeface="Calibir"/>
              </a:rPr>
              <a:t> → type #02/01/2021#</a:t>
            </a:r>
            <a:endParaRPr lang="en-US" altLang="en-US" sz="2800" dirty="0">
              <a:latin typeface="Calibir"/>
            </a:endParaRPr>
          </a:p>
        </p:txBody>
      </p:sp>
      <p:pic>
        <p:nvPicPr>
          <p:cNvPr id="12" name="Picture 11">
            <a:extLst>
              <a:ext uri="{FF2B5EF4-FFF2-40B4-BE49-F238E27FC236}">
                <a16:creationId xmlns:a16="http://schemas.microsoft.com/office/drawing/2014/main" id="{79BE4B9E-D906-01F2-4BF9-E20BF43AAF73}"/>
              </a:ext>
            </a:extLst>
          </p:cNvPr>
          <p:cNvPicPr>
            <a:picLocks noChangeAspect="1"/>
          </p:cNvPicPr>
          <p:nvPr/>
        </p:nvPicPr>
        <p:blipFill>
          <a:blip r:embed="rId3"/>
          <a:srcRect b="5708"/>
          <a:stretch>
            <a:fillRect/>
          </a:stretch>
        </p:blipFill>
        <p:spPr>
          <a:xfrm>
            <a:off x="0" y="1660604"/>
            <a:ext cx="9144000" cy="4849867"/>
          </a:xfrm>
          <a:prstGeom prst="rect">
            <a:avLst/>
          </a:prstGeom>
        </p:spPr>
      </p:pic>
    </p:spTree>
    <p:extLst>
      <p:ext uri="{BB962C8B-B14F-4D97-AF65-F5344CB8AC3E}">
        <p14:creationId xmlns:p14="http://schemas.microsoft.com/office/powerpoint/2010/main" val="164716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3EBE478-DB42-210B-A1EF-B35B522C3D8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50459AF-18E1-4BDC-ADFA-2C99C71498B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431636E-D607-9A8F-F12B-0CD19AC6AF30}"/>
              </a:ext>
            </a:extLst>
          </p:cNvPr>
          <p:cNvSpPr>
            <a:spLocks noGrp="1"/>
          </p:cNvSpPr>
          <p:nvPr>
            <p:ph type="sldNum" sz="quarter" idx="4"/>
          </p:nvPr>
        </p:nvSpPr>
        <p:spPr/>
        <p:txBody>
          <a:bodyPr/>
          <a:lstStyle/>
          <a:p>
            <a:fld id="{16A89BA3-132D-40E1-AAB4-CDCD0A14C216}" type="slidenum">
              <a:rPr lang="en-AU" smtClean="0"/>
              <a:pPr/>
              <a:t>34</a:t>
            </a:fld>
            <a:r>
              <a:rPr lang="en-AU"/>
              <a:t>  |</a:t>
            </a:r>
            <a:endParaRPr lang="en-AU" dirty="0"/>
          </a:p>
        </p:txBody>
      </p:sp>
      <p:sp>
        <p:nvSpPr>
          <p:cNvPr id="9" name="Text Placeholder 3">
            <a:extLst>
              <a:ext uri="{FF2B5EF4-FFF2-40B4-BE49-F238E27FC236}">
                <a16:creationId xmlns:a16="http://schemas.microsoft.com/office/drawing/2014/main" id="{299F1C61-D951-B8B4-A25B-F87350B5DC9F}"/>
              </a:ext>
            </a:extLst>
          </p:cNvPr>
          <p:cNvSpPr>
            <a:spLocks noGrp="1"/>
          </p:cNvSpPr>
          <p:nvPr>
            <p:ph type="body" sz="quarter" idx="16"/>
          </p:nvPr>
        </p:nvSpPr>
        <p:spPr>
          <a:xfrm>
            <a:off x="0" y="-2"/>
            <a:ext cx="7348654" cy="892099"/>
          </a:xfrm>
        </p:spPr>
        <p:txBody>
          <a:bodyPr>
            <a:noAutofit/>
          </a:bodyPr>
          <a:lstStyle/>
          <a:p>
            <a:r>
              <a:rPr lang="en-US" sz="3200" dirty="0"/>
              <a:t>Hands-on Activity 2: Filter Reservations by Date &amp; Day (OR)</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61C7DCA7-D014-FD7F-C83A-E49EB7A5BC51}"/>
              </a:ext>
            </a:extLst>
          </p:cNvPr>
          <p:cNvSpPr txBox="1"/>
          <p:nvPr/>
        </p:nvSpPr>
        <p:spPr>
          <a:xfrm>
            <a:off x="0" y="892097"/>
            <a:ext cx="9144000" cy="1318181"/>
          </a:xfrm>
          <a:prstGeom prst="rect">
            <a:avLst/>
          </a:prstGeom>
          <a:noFill/>
        </p:spPr>
        <p:txBody>
          <a:bodyPr wrap="square">
            <a:spAutoFit/>
          </a:bodyPr>
          <a:lstStyle/>
          <a:p>
            <a:pPr lvl="0" eaLnBrk="0" fontAlgn="base" hangingPunct="0">
              <a:lnSpc>
                <a:spcPct val="150000"/>
              </a:lnSpc>
              <a:spcBef>
                <a:spcPct val="0"/>
              </a:spcBef>
              <a:spcAft>
                <a:spcPct val="0"/>
              </a:spcAft>
            </a:pPr>
            <a:r>
              <a:rPr lang="en-US" sz="2800" dirty="0">
                <a:latin typeface="Calibir"/>
              </a:rPr>
              <a:t>5.   Run → we’ll see only customers who had reservations on that date</a:t>
            </a:r>
            <a:endParaRPr lang="en-US" altLang="en-US" sz="2800" dirty="0">
              <a:latin typeface="Calibir"/>
            </a:endParaRPr>
          </a:p>
        </p:txBody>
      </p:sp>
      <p:pic>
        <p:nvPicPr>
          <p:cNvPr id="5" name="Picture 4">
            <a:extLst>
              <a:ext uri="{FF2B5EF4-FFF2-40B4-BE49-F238E27FC236}">
                <a16:creationId xmlns:a16="http://schemas.microsoft.com/office/drawing/2014/main" id="{9D6F517A-3EF3-5C90-F84F-7FC5B97D5BC4}"/>
              </a:ext>
            </a:extLst>
          </p:cNvPr>
          <p:cNvPicPr>
            <a:picLocks noChangeAspect="1"/>
          </p:cNvPicPr>
          <p:nvPr/>
        </p:nvPicPr>
        <p:blipFill>
          <a:blip r:embed="rId3"/>
          <a:srcRect b="5300"/>
          <a:stretch>
            <a:fillRect/>
          </a:stretch>
        </p:blipFill>
        <p:spPr>
          <a:xfrm>
            <a:off x="209472" y="2210278"/>
            <a:ext cx="8725056" cy="4647722"/>
          </a:xfrm>
          <a:prstGeom prst="rect">
            <a:avLst/>
          </a:prstGeom>
        </p:spPr>
      </p:pic>
    </p:spTree>
    <p:extLst>
      <p:ext uri="{BB962C8B-B14F-4D97-AF65-F5344CB8AC3E}">
        <p14:creationId xmlns:p14="http://schemas.microsoft.com/office/powerpoint/2010/main" val="10243180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0672CF3-740F-DBBA-092E-37E704C77B1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84FD31C-0EDF-12F7-339D-AC03117DB58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DDFBD89-9133-FEB6-C93D-55BCC00FF74F}"/>
              </a:ext>
            </a:extLst>
          </p:cNvPr>
          <p:cNvSpPr>
            <a:spLocks noGrp="1"/>
          </p:cNvSpPr>
          <p:nvPr>
            <p:ph type="sldNum" sz="quarter" idx="4"/>
          </p:nvPr>
        </p:nvSpPr>
        <p:spPr/>
        <p:txBody>
          <a:bodyPr/>
          <a:lstStyle/>
          <a:p>
            <a:fld id="{16A89BA3-132D-40E1-AAB4-CDCD0A14C216}" type="slidenum">
              <a:rPr lang="en-AU" smtClean="0"/>
              <a:pPr/>
              <a:t>35</a:t>
            </a:fld>
            <a:r>
              <a:rPr lang="en-AU"/>
              <a:t>  |</a:t>
            </a:r>
            <a:endParaRPr lang="en-AU" dirty="0"/>
          </a:p>
        </p:txBody>
      </p:sp>
      <p:sp>
        <p:nvSpPr>
          <p:cNvPr id="9" name="Text Placeholder 3">
            <a:extLst>
              <a:ext uri="{FF2B5EF4-FFF2-40B4-BE49-F238E27FC236}">
                <a16:creationId xmlns:a16="http://schemas.microsoft.com/office/drawing/2014/main" id="{6CC6A747-05E5-085B-D30F-A94C6001D6A8}"/>
              </a:ext>
            </a:extLst>
          </p:cNvPr>
          <p:cNvSpPr>
            <a:spLocks noGrp="1"/>
          </p:cNvSpPr>
          <p:nvPr>
            <p:ph type="body" sz="quarter" idx="16"/>
          </p:nvPr>
        </p:nvSpPr>
        <p:spPr>
          <a:xfrm>
            <a:off x="0" y="-1"/>
            <a:ext cx="7348654" cy="483478"/>
          </a:xfrm>
        </p:spPr>
        <p:txBody>
          <a:bodyPr>
            <a:noAutofit/>
          </a:bodyPr>
          <a:lstStyle/>
          <a:p>
            <a:r>
              <a:rPr lang="en-US" sz="3200" dirty="0"/>
              <a:t>Building Flexible Queries</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E54E6C4-A7B7-B124-2766-C32AB7C6D02D}"/>
              </a:ext>
            </a:extLst>
          </p:cNvPr>
          <p:cNvSpPr txBox="1"/>
          <p:nvPr/>
        </p:nvSpPr>
        <p:spPr>
          <a:xfrm>
            <a:off x="0" y="1040525"/>
            <a:ext cx="8986344" cy="5196166"/>
          </a:xfrm>
          <a:prstGeom prst="rect">
            <a:avLst/>
          </a:prstGeom>
          <a:noFill/>
        </p:spPr>
        <p:txBody>
          <a:bodyPr wrap="square">
            <a:spAutoFit/>
          </a:bodyPr>
          <a:lstStyle/>
          <a:p>
            <a:pPr>
              <a:lnSpc>
                <a:spcPct val="150000"/>
              </a:lnSpc>
              <a:buNone/>
            </a:pPr>
            <a:r>
              <a:rPr lang="en-US" sz="2800" b="1" dirty="0">
                <a:latin typeface="Calibir"/>
              </a:rPr>
              <a:t>What:</a:t>
            </a:r>
          </a:p>
          <a:p>
            <a:pPr>
              <a:lnSpc>
                <a:spcPct val="150000"/>
              </a:lnSpc>
              <a:buNone/>
            </a:pPr>
            <a:r>
              <a:rPr lang="en-US" sz="2800" dirty="0">
                <a:latin typeface="Calibir"/>
              </a:rPr>
              <a:t>Use </a:t>
            </a:r>
            <a:r>
              <a:rPr lang="en-US" sz="2800" b="1" dirty="0">
                <a:latin typeface="Calibir"/>
              </a:rPr>
              <a:t>Totals, Grouping, and Expressions</a:t>
            </a:r>
            <a:r>
              <a:rPr lang="en-US" sz="2800" dirty="0">
                <a:latin typeface="Calibir"/>
              </a:rPr>
              <a:t> in queries.</a:t>
            </a:r>
          </a:p>
          <a:p>
            <a:pPr>
              <a:lnSpc>
                <a:spcPct val="150000"/>
              </a:lnSpc>
              <a:buNone/>
            </a:pPr>
            <a:r>
              <a:rPr lang="en-US" sz="2800" b="1" dirty="0">
                <a:latin typeface="Calibir"/>
              </a:rPr>
              <a:t>Why:</a:t>
            </a:r>
          </a:p>
          <a:p>
            <a:pPr>
              <a:lnSpc>
                <a:spcPct val="150000"/>
              </a:lnSpc>
              <a:buNone/>
            </a:pPr>
            <a:r>
              <a:rPr lang="en-US" sz="2800" dirty="0">
                <a:latin typeface="Calibir"/>
              </a:rPr>
              <a:t>To get </a:t>
            </a:r>
            <a:r>
              <a:rPr lang="en-US" sz="2800" b="1" dirty="0">
                <a:latin typeface="Calibir"/>
              </a:rPr>
              <a:t>summaries</a:t>
            </a:r>
            <a:r>
              <a:rPr lang="en-US" sz="2800" dirty="0">
                <a:latin typeface="Calibir"/>
              </a:rPr>
              <a:t> (not just raw data).</a:t>
            </a:r>
          </a:p>
          <a:p>
            <a:pPr>
              <a:lnSpc>
                <a:spcPct val="150000"/>
              </a:lnSpc>
              <a:buNone/>
            </a:pPr>
            <a:r>
              <a:rPr lang="en-US" sz="2800" b="1" dirty="0">
                <a:latin typeface="Calibir"/>
              </a:rPr>
              <a:t>Analogy:</a:t>
            </a:r>
          </a:p>
          <a:p>
            <a:pPr>
              <a:lnSpc>
                <a:spcPct val="150000"/>
              </a:lnSpc>
              <a:buNone/>
            </a:pPr>
            <a:r>
              <a:rPr lang="en-US" sz="2800" dirty="0">
                <a:latin typeface="Calibir"/>
              </a:rPr>
              <a:t>Like making a </a:t>
            </a:r>
            <a:r>
              <a:rPr lang="en-US" sz="2800" b="1" dirty="0">
                <a:latin typeface="Calibir"/>
              </a:rPr>
              <a:t>Pivot Table in Excel</a:t>
            </a:r>
            <a:r>
              <a:rPr lang="en-US" sz="2800" dirty="0">
                <a:latin typeface="Calibir"/>
              </a:rPr>
              <a:t>.</a:t>
            </a:r>
          </a:p>
          <a:p>
            <a:pPr>
              <a:lnSpc>
                <a:spcPct val="150000"/>
              </a:lnSpc>
              <a:buNone/>
            </a:pPr>
            <a:r>
              <a:rPr lang="en-US" sz="2800" b="1" dirty="0">
                <a:latin typeface="Calibir"/>
              </a:rPr>
              <a:t>Example:</a:t>
            </a:r>
            <a:br>
              <a:rPr lang="en-US" sz="2800" dirty="0">
                <a:latin typeface="Calibir"/>
              </a:rPr>
            </a:br>
            <a:r>
              <a:rPr lang="en-US" sz="2800" dirty="0">
                <a:latin typeface="Calibir"/>
              </a:rPr>
              <a:t>Count how many </a:t>
            </a:r>
            <a:r>
              <a:rPr lang="en-US" sz="2800" b="1" dirty="0">
                <a:latin typeface="Calibir"/>
              </a:rPr>
              <a:t>customers</a:t>
            </a:r>
            <a:r>
              <a:rPr lang="en-US" sz="2800" dirty="0">
                <a:latin typeface="Calibir"/>
              </a:rPr>
              <a:t> are in each </a:t>
            </a:r>
            <a:r>
              <a:rPr lang="en-US" sz="2800" b="1" dirty="0" err="1">
                <a:latin typeface="Calibir"/>
              </a:rPr>
              <a:t>ClassType</a:t>
            </a:r>
            <a:r>
              <a:rPr lang="en-US" sz="2800" dirty="0">
                <a:latin typeface="Calibir"/>
              </a:rPr>
              <a:t>.</a:t>
            </a:r>
          </a:p>
        </p:txBody>
      </p:sp>
    </p:spTree>
    <p:extLst>
      <p:ext uri="{BB962C8B-B14F-4D97-AF65-F5344CB8AC3E}">
        <p14:creationId xmlns:p14="http://schemas.microsoft.com/office/powerpoint/2010/main" val="3707933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1000"/>
                                        <p:tgtEl>
                                          <p:spTgt spid="7">
                                            <p:txEl>
                                              <p:pRg st="1" end="1"/>
                                            </p:txEl>
                                          </p:spTgt>
                                        </p:tgtEl>
                                      </p:cBhvr>
                                    </p:animEffect>
                                    <p:anim calcmode="lin" valueType="num">
                                      <p:cBhvr>
                                        <p:cTn id="8"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3" end="3"/>
                                            </p:txEl>
                                          </p:spTgt>
                                        </p:tgtEl>
                                        <p:attrNameLst>
                                          <p:attrName>style.visibility</p:attrName>
                                        </p:attrNameLst>
                                      </p:cBhvr>
                                      <p:to>
                                        <p:strVal val="visible"/>
                                      </p:to>
                                    </p:set>
                                    <p:animEffect transition="in" filter="fade">
                                      <p:cBhvr>
                                        <p:cTn id="12" dur="1000"/>
                                        <p:tgtEl>
                                          <p:spTgt spid="7">
                                            <p:txEl>
                                              <p:pRg st="3" end="3"/>
                                            </p:txEl>
                                          </p:spTgt>
                                        </p:tgtEl>
                                      </p:cBhvr>
                                    </p:animEffect>
                                    <p:anim calcmode="lin" valueType="num">
                                      <p:cBhvr>
                                        <p:cTn id="13"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animEffect transition="in" filter="fade">
                                      <p:cBhvr>
                                        <p:cTn id="17" dur="1000"/>
                                        <p:tgtEl>
                                          <p:spTgt spid="7">
                                            <p:txEl>
                                              <p:pRg st="5" end="5"/>
                                            </p:txEl>
                                          </p:spTgt>
                                        </p:tgtEl>
                                      </p:cBhvr>
                                    </p:animEffect>
                                    <p:anim calcmode="lin" valueType="num">
                                      <p:cBhvr>
                                        <p:cTn id="18"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7">
                                            <p:txEl>
                                              <p:pRg st="5" end="5"/>
                                            </p:txEl>
                                          </p:spTgt>
                                        </p:tgtEl>
                                        <p:attrNameLst>
                                          <p:attrName>ppt_y</p:attrName>
                                        </p:attrNameLst>
                                      </p:cBhvr>
                                      <p:tavLst>
                                        <p:tav tm="0">
                                          <p:val>
                                            <p:strVal val="#ppt_y+.1"/>
                                          </p:val>
                                        </p:tav>
                                        <p:tav tm="100000">
                                          <p:val>
                                            <p:strVal val="#ppt_y"/>
                                          </p:val>
                                        </p:tav>
                                      </p:tavLst>
                                    </p:anim>
                                  </p:childTnLst>
                                </p:cTn>
                              </p:par>
                              <p:par>
                                <p:cTn id="20" presetID="22" presetClass="entr" presetSubtype="4" fill="hold" nodeType="withEffect">
                                  <p:stCondLst>
                                    <p:cond delay="0"/>
                                  </p:stCondLst>
                                  <p:childTnLst>
                                    <p:set>
                                      <p:cBhvr>
                                        <p:cTn id="21" dur="1" fill="hold">
                                          <p:stCondLst>
                                            <p:cond delay="0"/>
                                          </p:stCondLst>
                                        </p:cTn>
                                        <p:tgtEl>
                                          <p:spTgt spid="7">
                                            <p:txEl>
                                              <p:pRg st="6" end="6"/>
                                            </p:txEl>
                                          </p:spTgt>
                                        </p:tgtEl>
                                        <p:attrNameLst>
                                          <p:attrName>style.visibility</p:attrName>
                                        </p:attrNameLst>
                                      </p:cBhvr>
                                      <p:to>
                                        <p:strVal val="visible"/>
                                      </p:to>
                                    </p:set>
                                    <p:animEffect transition="in" filter="wipe(down)">
                                      <p:cBhvr>
                                        <p:cTn id="22" dur="500"/>
                                        <p:tgtEl>
                                          <p:spTgt spid="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F1C4322-A2BD-23F0-94F9-95B964D7F21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D5212D4-C94B-3FC3-FDF8-A62ADB2DAA0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D056C08-6A97-5949-C958-5B44A4285B72}"/>
              </a:ext>
            </a:extLst>
          </p:cNvPr>
          <p:cNvSpPr>
            <a:spLocks noGrp="1"/>
          </p:cNvSpPr>
          <p:nvPr>
            <p:ph type="sldNum" sz="quarter" idx="4"/>
          </p:nvPr>
        </p:nvSpPr>
        <p:spPr/>
        <p:txBody>
          <a:bodyPr/>
          <a:lstStyle/>
          <a:p>
            <a:fld id="{16A89BA3-132D-40E1-AAB4-CDCD0A14C216}" type="slidenum">
              <a:rPr lang="en-AU" smtClean="0"/>
              <a:pPr/>
              <a:t>36</a:t>
            </a:fld>
            <a:r>
              <a:rPr lang="en-AU"/>
              <a:t>  |</a:t>
            </a:r>
            <a:endParaRPr lang="en-AU" dirty="0"/>
          </a:p>
        </p:txBody>
      </p:sp>
      <p:sp>
        <p:nvSpPr>
          <p:cNvPr id="9" name="Text Placeholder 3">
            <a:extLst>
              <a:ext uri="{FF2B5EF4-FFF2-40B4-BE49-F238E27FC236}">
                <a16:creationId xmlns:a16="http://schemas.microsoft.com/office/drawing/2014/main" id="{42FE0E95-82A0-5A45-DECD-8B3A13C7E724}"/>
              </a:ext>
            </a:extLst>
          </p:cNvPr>
          <p:cNvSpPr>
            <a:spLocks noGrp="1"/>
          </p:cNvSpPr>
          <p:nvPr>
            <p:ph type="body" sz="quarter" idx="16"/>
          </p:nvPr>
        </p:nvSpPr>
        <p:spPr>
          <a:xfrm>
            <a:off x="0" y="-1"/>
            <a:ext cx="7348654" cy="882870"/>
          </a:xfrm>
        </p:spPr>
        <p:txBody>
          <a:bodyPr>
            <a:noAutofit/>
          </a:bodyPr>
          <a:lstStyle/>
          <a:p>
            <a:r>
              <a:rPr lang="en-US" sz="3200" dirty="0"/>
              <a:t>Hands-On Activity 3: Count Customers per </a:t>
            </a:r>
            <a:r>
              <a:rPr lang="en-US" sz="3200" dirty="0" err="1"/>
              <a:t>ClassType</a:t>
            </a:r>
            <a:r>
              <a:rPr lang="en-US" sz="3200" dirty="0"/>
              <a:t> </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EFDC635-EE39-155E-017E-8C0F77D4DF5B}"/>
              </a:ext>
            </a:extLst>
          </p:cNvPr>
          <p:cNvSpPr txBox="1"/>
          <p:nvPr/>
        </p:nvSpPr>
        <p:spPr>
          <a:xfrm>
            <a:off x="0" y="1040525"/>
            <a:ext cx="8986344" cy="1315425"/>
          </a:xfrm>
          <a:prstGeom prst="rect">
            <a:avLst/>
          </a:prstGeom>
          <a:noFill/>
        </p:spPr>
        <p:txBody>
          <a:bodyPr wrap="square">
            <a:spAutoFit/>
          </a:bodyPr>
          <a:lstStyle/>
          <a:p>
            <a:pPr>
              <a:lnSpc>
                <a:spcPct val="150000"/>
              </a:lnSpc>
              <a:buNone/>
            </a:pPr>
            <a:r>
              <a:rPr lang="en-US" sz="2800" b="1" dirty="0">
                <a:latin typeface="Calibir"/>
              </a:rPr>
              <a:t>Task:</a:t>
            </a:r>
            <a:r>
              <a:rPr lang="en-US" sz="2800" dirty="0">
                <a:latin typeface="Calibir"/>
              </a:rPr>
              <a:t> Build and save a query that shows the number of customers in each </a:t>
            </a:r>
            <a:r>
              <a:rPr lang="en-US" sz="2800" dirty="0" err="1">
                <a:latin typeface="Calibir"/>
              </a:rPr>
              <a:t>ClassType</a:t>
            </a:r>
            <a:r>
              <a:rPr lang="en-US" sz="2800" dirty="0">
                <a:latin typeface="Calibir"/>
              </a:rPr>
              <a:t>.</a:t>
            </a:r>
          </a:p>
        </p:txBody>
      </p:sp>
      <p:pic>
        <p:nvPicPr>
          <p:cNvPr id="2" name="Timer">
            <a:hlinkClick r:id="" action="ppaction://media"/>
            <a:extLst>
              <a:ext uri="{FF2B5EF4-FFF2-40B4-BE49-F238E27FC236}">
                <a16:creationId xmlns:a16="http://schemas.microsoft.com/office/drawing/2014/main" id="{53A0E856-2DB7-93F2-8EB7-A31544D3E825}"/>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460" t="44636" r="41034" b="40447"/>
          <a:stretch>
            <a:fillRect/>
          </a:stretch>
        </p:blipFill>
        <p:spPr>
          <a:xfrm>
            <a:off x="3725917" y="3163613"/>
            <a:ext cx="1692166" cy="767256"/>
          </a:xfrm>
          <a:prstGeom prst="rect">
            <a:avLst/>
          </a:prstGeom>
          <a:ln w="38100">
            <a:solidFill>
              <a:schemeClr val="accent1"/>
            </a:solidFill>
          </a:ln>
        </p:spPr>
      </p:pic>
    </p:spTree>
    <p:extLst>
      <p:ext uri="{BB962C8B-B14F-4D97-AF65-F5344CB8AC3E}">
        <p14:creationId xmlns:p14="http://schemas.microsoft.com/office/powerpoint/2010/main" val="1935521411"/>
      </p:ext>
    </p:extLst>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6555CF9-6D79-8FFC-6618-36EC3EC8DF4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AC9F090-9159-0FA5-B6A0-9A25673E802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C0DE4D1-12B3-A6CE-DB01-DC7EF6B95345}"/>
              </a:ext>
            </a:extLst>
          </p:cNvPr>
          <p:cNvSpPr>
            <a:spLocks noGrp="1"/>
          </p:cNvSpPr>
          <p:nvPr>
            <p:ph type="sldNum" sz="quarter" idx="4"/>
          </p:nvPr>
        </p:nvSpPr>
        <p:spPr/>
        <p:txBody>
          <a:bodyPr/>
          <a:lstStyle/>
          <a:p>
            <a:fld id="{16A89BA3-132D-40E1-AAB4-CDCD0A14C216}" type="slidenum">
              <a:rPr lang="en-AU" smtClean="0"/>
              <a:pPr/>
              <a:t>37</a:t>
            </a:fld>
            <a:r>
              <a:rPr lang="en-AU"/>
              <a:t>  |</a:t>
            </a:r>
            <a:endParaRPr lang="en-AU" dirty="0"/>
          </a:p>
        </p:txBody>
      </p:sp>
      <p:sp>
        <p:nvSpPr>
          <p:cNvPr id="9" name="Text Placeholder 3">
            <a:extLst>
              <a:ext uri="{FF2B5EF4-FFF2-40B4-BE49-F238E27FC236}">
                <a16:creationId xmlns:a16="http://schemas.microsoft.com/office/drawing/2014/main" id="{7E228476-C5A5-66C8-8490-EABD598A9030}"/>
              </a:ext>
            </a:extLst>
          </p:cNvPr>
          <p:cNvSpPr>
            <a:spLocks noGrp="1"/>
          </p:cNvSpPr>
          <p:nvPr>
            <p:ph type="body" sz="quarter" idx="16"/>
          </p:nvPr>
        </p:nvSpPr>
        <p:spPr>
          <a:xfrm>
            <a:off x="0" y="-1"/>
            <a:ext cx="7348654" cy="882870"/>
          </a:xfrm>
        </p:spPr>
        <p:txBody>
          <a:bodyPr>
            <a:noAutofit/>
          </a:bodyPr>
          <a:lstStyle/>
          <a:p>
            <a:r>
              <a:rPr lang="en-US" sz="3200" dirty="0"/>
              <a:t>Hands-On Activity 3: Count Customers per </a:t>
            </a:r>
            <a:r>
              <a:rPr lang="en-US" sz="3200" dirty="0" err="1"/>
              <a:t>ClassType</a:t>
            </a:r>
            <a:r>
              <a:rPr lang="en-US" sz="3200" dirty="0"/>
              <a:t> </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6B10C9E-4A07-109C-58CD-FF46541C90C0}"/>
              </a:ext>
            </a:extLst>
          </p:cNvPr>
          <p:cNvSpPr txBox="1"/>
          <p:nvPr/>
        </p:nvSpPr>
        <p:spPr>
          <a:xfrm>
            <a:off x="0" y="1040525"/>
            <a:ext cx="8986344" cy="671851"/>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a:pPr>
            <a:r>
              <a:rPr lang="en-US" altLang="en-US" sz="2800" dirty="0">
                <a:latin typeface="Calibir"/>
              </a:rPr>
              <a:t>Go to Create → Query Design</a:t>
            </a:r>
          </a:p>
        </p:txBody>
      </p:sp>
      <p:pic>
        <p:nvPicPr>
          <p:cNvPr id="6" name="Picture 5">
            <a:extLst>
              <a:ext uri="{FF2B5EF4-FFF2-40B4-BE49-F238E27FC236}">
                <a16:creationId xmlns:a16="http://schemas.microsoft.com/office/drawing/2014/main" id="{FEE8E6EC-D241-2452-07EB-BBD950CEB70F}"/>
              </a:ext>
            </a:extLst>
          </p:cNvPr>
          <p:cNvPicPr>
            <a:picLocks noChangeAspect="1"/>
          </p:cNvPicPr>
          <p:nvPr/>
        </p:nvPicPr>
        <p:blipFill>
          <a:blip r:embed="rId3"/>
          <a:srcRect b="5300"/>
          <a:stretch>
            <a:fillRect/>
          </a:stretch>
        </p:blipFill>
        <p:spPr>
          <a:xfrm>
            <a:off x="0" y="1987112"/>
            <a:ext cx="9144000" cy="4870888"/>
          </a:xfrm>
          <a:prstGeom prst="rect">
            <a:avLst/>
          </a:prstGeom>
        </p:spPr>
      </p:pic>
    </p:spTree>
    <p:extLst>
      <p:ext uri="{BB962C8B-B14F-4D97-AF65-F5344CB8AC3E}">
        <p14:creationId xmlns:p14="http://schemas.microsoft.com/office/powerpoint/2010/main" val="6490509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18D4120-A0FE-138A-1CB9-D961E045209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C8C8697-55DD-AABD-C9DA-86C89E077C5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CB268EC-DE54-496C-9FAD-CD8AEACC9864}"/>
              </a:ext>
            </a:extLst>
          </p:cNvPr>
          <p:cNvSpPr>
            <a:spLocks noGrp="1"/>
          </p:cNvSpPr>
          <p:nvPr>
            <p:ph type="sldNum" sz="quarter" idx="4"/>
          </p:nvPr>
        </p:nvSpPr>
        <p:spPr/>
        <p:txBody>
          <a:bodyPr/>
          <a:lstStyle/>
          <a:p>
            <a:fld id="{16A89BA3-132D-40E1-AAB4-CDCD0A14C216}" type="slidenum">
              <a:rPr lang="en-AU" smtClean="0"/>
              <a:pPr/>
              <a:t>38</a:t>
            </a:fld>
            <a:r>
              <a:rPr lang="en-AU"/>
              <a:t>  |</a:t>
            </a:r>
            <a:endParaRPr lang="en-AU" dirty="0"/>
          </a:p>
        </p:txBody>
      </p:sp>
      <p:sp>
        <p:nvSpPr>
          <p:cNvPr id="9" name="Text Placeholder 3">
            <a:extLst>
              <a:ext uri="{FF2B5EF4-FFF2-40B4-BE49-F238E27FC236}">
                <a16:creationId xmlns:a16="http://schemas.microsoft.com/office/drawing/2014/main" id="{BE7849DC-42C9-18D1-20E4-668464A0B19E}"/>
              </a:ext>
            </a:extLst>
          </p:cNvPr>
          <p:cNvSpPr>
            <a:spLocks noGrp="1"/>
          </p:cNvSpPr>
          <p:nvPr>
            <p:ph type="body" sz="quarter" idx="16"/>
          </p:nvPr>
        </p:nvSpPr>
        <p:spPr>
          <a:xfrm>
            <a:off x="0" y="-1"/>
            <a:ext cx="7348654" cy="882870"/>
          </a:xfrm>
        </p:spPr>
        <p:txBody>
          <a:bodyPr>
            <a:noAutofit/>
          </a:bodyPr>
          <a:lstStyle/>
          <a:p>
            <a:r>
              <a:rPr lang="en-US" sz="3200" dirty="0"/>
              <a:t>Hands-On Activity 3: Count Customers per </a:t>
            </a:r>
            <a:r>
              <a:rPr lang="en-US" sz="3200" dirty="0" err="1"/>
              <a:t>ClassType</a:t>
            </a:r>
            <a:r>
              <a:rPr lang="en-US" sz="3200" dirty="0"/>
              <a:t> </a:t>
            </a:r>
            <a:endParaRPr lang="en-AU" sz="3000" dirty="0">
              <a:latin typeface="Calibri" panose="020F0502020204030204" pitchFamily="34" charset="0"/>
              <a:cs typeface="Calibri" panose="020F0502020204030204" pitchFamily="34" charset="0"/>
            </a:endParaRPr>
          </a:p>
        </p:txBody>
      </p:sp>
      <p:sp>
        <p:nvSpPr>
          <p:cNvPr id="2" name="Rectangle 1">
            <a:extLst>
              <a:ext uri="{FF2B5EF4-FFF2-40B4-BE49-F238E27FC236}">
                <a16:creationId xmlns:a16="http://schemas.microsoft.com/office/drawing/2014/main" id="{08A931A3-FDD7-35BE-B4FE-7080A2D228E9}"/>
              </a:ext>
            </a:extLst>
          </p:cNvPr>
          <p:cNvSpPr>
            <a:spLocks noChangeArrowheads="1"/>
          </p:cNvSpPr>
          <p:nvPr/>
        </p:nvSpPr>
        <p:spPr bwMode="auto">
          <a:xfrm>
            <a:off x="2668410" y="882869"/>
            <a:ext cx="646508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Reservations table </a:t>
            </a:r>
            <a:r>
              <a:rPr kumimoji="0" lang="en-US" altLang="en-US" sz="2800" i="0" u="none" strike="noStrike" cap="none" normalizeH="0" baseline="0" dirty="0">
                <a:ln>
                  <a:noFill/>
                </a:ln>
                <a:solidFill>
                  <a:schemeClr val="tx1"/>
                </a:solidFill>
                <a:effectLst/>
                <a:latin typeface="Calibir"/>
              </a:rPr>
              <a:t>→ has the CustomerID (who booked).</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Classes table </a:t>
            </a:r>
            <a:r>
              <a:rPr kumimoji="0" lang="en-US" altLang="en-US" sz="2800" i="0" u="none" strike="noStrike" cap="none" normalizeH="0" baseline="0" dirty="0">
                <a:ln>
                  <a:noFill/>
                </a:ln>
                <a:solidFill>
                  <a:schemeClr val="tx1"/>
                </a:solidFill>
                <a:effectLst/>
                <a:latin typeface="Calibir"/>
              </a:rPr>
              <a:t>→ has the </a:t>
            </a:r>
            <a:r>
              <a:rPr kumimoji="0" lang="en-US" altLang="en-US" sz="2800" i="0" u="none" strike="noStrike" cap="none" normalizeH="0" baseline="0" dirty="0" err="1">
                <a:ln>
                  <a:noFill/>
                </a:ln>
                <a:solidFill>
                  <a:schemeClr val="tx1"/>
                </a:solidFill>
                <a:effectLst/>
                <a:latin typeface="Calibir"/>
              </a:rPr>
              <a:t>TypeofClass</a:t>
            </a:r>
            <a:r>
              <a:rPr kumimoji="0" lang="en-US" altLang="en-US" sz="2800" i="0" u="none" strike="noStrike" cap="none" normalizeH="0" baseline="0" dirty="0">
                <a:ln>
                  <a:noFill/>
                </a:ln>
                <a:solidFill>
                  <a:schemeClr val="tx1"/>
                </a:solidFill>
                <a:effectLst/>
                <a:latin typeface="Calibir"/>
              </a:rPr>
              <a:t> (what kind of class they booked).</a:t>
            </a:r>
          </a:p>
        </p:txBody>
      </p:sp>
      <p:pic>
        <p:nvPicPr>
          <p:cNvPr id="8" name="Picture 7">
            <a:extLst>
              <a:ext uri="{FF2B5EF4-FFF2-40B4-BE49-F238E27FC236}">
                <a16:creationId xmlns:a16="http://schemas.microsoft.com/office/drawing/2014/main" id="{FA2A69F6-7A99-523E-8443-5DA452D3A1E0}"/>
              </a:ext>
            </a:extLst>
          </p:cNvPr>
          <p:cNvPicPr>
            <a:picLocks noChangeAspect="1"/>
          </p:cNvPicPr>
          <p:nvPr/>
        </p:nvPicPr>
        <p:blipFill>
          <a:blip r:embed="rId3"/>
          <a:srcRect b="5708"/>
          <a:stretch>
            <a:fillRect/>
          </a:stretch>
        </p:blipFill>
        <p:spPr>
          <a:xfrm>
            <a:off x="2678920" y="3429000"/>
            <a:ext cx="6465080" cy="3429000"/>
          </a:xfrm>
          <a:prstGeom prst="rect">
            <a:avLst/>
          </a:prstGeom>
        </p:spPr>
      </p:pic>
      <p:sp>
        <p:nvSpPr>
          <p:cNvPr id="10" name="TextBox 9">
            <a:extLst>
              <a:ext uri="{FF2B5EF4-FFF2-40B4-BE49-F238E27FC236}">
                <a16:creationId xmlns:a16="http://schemas.microsoft.com/office/drawing/2014/main" id="{DBA70D20-6D1D-8C36-245B-C6A9D377C85D}"/>
              </a:ext>
            </a:extLst>
          </p:cNvPr>
          <p:cNvSpPr txBox="1"/>
          <p:nvPr/>
        </p:nvSpPr>
        <p:spPr>
          <a:xfrm>
            <a:off x="0" y="1040524"/>
            <a:ext cx="2668410" cy="4549835"/>
          </a:xfrm>
          <a:prstGeom prst="rect">
            <a:avLst/>
          </a:prstGeom>
          <a:noFill/>
        </p:spPr>
        <p:txBody>
          <a:bodyPr wrap="square">
            <a:spAutoFit/>
          </a:bodyPr>
          <a:lstStyle/>
          <a:p>
            <a:pPr>
              <a:lnSpc>
                <a:spcPct val="150000"/>
              </a:lnSpc>
            </a:pPr>
            <a:r>
              <a:rPr lang="en-US" sz="2800" dirty="0">
                <a:latin typeface="Calibir"/>
              </a:rPr>
              <a:t>2.   drag:</a:t>
            </a:r>
          </a:p>
          <a:p>
            <a:pPr marL="457200" indent="-457200">
              <a:lnSpc>
                <a:spcPct val="150000"/>
              </a:lnSpc>
              <a:buFont typeface="Arial" panose="020B0604020202020204" pitchFamily="34" charset="0"/>
              <a:buChar char="•"/>
            </a:pPr>
            <a:r>
              <a:rPr lang="en-US" sz="2800" dirty="0" err="1">
                <a:latin typeface="Calibir"/>
              </a:rPr>
              <a:t>TypeofClass</a:t>
            </a:r>
            <a:r>
              <a:rPr lang="en-US" sz="2800" dirty="0">
                <a:latin typeface="Calibir"/>
              </a:rPr>
              <a:t> (from Classes)</a:t>
            </a:r>
          </a:p>
          <a:p>
            <a:pPr marL="457200" indent="-457200">
              <a:lnSpc>
                <a:spcPct val="150000"/>
              </a:lnSpc>
              <a:buFont typeface="Arial" panose="020B0604020202020204" pitchFamily="34" charset="0"/>
              <a:buChar char="•"/>
            </a:pPr>
            <a:r>
              <a:rPr lang="en-US" sz="2800" dirty="0">
                <a:latin typeface="Calibir"/>
              </a:rPr>
              <a:t>CustomerID (from Reservations)</a:t>
            </a:r>
          </a:p>
        </p:txBody>
      </p:sp>
    </p:spTree>
    <p:extLst>
      <p:ext uri="{BB962C8B-B14F-4D97-AF65-F5344CB8AC3E}">
        <p14:creationId xmlns:p14="http://schemas.microsoft.com/office/powerpoint/2010/main" val="23479232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49BCC2C-0AF7-A40C-A61D-22179845A2C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4062CF1-11B8-CBDD-06B6-C84B30FB113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974626F-C2AD-15C5-F93F-D675EBF4D148}"/>
              </a:ext>
            </a:extLst>
          </p:cNvPr>
          <p:cNvSpPr>
            <a:spLocks noGrp="1"/>
          </p:cNvSpPr>
          <p:nvPr>
            <p:ph type="sldNum" sz="quarter" idx="4"/>
          </p:nvPr>
        </p:nvSpPr>
        <p:spPr/>
        <p:txBody>
          <a:bodyPr/>
          <a:lstStyle/>
          <a:p>
            <a:fld id="{16A89BA3-132D-40E1-AAB4-CDCD0A14C216}" type="slidenum">
              <a:rPr lang="en-AU" smtClean="0"/>
              <a:pPr/>
              <a:t>39</a:t>
            </a:fld>
            <a:r>
              <a:rPr lang="en-AU"/>
              <a:t>  |</a:t>
            </a:r>
            <a:endParaRPr lang="en-AU" dirty="0"/>
          </a:p>
        </p:txBody>
      </p:sp>
      <p:sp>
        <p:nvSpPr>
          <p:cNvPr id="9" name="Text Placeholder 3">
            <a:extLst>
              <a:ext uri="{FF2B5EF4-FFF2-40B4-BE49-F238E27FC236}">
                <a16:creationId xmlns:a16="http://schemas.microsoft.com/office/drawing/2014/main" id="{BE40C925-B2BF-DDC6-1ACF-2C1D32E563C2}"/>
              </a:ext>
            </a:extLst>
          </p:cNvPr>
          <p:cNvSpPr>
            <a:spLocks noGrp="1"/>
          </p:cNvSpPr>
          <p:nvPr>
            <p:ph type="body" sz="quarter" idx="16"/>
          </p:nvPr>
        </p:nvSpPr>
        <p:spPr>
          <a:xfrm>
            <a:off x="0" y="-1"/>
            <a:ext cx="7348654" cy="882870"/>
          </a:xfrm>
        </p:spPr>
        <p:txBody>
          <a:bodyPr>
            <a:noAutofit/>
          </a:bodyPr>
          <a:lstStyle/>
          <a:p>
            <a:r>
              <a:rPr lang="en-US" sz="3200" dirty="0"/>
              <a:t>Hands-On Activity 3: Count Customers per </a:t>
            </a:r>
            <a:r>
              <a:rPr lang="en-US" sz="3200" dirty="0" err="1"/>
              <a:t>ClassType</a:t>
            </a:r>
            <a:r>
              <a:rPr lang="en-US" sz="3200" dirty="0"/>
              <a:t> </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AE775900-D5D5-1F22-7144-77186704D021}"/>
              </a:ext>
            </a:extLst>
          </p:cNvPr>
          <p:cNvSpPr txBox="1"/>
          <p:nvPr/>
        </p:nvSpPr>
        <p:spPr>
          <a:xfrm>
            <a:off x="0" y="1040524"/>
            <a:ext cx="9144000" cy="671851"/>
          </a:xfrm>
          <a:prstGeom prst="rect">
            <a:avLst/>
          </a:prstGeom>
          <a:noFill/>
        </p:spPr>
        <p:txBody>
          <a:bodyPr wrap="square">
            <a:spAutoFit/>
          </a:bodyPr>
          <a:lstStyle/>
          <a:p>
            <a:pPr>
              <a:lnSpc>
                <a:spcPct val="150000"/>
              </a:lnSpc>
            </a:pPr>
            <a:r>
              <a:rPr lang="en-US" sz="2800" dirty="0">
                <a:latin typeface="Calibir"/>
              </a:rPr>
              <a:t>3.  Click Totals (Σ) → new row “Total” appears.</a:t>
            </a:r>
          </a:p>
        </p:txBody>
      </p:sp>
      <p:pic>
        <p:nvPicPr>
          <p:cNvPr id="6" name="Picture 5">
            <a:extLst>
              <a:ext uri="{FF2B5EF4-FFF2-40B4-BE49-F238E27FC236}">
                <a16:creationId xmlns:a16="http://schemas.microsoft.com/office/drawing/2014/main" id="{4CEC7F44-3284-433D-AD06-35DEE0FFC33E}"/>
              </a:ext>
            </a:extLst>
          </p:cNvPr>
          <p:cNvPicPr>
            <a:picLocks noChangeAspect="1"/>
          </p:cNvPicPr>
          <p:nvPr/>
        </p:nvPicPr>
        <p:blipFill>
          <a:blip r:embed="rId3"/>
          <a:srcRect b="6217"/>
          <a:stretch>
            <a:fillRect/>
          </a:stretch>
        </p:blipFill>
        <p:spPr>
          <a:xfrm>
            <a:off x="0" y="1686756"/>
            <a:ext cx="9144000" cy="4823715"/>
          </a:xfrm>
          <a:prstGeom prst="rect">
            <a:avLst/>
          </a:prstGeom>
        </p:spPr>
      </p:pic>
      <p:sp>
        <p:nvSpPr>
          <p:cNvPr id="7" name="Rectangle: Rounded Corners 6">
            <a:extLst>
              <a:ext uri="{FF2B5EF4-FFF2-40B4-BE49-F238E27FC236}">
                <a16:creationId xmlns:a16="http://schemas.microsoft.com/office/drawing/2014/main" id="{158B358C-541B-7BAB-E497-A5AA0A4BF29F}"/>
              </a:ext>
            </a:extLst>
          </p:cNvPr>
          <p:cNvSpPr/>
          <p:nvPr/>
        </p:nvSpPr>
        <p:spPr>
          <a:xfrm>
            <a:off x="5276193" y="2091560"/>
            <a:ext cx="346841" cy="671851"/>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425802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C9C2907-98C4-7406-E458-9D17316349D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01785BD-574F-9F21-A973-480D8128919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6ED93B2-360F-4409-80A3-99776CFBC74C}"/>
              </a:ext>
            </a:extLst>
          </p:cNvPr>
          <p:cNvSpPr>
            <a:spLocks noGrp="1"/>
          </p:cNvSpPr>
          <p:nvPr>
            <p:ph type="sldNum" sz="quarter" idx="4"/>
          </p:nvPr>
        </p:nvSpPr>
        <p:spPr/>
        <p:txBody>
          <a:bodyPr/>
          <a:lstStyle/>
          <a:p>
            <a:fld id="{16A89BA3-132D-40E1-AAB4-CDCD0A14C216}" type="slidenum">
              <a:rPr lang="en-AU" smtClean="0"/>
              <a:pPr/>
              <a:t>40</a:t>
            </a:fld>
            <a:r>
              <a:rPr lang="en-AU"/>
              <a:t>  |</a:t>
            </a:r>
            <a:endParaRPr lang="en-AU" dirty="0"/>
          </a:p>
        </p:txBody>
      </p:sp>
      <p:sp>
        <p:nvSpPr>
          <p:cNvPr id="9" name="Text Placeholder 3">
            <a:extLst>
              <a:ext uri="{FF2B5EF4-FFF2-40B4-BE49-F238E27FC236}">
                <a16:creationId xmlns:a16="http://schemas.microsoft.com/office/drawing/2014/main" id="{6446D981-CA53-44C0-D24A-4F09CEDC0A8A}"/>
              </a:ext>
            </a:extLst>
          </p:cNvPr>
          <p:cNvSpPr>
            <a:spLocks noGrp="1"/>
          </p:cNvSpPr>
          <p:nvPr>
            <p:ph type="body" sz="quarter" idx="16"/>
          </p:nvPr>
        </p:nvSpPr>
        <p:spPr>
          <a:xfrm>
            <a:off x="0" y="-1"/>
            <a:ext cx="7348654" cy="882870"/>
          </a:xfrm>
        </p:spPr>
        <p:txBody>
          <a:bodyPr>
            <a:noAutofit/>
          </a:bodyPr>
          <a:lstStyle/>
          <a:p>
            <a:r>
              <a:rPr lang="en-US" sz="3200" dirty="0"/>
              <a:t>Hands-On Activity 3: Count Customers per </a:t>
            </a:r>
            <a:r>
              <a:rPr lang="en-US" sz="3200" dirty="0" err="1"/>
              <a:t>ClassType</a:t>
            </a:r>
            <a:r>
              <a:rPr lang="en-US" sz="3200" dirty="0"/>
              <a:t> </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E1CE2F45-4445-F515-26C1-2ADE2C8DAA6D}"/>
              </a:ext>
            </a:extLst>
          </p:cNvPr>
          <p:cNvSpPr txBox="1"/>
          <p:nvPr/>
        </p:nvSpPr>
        <p:spPr>
          <a:xfrm>
            <a:off x="0" y="1040524"/>
            <a:ext cx="9144000" cy="671851"/>
          </a:xfrm>
          <a:prstGeom prst="rect">
            <a:avLst/>
          </a:prstGeom>
          <a:noFill/>
        </p:spPr>
        <p:txBody>
          <a:bodyPr wrap="square">
            <a:spAutoFit/>
          </a:bodyPr>
          <a:lstStyle/>
          <a:p>
            <a:pPr>
              <a:lnSpc>
                <a:spcPct val="150000"/>
              </a:lnSpc>
            </a:pPr>
            <a:r>
              <a:rPr lang="en-US" sz="2800" dirty="0">
                <a:latin typeface="Calibir"/>
              </a:rPr>
              <a:t>3.  Click Totals (Σ) → new row “Total” appears.</a:t>
            </a:r>
          </a:p>
        </p:txBody>
      </p:sp>
      <p:sp>
        <p:nvSpPr>
          <p:cNvPr id="7" name="Rectangle: Rounded Corners 6">
            <a:extLst>
              <a:ext uri="{FF2B5EF4-FFF2-40B4-BE49-F238E27FC236}">
                <a16:creationId xmlns:a16="http://schemas.microsoft.com/office/drawing/2014/main" id="{CC8F23FF-F412-E61D-62EF-BA3B9D7F29B8}"/>
              </a:ext>
            </a:extLst>
          </p:cNvPr>
          <p:cNvSpPr/>
          <p:nvPr/>
        </p:nvSpPr>
        <p:spPr>
          <a:xfrm>
            <a:off x="5276193" y="2091560"/>
            <a:ext cx="346841" cy="671851"/>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60DA661-1AF6-542F-9AF2-B94F663E3A94}"/>
              </a:ext>
            </a:extLst>
          </p:cNvPr>
          <p:cNvPicPr>
            <a:picLocks noChangeAspect="1"/>
          </p:cNvPicPr>
          <p:nvPr/>
        </p:nvPicPr>
        <p:blipFill>
          <a:blip r:embed="rId3"/>
          <a:srcRect b="6217"/>
          <a:stretch>
            <a:fillRect/>
          </a:stretch>
        </p:blipFill>
        <p:spPr>
          <a:xfrm>
            <a:off x="0" y="1712375"/>
            <a:ext cx="9144000" cy="4823715"/>
          </a:xfrm>
          <a:prstGeom prst="rect">
            <a:avLst/>
          </a:prstGeom>
        </p:spPr>
      </p:pic>
    </p:spTree>
    <p:extLst>
      <p:ext uri="{BB962C8B-B14F-4D97-AF65-F5344CB8AC3E}">
        <p14:creationId xmlns:p14="http://schemas.microsoft.com/office/powerpoint/2010/main" val="143953072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2CC65E9-5CDA-7C85-0C7E-837B2812650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02867B1-A399-0C7E-3F71-0FEA6C2C3CF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6C53E1F-AB05-D0D5-1F87-ABEC133CE977}"/>
              </a:ext>
            </a:extLst>
          </p:cNvPr>
          <p:cNvSpPr>
            <a:spLocks noGrp="1"/>
          </p:cNvSpPr>
          <p:nvPr>
            <p:ph type="sldNum" sz="quarter" idx="4"/>
          </p:nvPr>
        </p:nvSpPr>
        <p:spPr/>
        <p:txBody>
          <a:bodyPr/>
          <a:lstStyle/>
          <a:p>
            <a:fld id="{16A89BA3-132D-40E1-AAB4-CDCD0A14C216}" type="slidenum">
              <a:rPr lang="en-AU" smtClean="0"/>
              <a:pPr/>
              <a:t>41</a:t>
            </a:fld>
            <a:r>
              <a:rPr lang="en-AU"/>
              <a:t>  |</a:t>
            </a:r>
            <a:endParaRPr lang="en-AU" dirty="0"/>
          </a:p>
        </p:txBody>
      </p:sp>
      <p:sp>
        <p:nvSpPr>
          <p:cNvPr id="9" name="Text Placeholder 3">
            <a:extLst>
              <a:ext uri="{FF2B5EF4-FFF2-40B4-BE49-F238E27FC236}">
                <a16:creationId xmlns:a16="http://schemas.microsoft.com/office/drawing/2014/main" id="{92F397A4-D4F8-3008-8391-1E0A742EE215}"/>
              </a:ext>
            </a:extLst>
          </p:cNvPr>
          <p:cNvSpPr>
            <a:spLocks noGrp="1"/>
          </p:cNvSpPr>
          <p:nvPr>
            <p:ph type="body" sz="quarter" idx="16"/>
          </p:nvPr>
        </p:nvSpPr>
        <p:spPr>
          <a:xfrm>
            <a:off x="0" y="-1"/>
            <a:ext cx="7348654" cy="882870"/>
          </a:xfrm>
        </p:spPr>
        <p:txBody>
          <a:bodyPr>
            <a:noAutofit/>
          </a:bodyPr>
          <a:lstStyle/>
          <a:p>
            <a:r>
              <a:rPr lang="en-US" sz="3200" dirty="0"/>
              <a:t>Hands-On Activity 3: Count Customers per </a:t>
            </a:r>
            <a:r>
              <a:rPr lang="en-US" sz="3200" dirty="0" err="1"/>
              <a:t>ClassType</a:t>
            </a:r>
            <a:r>
              <a:rPr lang="en-US" sz="3200" dirty="0"/>
              <a:t> </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892E6C6B-95C3-8F52-BC62-CDEA16E0DFDA}"/>
              </a:ext>
            </a:extLst>
          </p:cNvPr>
          <p:cNvSpPr txBox="1"/>
          <p:nvPr/>
        </p:nvSpPr>
        <p:spPr>
          <a:xfrm>
            <a:off x="0" y="1040524"/>
            <a:ext cx="9144000" cy="669094"/>
          </a:xfrm>
          <a:prstGeom prst="rect">
            <a:avLst/>
          </a:prstGeom>
          <a:noFill/>
        </p:spPr>
        <p:txBody>
          <a:bodyPr wrap="square">
            <a:spAutoFit/>
          </a:bodyPr>
          <a:lstStyle/>
          <a:p>
            <a:pPr>
              <a:lnSpc>
                <a:spcPct val="150000"/>
              </a:lnSpc>
            </a:pPr>
            <a:r>
              <a:rPr lang="en-US" sz="2800" dirty="0">
                <a:latin typeface="Calibir"/>
              </a:rPr>
              <a:t>4.   Under </a:t>
            </a:r>
            <a:r>
              <a:rPr lang="en-US" sz="2800" dirty="0" err="1">
                <a:latin typeface="Calibir"/>
              </a:rPr>
              <a:t>TypeofClass</a:t>
            </a:r>
            <a:r>
              <a:rPr lang="en-US" sz="2800" dirty="0">
                <a:latin typeface="Calibir"/>
              </a:rPr>
              <a:t> → leave as Group By.</a:t>
            </a:r>
          </a:p>
        </p:txBody>
      </p:sp>
      <p:pic>
        <p:nvPicPr>
          <p:cNvPr id="5" name="Picture 4">
            <a:extLst>
              <a:ext uri="{FF2B5EF4-FFF2-40B4-BE49-F238E27FC236}">
                <a16:creationId xmlns:a16="http://schemas.microsoft.com/office/drawing/2014/main" id="{204157F5-F25F-5724-D6DC-FFE11F363BCE}"/>
              </a:ext>
            </a:extLst>
          </p:cNvPr>
          <p:cNvPicPr>
            <a:picLocks noChangeAspect="1"/>
          </p:cNvPicPr>
          <p:nvPr/>
        </p:nvPicPr>
        <p:blipFill>
          <a:blip r:embed="rId3"/>
          <a:srcRect b="18991"/>
          <a:stretch>
            <a:fillRect/>
          </a:stretch>
        </p:blipFill>
        <p:spPr>
          <a:xfrm>
            <a:off x="0" y="1867273"/>
            <a:ext cx="9144000" cy="4166695"/>
          </a:xfrm>
          <a:prstGeom prst="rect">
            <a:avLst/>
          </a:prstGeom>
        </p:spPr>
      </p:pic>
      <p:sp>
        <p:nvSpPr>
          <p:cNvPr id="8" name="Rectangle: Rounded Corners 7">
            <a:extLst>
              <a:ext uri="{FF2B5EF4-FFF2-40B4-BE49-F238E27FC236}">
                <a16:creationId xmlns:a16="http://schemas.microsoft.com/office/drawing/2014/main" id="{DBC1680D-5281-3D21-ABD6-272AD9CED4F3}"/>
              </a:ext>
            </a:extLst>
          </p:cNvPr>
          <p:cNvSpPr/>
          <p:nvPr/>
        </p:nvSpPr>
        <p:spPr>
          <a:xfrm>
            <a:off x="3016469" y="5391808"/>
            <a:ext cx="1030014" cy="157654"/>
          </a:xfrm>
          <a:prstGeom prst="roundRect">
            <a:avLst/>
          </a:prstGeom>
          <a:no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6160548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DFE3894-702D-B899-6132-1A0E8F22D845}"/>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A90AD74A-1CDD-E921-89BA-15B1B6C089DA}"/>
              </a:ext>
            </a:extLst>
          </p:cNvPr>
          <p:cNvPicPr>
            <a:picLocks noChangeAspect="1"/>
          </p:cNvPicPr>
          <p:nvPr/>
        </p:nvPicPr>
        <p:blipFill>
          <a:blip r:embed="rId3"/>
          <a:srcRect b="6164"/>
          <a:stretch>
            <a:fillRect/>
          </a:stretch>
        </p:blipFill>
        <p:spPr>
          <a:xfrm>
            <a:off x="0" y="1807109"/>
            <a:ext cx="9144000" cy="4826472"/>
          </a:xfrm>
          <a:prstGeom prst="rect">
            <a:avLst/>
          </a:prstGeom>
        </p:spPr>
      </p:pic>
      <p:sp>
        <p:nvSpPr>
          <p:cNvPr id="3" name="Footer Placeholder 2">
            <a:extLst>
              <a:ext uri="{FF2B5EF4-FFF2-40B4-BE49-F238E27FC236}">
                <a16:creationId xmlns:a16="http://schemas.microsoft.com/office/drawing/2014/main" id="{EFCC5597-9C4B-8CD8-61CD-992DE13097E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692D4C1-8A7C-9F10-CCA5-09AD6AC822C4}"/>
              </a:ext>
            </a:extLst>
          </p:cNvPr>
          <p:cNvSpPr>
            <a:spLocks noGrp="1"/>
          </p:cNvSpPr>
          <p:nvPr>
            <p:ph type="sldNum" sz="quarter" idx="4"/>
          </p:nvPr>
        </p:nvSpPr>
        <p:spPr/>
        <p:txBody>
          <a:bodyPr/>
          <a:lstStyle/>
          <a:p>
            <a:fld id="{16A89BA3-132D-40E1-AAB4-CDCD0A14C216}" type="slidenum">
              <a:rPr lang="en-AU" smtClean="0"/>
              <a:pPr/>
              <a:t>42</a:t>
            </a:fld>
            <a:r>
              <a:rPr lang="en-AU"/>
              <a:t>  |</a:t>
            </a:r>
            <a:endParaRPr lang="en-AU" dirty="0"/>
          </a:p>
        </p:txBody>
      </p:sp>
      <p:sp>
        <p:nvSpPr>
          <p:cNvPr id="9" name="Text Placeholder 3">
            <a:extLst>
              <a:ext uri="{FF2B5EF4-FFF2-40B4-BE49-F238E27FC236}">
                <a16:creationId xmlns:a16="http://schemas.microsoft.com/office/drawing/2014/main" id="{95892166-7C2E-6D46-C38F-1517F9D05D87}"/>
              </a:ext>
            </a:extLst>
          </p:cNvPr>
          <p:cNvSpPr>
            <a:spLocks noGrp="1"/>
          </p:cNvSpPr>
          <p:nvPr>
            <p:ph type="body" sz="quarter" idx="16"/>
          </p:nvPr>
        </p:nvSpPr>
        <p:spPr>
          <a:xfrm>
            <a:off x="0" y="-1"/>
            <a:ext cx="7348654" cy="882870"/>
          </a:xfrm>
        </p:spPr>
        <p:txBody>
          <a:bodyPr>
            <a:noAutofit/>
          </a:bodyPr>
          <a:lstStyle/>
          <a:p>
            <a:r>
              <a:rPr lang="en-US" sz="3200" dirty="0"/>
              <a:t>Hands-On Activity 3: Count Customers per </a:t>
            </a:r>
            <a:r>
              <a:rPr lang="en-US" sz="3200" dirty="0" err="1"/>
              <a:t>ClassType</a:t>
            </a:r>
            <a:r>
              <a:rPr lang="en-US" sz="3200" dirty="0"/>
              <a:t> </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76F5242D-F67E-A16D-8D91-DDC3D52678E6}"/>
              </a:ext>
            </a:extLst>
          </p:cNvPr>
          <p:cNvSpPr txBox="1"/>
          <p:nvPr/>
        </p:nvSpPr>
        <p:spPr>
          <a:xfrm>
            <a:off x="0" y="1040524"/>
            <a:ext cx="9144000" cy="669094"/>
          </a:xfrm>
          <a:prstGeom prst="rect">
            <a:avLst/>
          </a:prstGeom>
          <a:noFill/>
        </p:spPr>
        <p:txBody>
          <a:bodyPr wrap="square">
            <a:spAutoFit/>
          </a:bodyPr>
          <a:lstStyle/>
          <a:p>
            <a:pPr>
              <a:lnSpc>
                <a:spcPct val="150000"/>
              </a:lnSpc>
            </a:pPr>
            <a:r>
              <a:rPr lang="en-US" sz="2800" dirty="0">
                <a:latin typeface="Calibir"/>
              </a:rPr>
              <a:t>5.   Under CustomerID → change to Count.</a:t>
            </a:r>
          </a:p>
        </p:txBody>
      </p:sp>
      <p:sp>
        <p:nvSpPr>
          <p:cNvPr id="8" name="Rectangle: Rounded Corners 7">
            <a:extLst>
              <a:ext uri="{FF2B5EF4-FFF2-40B4-BE49-F238E27FC236}">
                <a16:creationId xmlns:a16="http://schemas.microsoft.com/office/drawing/2014/main" id="{7DE1D5F6-36AA-3F5C-0503-C46983D1C641}"/>
              </a:ext>
            </a:extLst>
          </p:cNvPr>
          <p:cNvSpPr/>
          <p:nvPr/>
        </p:nvSpPr>
        <p:spPr>
          <a:xfrm>
            <a:off x="3878317" y="5318235"/>
            <a:ext cx="1030014" cy="157654"/>
          </a:xfrm>
          <a:prstGeom prst="roundRect">
            <a:avLst/>
          </a:prstGeom>
          <a:no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633655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D2421B7-9342-EC1A-8AF5-85B3E710892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2D4383F-616F-230F-E9FC-288D421276D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07868B0-A001-D62E-DB10-2EF066FAD839}"/>
              </a:ext>
            </a:extLst>
          </p:cNvPr>
          <p:cNvSpPr>
            <a:spLocks noGrp="1"/>
          </p:cNvSpPr>
          <p:nvPr>
            <p:ph type="sldNum" sz="quarter" idx="4"/>
          </p:nvPr>
        </p:nvSpPr>
        <p:spPr/>
        <p:txBody>
          <a:bodyPr/>
          <a:lstStyle/>
          <a:p>
            <a:fld id="{16A89BA3-132D-40E1-AAB4-CDCD0A14C216}" type="slidenum">
              <a:rPr lang="en-AU" smtClean="0"/>
              <a:pPr/>
              <a:t>43</a:t>
            </a:fld>
            <a:r>
              <a:rPr lang="en-AU"/>
              <a:t>  |</a:t>
            </a:r>
            <a:endParaRPr lang="en-AU" dirty="0"/>
          </a:p>
        </p:txBody>
      </p:sp>
      <p:sp>
        <p:nvSpPr>
          <p:cNvPr id="9" name="Text Placeholder 3">
            <a:extLst>
              <a:ext uri="{FF2B5EF4-FFF2-40B4-BE49-F238E27FC236}">
                <a16:creationId xmlns:a16="http://schemas.microsoft.com/office/drawing/2014/main" id="{D1467F4C-302E-1CAB-A56D-C9CB29D41668}"/>
              </a:ext>
            </a:extLst>
          </p:cNvPr>
          <p:cNvSpPr>
            <a:spLocks noGrp="1"/>
          </p:cNvSpPr>
          <p:nvPr>
            <p:ph type="body" sz="quarter" idx="16"/>
          </p:nvPr>
        </p:nvSpPr>
        <p:spPr>
          <a:xfrm>
            <a:off x="0" y="-1"/>
            <a:ext cx="7348654" cy="882870"/>
          </a:xfrm>
        </p:spPr>
        <p:txBody>
          <a:bodyPr>
            <a:noAutofit/>
          </a:bodyPr>
          <a:lstStyle/>
          <a:p>
            <a:r>
              <a:rPr lang="en-US" sz="3200" dirty="0"/>
              <a:t>Hands-On Activity 3: Count Customers per </a:t>
            </a:r>
            <a:r>
              <a:rPr lang="en-US" sz="3200" dirty="0" err="1"/>
              <a:t>ClassType</a:t>
            </a:r>
            <a:r>
              <a:rPr lang="en-US" sz="3200" dirty="0"/>
              <a:t> </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C4AF601E-0519-B8D5-394D-BE8E992B97AF}"/>
              </a:ext>
            </a:extLst>
          </p:cNvPr>
          <p:cNvSpPr txBox="1"/>
          <p:nvPr/>
        </p:nvSpPr>
        <p:spPr>
          <a:xfrm>
            <a:off x="0" y="1040524"/>
            <a:ext cx="9144000" cy="1315425"/>
          </a:xfrm>
          <a:prstGeom prst="rect">
            <a:avLst/>
          </a:prstGeom>
          <a:noFill/>
        </p:spPr>
        <p:txBody>
          <a:bodyPr wrap="square">
            <a:spAutoFit/>
          </a:bodyPr>
          <a:lstStyle/>
          <a:p>
            <a:pPr>
              <a:lnSpc>
                <a:spcPct val="150000"/>
              </a:lnSpc>
            </a:pPr>
            <a:r>
              <a:rPr lang="en-US" sz="2800" dirty="0">
                <a:latin typeface="Calibir"/>
              </a:rPr>
              <a:t>6.   Run (!) → we’ll see each class type with a count of customers.</a:t>
            </a:r>
          </a:p>
        </p:txBody>
      </p:sp>
      <p:pic>
        <p:nvPicPr>
          <p:cNvPr id="5" name="Picture 4">
            <a:extLst>
              <a:ext uri="{FF2B5EF4-FFF2-40B4-BE49-F238E27FC236}">
                <a16:creationId xmlns:a16="http://schemas.microsoft.com/office/drawing/2014/main" id="{9A25F1B5-CBC5-2226-CE28-414840DCD5FA}"/>
              </a:ext>
            </a:extLst>
          </p:cNvPr>
          <p:cNvPicPr>
            <a:picLocks noChangeAspect="1"/>
          </p:cNvPicPr>
          <p:nvPr/>
        </p:nvPicPr>
        <p:blipFill>
          <a:blip r:embed="rId3"/>
          <a:srcRect b="5708"/>
          <a:stretch>
            <a:fillRect/>
          </a:stretch>
        </p:blipFill>
        <p:spPr>
          <a:xfrm>
            <a:off x="331076" y="2359330"/>
            <a:ext cx="8481848" cy="4498670"/>
          </a:xfrm>
          <a:prstGeom prst="rect">
            <a:avLst/>
          </a:prstGeom>
        </p:spPr>
      </p:pic>
    </p:spTree>
    <p:extLst>
      <p:ext uri="{BB962C8B-B14F-4D97-AF65-F5344CB8AC3E}">
        <p14:creationId xmlns:p14="http://schemas.microsoft.com/office/powerpoint/2010/main" val="41446090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B962AA2-204D-2E5A-666B-82C8D5CECB9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B39019F-F2EF-790B-EA69-F030C44F2B2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6A703E6-6ABD-774A-2BC7-6B246B4D41CF}"/>
              </a:ext>
            </a:extLst>
          </p:cNvPr>
          <p:cNvSpPr>
            <a:spLocks noGrp="1"/>
          </p:cNvSpPr>
          <p:nvPr>
            <p:ph type="sldNum" sz="quarter" idx="4"/>
          </p:nvPr>
        </p:nvSpPr>
        <p:spPr/>
        <p:txBody>
          <a:bodyPr/>
          <a:lstStyle/>
          <a:p>
            <a:fld id="{16A89BA3-132D-40E1-AAB4-CDCD0A14C216}" type="slidenum">
              <a:rPr lang="en-AU" smtClean="0"/>
              <a:pPr/>
              <a:t>44</a:t>
            </a:fld>
            <a:r>
              <a:rPr lang="en-AU"/>
              <a:t>  |</a:t>
            </a:r>
            <a:endParaRPr lang="en-AU" dirty="0"/>
          </a:p>
        </p:txBody>
      </p:sp>
      <p:sp>
        <p:nvSpPr>
          <p:cNvPr id="9" name="Text Placeholder 3">
            <a:extLst>
              <a:ext uri="{FF2B5EF4-FFF2-40B4-BE49-F238E27FC236}">
                <a16:creationId xmlns:a16="http://schemas.microsoft.com/office/drawing/2014/main" id="{551F7DFC-B4BC-F76F-900D-4E466482DB87}"/>
              </a:ext>
            </a:extLst>
          </p:cNvPr>
          <p:cNvSpPr>
            <a:spLocks noGrp="1"/>
          </p:cNvSpPr>
          <p:nvPr>
            <p:ph type="body" sz="quarter" idx="16"/>
          </p:nvPr>
        </p:nvSpPr>
        <p:spPr>
          <a:xfrm>
            <a:off x="0" y="-1"/>
            <a:ext cx="7348654" cy="882870"/>
          </a:xfrm>
        </p:spPr>
        <p:txBody>
          <a:bodyPr>
            <a:noAutofit/>
          </a:bodyPr>
          <a:lstStyle/>
          <a:p>
            <a:r>
              <a:rPr lang="en-US" sz="3200" dirty="0"/>
              <a:t>Hands-On Activity 3: Count Customers per </a:t>
            </a:r>
            <a:r>
              <a:rPr lang="en-US" sz="3200" dirty="0" err="1"/>
              <a:t>ClassType</a:t>
            </a:r>
            <a:r>
              <a:rPr lang="en-US" sz="3200" dirty="0"/>
              <a:t> </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078BE85A-E2FF-964D-09F7-4BF796412AB7}"/>
              </a:ext>
            </a:extLst>
          </p:cNvPr>
          <p:cNvSpPr txBox="1"/>
          <p:nvPr/>
        </p:nvSpPr>
        <p:spPr>
          <a:xfrm>
            <a:off x="0" y="1040524"/>
            <a:ext cx="9144000" cy="669094"/>
          </a:xfrm>
          <a:prstGeom prst="rect">
            <a:avLst/>
          </a:prstGeom>
          <a:noFill/>
        </p:spPr>
        <p:txBody>
          <a:bodyPr wrap="square">
            <a:spAutoFit/>
          </a:bodyPr>
          <a:lstStyle/>
          <a:p>
            <a:pPr>
              <a:lnSpc>
                <a:spcPct val="150000"/>
              </a:lnSpc>
            </a:pPr>
            <a:r>
              <a:rPr lang="en-US" sz="2800" dirty="0">
                <a:latin typeface="Calibir"/>
              </a:rPr>
              <a:t>7.   Save as </a:t>
            </a:r>
            <a:r>
              <a:rPr lang="en-US" sz="2800" dirty="0" err="1">
                <a:latin typeface="Calibir"/>
              </a:rPr>
              <a:t>QRY_CountClassType</a:t>
            </a:r>
            <a:endParaRPr lang="en-US" sz="2800" dirty="0">
              <a:latin typeface="Calibir"/>
            </a:endParaRPr>
          </a:p>
        </p:txBody>
      </p:sp>
      <p:pic>
        <p:nvPicPr>
          <p:cNvPr id="6" name="Picture 5">
            <a:extLst>
              <a:ext uri="{FF2B5EF4-FFF2-40B4-BE49-F238E27FC236}">
                <a16:creationId xmlns:a16="http://schemas.microsoft.com/office/drawing/2014/main" id="{812A202C-5AB2-C357-2BB4-E1ADCD566974}"/>
              </a:ext>
            </a:extLst>
          </p:cNvPr>
          <p:cNvPicPr>
            <a:picLocks noChangeAspect="1"/>
          </p:cNvPicPr>
          <p:nvPr/>
        </p:nvPicPr>
        <p:blipFill>
          <a:blip r:embed="rId3"/>
          <a:srcRect b="6164"/>
          <a:stretch>
            <a:fillRect/>
          </a:stretch>
        </p:blipFill>
        <p:spPr>
          <a:xfrm>
            <a:off x="0" y="1709618"/>
            <a:ext cx="9144000" cy="4826472"/>
          </a:xfrm>
          <a:prstGeom prst="rect">
            <a:avLst/>
          </a:prstGeom>
        </p:spPr>
      </p:pic>
    </p:spTree>
    <p:extLst>
      <p:ext uri="{BB962C8B-B14F-4D97-AF65-F5344CB8AC3E}">
        <p14:creationId xmlns:p14="http://schemas.microsoft.com/office/powerpoint/2010/main" val="5208833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49C4C5E-283E-6440-EFF8-E07878F44D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7948D85-6B34-4882-3E67-811EF50517B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567916C-3372-FD54-AE4A-A216E635D2C0}"/>
              </a:ext>
            </a:extLst>
          </p:cNvPr>
          <p:cNvSpPr>
            <a:spLocks noGrp="1"/>
          </p:cNvSpPr>
          <p:nvPr>
            <p:ph type="sldNum" sz="quarter" idx="4"/>
          </p:nvPr>
        </p:nvSpPr>
        <p:spPr/>
        <p:txBody>
          <a:bodyPr/>
          <a:lstStyle/>
          <a:p>
            <a:fld id="{16A89BA3-132D-40E1-AAB4-CDCD0A14C216}" type="slidenum">
              <a:rPr lang="en-AU" smtClean="0"/>
              <a:pPr/>
              <a:t>45</a:t>
            </a:fld>
            <a:r>
              <a:rPr lang="en-AU"/>
              <a:t>  |</a:t>
            </a:r>
            <a:endParaRPr lang="en-AU" dirty="0"/>
          </a:p>
        </p:txBody>
      </p:sp>
      <p:sp>
        <p:nvSpPr>
          <p:cNvPr id="9" name="Text Placeholder 3">
            <a:extLst>
              <a:ext uri="{FF2B5EF4-FFF2-40B4-BE49-F238E27FC236}">
                <a16:creationId xmlns:a16="http://schemas.microsoft.com/office/drawing/2014/main" id="{B33C633A-DECB-4D8C-A5FE-AD9240D72BFC}"/>
              </a:ext>
            </a:extLst>
          </p:cNvPr>
          <p:cNvSpPr>
            <a:spLocks noGrp="1"/>
          </p:cNvSpPr>
          <p:nvPr>
            <p:ph type="body" sz="quarter" idx="16"/>
          </p:nvPr>
        </p:nvSpPr>
        <p:spPr>
          <a:xfrm>
            <a:off x="0" y="-1"/>
            <a:ext cx="7348654" cy="451946"/>
          </a:xfrm>
        </p:spPr>
        <p:txBody>
          <a:bodyPr>
            <a:noAutofit/>
          </a:bodyPr>
          <a:lstStyle/>
          <a:p>
            <a:r>
              <a:rPr lang="en-US" sz="3200" dirty="0"/>
              <a:t>Action Queries</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85F40891-F09A-5120-A023-89684DE9B55C}"/>
              </a:ext>
            </a:extLst>
          </p:cNvPr>
          <p:cNvSpPr txBox="1"/>
          <p:nvPr/>
        </p:nvSpPr>
        <p:spPr>
          <a:xfrm>
            <a:off x="0" y="667974"/>
            <a:ext cx="9144000" cy="5842497"/>
          </a:xfrm>
          <a:prstGeom prst="rect">
            <a:avLst/>
          </a:prstGeom>
          <a:noFill/>
        </p:spPr>
        <p:txBody>
          <a:bodyPr wrap="square">
            <a:spAutoFit/>
          </a:bodyPr>
          <a:lstStyle/>
          <a:p>
            <a:pPr>
              <a:lnSpc>
                <a:spcPct val="150000"/>
              </a:lnSpc>
            </a:pPr>
            <a:r>
              <a:rPr lang="en-US" sz="2800" b="1" dirty="0">
                <a:latin typeface="Calibir"/>
              </a:rPr>
              <a:t>What:</a:t>
            </a:r>
            <a:br>
              <a:rPr lang="en-US" sz="2800" dirty="0">
                <a:latin typeface="Calibir"/>
              </a:rPr>
            </a:br>
            <a:r>
              <a:rPr lang="en-US" sz="2800" dirty="0">
                <a:latin typeface="Calibir"/>
              </a:rPr>
              <a:t>Queries that </a:t>
            </a:r>
            <a:r>
              <a:rPr lang="en-US" sz="2800" b="1" dirty="0">
                <a:latin typeface="Calibir"/>
              </a:rPr>
              <a:t>change data</a:t>
            </a:r>
            <a:r>
              <a:rPr lang="en-US" sz="2800" dirty="0">
                <a:latin typeface="Calibir"/>
              </a:rPr>
              <a:t>, not just display it.</a:t>
            </a:r>
          </a:p>
          <a:p>
            <a:pPr>
              <a:lnSpc>
                <a:spcPct val="150000"/>
              </a:lnSpc>
            </a:pPr>
            <a:r>
              <a:rPr lang="en-US" sz="2800" b="1" dirty="0">
                <a:latin typeface="Calibir"/>
              </a:rPr>
              <a:t>Types:</a:t>
            </a:r>
            <a:endParaRPr lang="en-US" sz="2800" dirty="0">
              <a:latin typeface="Calibir"/>
            </a:endParaRPr>
          </a:p>
          <a:p>
            <a:pPr marL="714375" indent="-457200">
              <a:lnSpc>
                <a:spcPct val="150000"/>
              </a:lnSpc>
              <a:buFont typeface="Arial" panose="020B0604020202020204" pitchFamily="34" charset="0"/>
              <a:buChar char="•"/>
            </a:pPr>
            <a:r>
              <a:rPr lang="en-US" sz="2800" b="1" dirty="0">
                <a:latin typeface="Calibir"/>
              </a:rPr>
              <a:t>Update</a:t>
            </a:r>
            <a:r>
              <a:rPr lang="en-US" sz="2800" dirty="0">
                <a:latin typeface="Calibir"/>
              </a:rPr>
              <a:t> → change values</a:t>
            </a:r>
          </a:p>
          <a:p>
            <a:pPr marL="714375" indent="-457200">
              <a:lnSpc>
                <a:spcPct val="150000"/>
              </a:lnSpc>
              <a:buFont typeface="Arial" panose="020B0604020202020204" pitchFamily="34" charset="0"/>
              <a:buChar char="•"/>
            </a:pPr>
            <a:r>
              <a:rPr lang="en-US" sz="2800" b="1" dirty="0">
                <a:latin typeface="Calibir"/>
              </a:rPr>
              <a:t>Delete</a:t>
            </a:r>
            <a:r>
              <a:rPr lang="en-US" sz="2800" dirty="0">
                <a:latin typeface="Calibir"/>
              </a:rPr>
              <a:t> → remove records</a:t>
            </a:r>
          </a:p>
          <a:p>
            <a:pPr marL="714375" indent="-457200">
              <a:lnSpc>
                <a:spcPct val="150000"/>
              </a:lnSpc>
              <a:buFont typeface="Arial" panose="020B0604020202020204" pitchFamily="34" charset="0"/>
              <a:buChar char="•"/>
            </a:pPr>
            <a:r>
              <a:rPr lang="en-US" sz="2800" b="1" dirty="0">
                <a:latin typeface="Calibir"/>
              </a:rPr>
              <a:t>Append</a:t>
            </a:r>
            <a:r>
              <a:rPr lang="en-US" sz="2800" dirty="0">
                <a:latin typeface="Calibir"/>
              </a:rPr>
              <a:t> → add records to a table</a:t>
            </a:r>
          </a:p>
          <a:p>
            <a:pPr marL="714375" indent="-457200">
              <a:lnSpc>
                <a:spcPct val="150000"/>
              </a:lnSpc>
              <a:buFont typeface="Arial" panose="020B0604020202020204" pitchFamily="34" charset="0"/>
              <a:buChar char="•"/>
            </a:pPr>
            <a:r>
              <a:rPr lang="en-US" sz="2800" b="1" dirty="0">
                <a:latin typeface="Calibir"/>
              </a:rPr>
              <a:t>Make Table</a:t>
            </a:r>
            <a:r>
              <a:rPr lang="en-US" sz="2800" dirty="0">
                <a:latin typeface="Calibir"/>
              </a:rPr>
              <a:t> → create a new table from results</a:t>
            </a:r>
          </a:p>
          <a:p>
            <a:pPr>
              <a:lnSpc>
                <a:spcPct val="150000"/>
              </a:lnSpc>
            </a:pPr>
            <a:r>
              <a:rPr lang="en-US" sz="2800" b="1" dirty="0">
                <a:latin typeface="Calibir"/>
              </a:rPr>
              <a:t>Analogy:</a:t>
            </a:r>
            <a:br>
              <a:rPr lang="en-US" sz="2800" dirty="0">
                <a:latin typeface="Calibir"/>
              </a:rPr>
            </a:br>
            <a:r>
              <a:rPr lang="en-US" sz="2800" dirty="0">
                <a:latin typeface="Calibir"/>
              </a:rPr>
              <a:t>Like doing a </a:t>
            </a:r>
            <a:r>
              <a:rPr lang="en-US" sz="2800" b="1" dirty="0">
                <a:latin typeface="Calibir"/>
              </a:rPr>
              <a:t>bulk find-and-replace</a:t>
            </a:r>
            <a:r>
              <a:rPr lang="en-US" sz="2800" dirty="0">
                <a:latin typeface="Calibir"/>
              </a:rPr>
              <a:t> in Word.</a:t>
            </a:r>
          </a:p>
        </p:txBody>
      </p:sp>
    </p:spTree>
    <p:extLst>
      <p:ext uri="{BB962C8B-B14F-4D97-AF65-F5344CB8AC3E}">
        <p14:creationId xmlns:p14="http://schemas.microsoft.com/office/powerpoint/2010/main" val="160210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anim calcmode="lin" valueType="num">
                                      <p:cBhvr additive="base">
                                        <p:cTn id="7" dur="500" fill="hold"/>
                                        <p:tgtEl>
                                          <p:spTgt spid="10">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0">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xEl>
                                              <p:pRg st="3" end="3"/>
                                            </p:txEl>
                                          </p:spTgt>
                                        </p:tgtEl>
                                        <p:attrNameLst>
                                          <p:attrName>style.visibility</p:attrName>
                                        </p:attrNameLst>
                                      </p:cBhvr>
                                      <p:to>
                                        <p:strVal val="visible"/>
                                      </p:to>
                                    </p:set>
                                    <p:anim calcmode="lin" valueType="num">
                                      <p:cBhvr additive="base">
                                        <p:cTn id="11" dur="500" fill="hold"/>
                                        <p:tgtEl>
                                          <p:spTgt spid="10">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0">
                                            <p:txEl>
                                              <p:pRg st="3" end="3"/>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0">
                                            <p:txEl>
                                              <p:pRg st="4" end="4"/>
                                            </p:txEl>
                                          </p:spTgt>
                                        </p:tgtEl>
                                        <p:attrNameLst>
                                          <p:attrName>style.visibility</p:attrName>
                                        </p:attrNameLst>
                                      </p:cBhvr>
                                      <p:to>
                                        <p:strVal val="visible"/>
                                      </p:to>
                                    </p:set>
                                    <p:anim calcmode="lin" valueType="num">
                                      <p:cBhvr additive="base">
                                        <p:cTn id="15" dur="500" fill="hold"/>
                                        <p:tgtEl>
                                          <p:spTgt spid="10">
                                            <p:txEl>
                                              <p:pRg st="4" end="4"/>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0">
                                            <p:txEl>
                                              <p:pRg st="4" end="4"/>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0">
                                            <p:txEl>
                                              <p:pRg st="5" end="5"/>
                                            </p:txEl>
                                          </p:spTgt>
                                        </p:tgtEl>
                                        <p:attrNameLst>
                                          <p:attrName>style.visibility</p:attrName>
                                        </p:attrNameLst>
                                      </p:cBhvr>
                                      <p:to>
                                        <p:strVal val="visible"/>
                                      </p:to>
                                    </p:set>
                                    <p:anim calcmode="lin" valueType="num">
                                      <p:cBhvr additive="base">
                                        <p:cTn id="19" dur="500" fill="hold"/>
                                        <p:tgtEl>
                                          <p:spTgt spid="10">
                                            <p:txEl>
                                              <p:pRg st="5" end="5"/>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0">
                                            <p:txEl>
                                              <p:pRg st="5" end="5"/>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0">
                                            <p:txEl>
                                              <p:pRg st="0" end="0"/>
                                            </p:txEl>
                                          </p:spTgt>
                                        </p:tgtEl>
                                        <p:attrNameLst>
                                          <p:attrName>style.visibility</p:attrName>
                                        </p:attrNameLst>
                                      </p:cBhvr>
                                      <p:to>
                                        <p:strVal val="visible"/>
                                      </p:to>
                                    </p:set>
                                    <p:anim calcmode="lin" valueType="num">
                                      <p:cBhvr additive="base">
                                        <p:cTn id="23"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0">
                                            <p:txEl>
                                              <p:pRg st="0" end="0"/>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10">
                                            <p:txEl>
                                              <p:pRg st="6" end="6"/>
                                            </p:txEl>
                                          </p:spTgt>
                                        </p:tgtEl>
                                        <p:attrNameLst>
                                          <p:attrName>style.visibility</p:attrName>
                                        </p:attrNameLst>
                                      </p:cBhvr>
                                      <p:to>
                                        <p:strVal val="visible"/>
                                      </p:to>
                                    </p:set>
                                    <p:anim calcmode="lin" valueType="num">
                                      <p:cBhvr additive="base">
                                        <p:cTn id="27" dur="500" fill="hold"/>
                                        <p:tgtEl>
                                          <p:spTgt spid="10">
                                            <p:txEl>
                                              <p:pRg st="6" end="6"/>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0">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6FAAD36-E389-6E45-BC40-33CE0CEC713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448C14E-6E3C-4A23-A372-29BE772B969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1C6D2E3-50F6-0CA4-182E-2631BAF48202}"/>
              </a:ext>
            </a:extLst>
          </p:cNvPr>
          <p:cNvSpPr>
            <a:spLocks noGrp="1"/>
          </p:cNvSpPr>
          <p:nvPr>
            <p:ph type="sldNum" sz="quarter" idx="4"/>
          </p:nvPr>
        </p:nvSpPr>
        <p:spPr/>
        <p:txBody>
          <a:bodyPr/>
          <a:lstStyle/>
          <a:p>
            <a:fld id="{16A89BA3-132D-40E1-AAB4-CDCD0A14C216}" type="slidenum">
              <a:rPr lang="en-AU" smtClean="0"/>
              <a:pPr/>
              <a:t>46</a:t>
            </a:fld>
            <a:r>
              <a:rPr lang="en-AU"/>
              <a:t>  |</a:t>
            </a:r>
            <a:endParaRPr lang="en-AU" dirty="0"/>
          </a:p>
        </p:txBody>
      </p:sp>
      <p:sp>
        <p:nvSpPr>
          <p:cNvPr id="9" name="Text Placeholder 3">
            <a:extLst>
              <a:ext uri="{FF2B5EF4-FFF2-40B4-BE49-F238E27FC236}">
                <a16:creationId xmlns:a16="http://schemas.microsoft.com/office/drawing/2014/main" id="{22EC8D4D-AD58-1D72-B1EE-2CB9A2CF55F4}"/>
              </a:ext>
            </a:extLst>
          </p:cNvPr>
          <p:cNvSpPr>
            <a:spLocks noGrp="1"/>
          </p:cNvSpPr>
          <p:nvPr>
            <p:ph type="body" sz="quarter" idx="16"/>
          </p:nvPr>
        </p:nvSpPr>
        <p:spPr>
          <a:xfrm>
            <a:off x="0" y="-1"/>
            <a:ext cx="7348654" cy="451946"/>
          </a:xfrm>
        </p:spPr>
        <p:txBody>
          <a:bodyPr>
            <a:noAutofit/>
          </a:bodyPr>
          <a:lstStyle/>
          <a:p>
            <a:r>
              <a:rPr lang="en-US" sz="3200" dirty="0"/>
              <a:t>Action Queries</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78AFB3C9-0CDD-7195-4A0B-F6D5CE4ADAE0}"/>
              </a:ext>
            </a:extLst>
          </p:cNvPr>
          <p:cNvSpPr txBox="1"/>
          <p:nvPr/>
        </p:nvSpPr>
        <p:spPr>
          <a:xfrm>
            <a:off x="0" y="667974"/>
            <a:ext cx="9144000" cy="1964512"/>
          </a:xfrm>
          <a:prstGeom prst="rect">
            <a:avLst/>
          </a:prstGeom>
          <a:noFill/>
        </p:spPr>
        <p:txBody>
          <a:bodyPr wrap="square">
            <a:spAutoFit/>
          </a:bodyPr>
          <a:lstStyle/>
          <a:p>
            <a:pPr>
              <a:lnSpc>
                <a:spcPct val="150000"/>
              </a:lnSpc>
            </a:pPr>
            <a:r>
              <a:rPr lang="en-US" sz="2800" b="1" dirty="0">
                <a:latin typeface="Calibir"/>
              </a:rPr>
              <a:t>Examples:</a:t>
            </a:r>
            <a:endParaRPr lang="en-US" sz="2800" dirty="0">
              <a:latin typeface="Calibir"/>
            </a:endParaRPr>
          </a:p>
          <a:p>
            <a:pPr marL="714375" indent="-457200">
              <a:lnSpc>
                <a:spcPct val="150000"/>
              </a:lnSpc>
              <a:buFont typeface="Arial" panose="020B0604020202020204" pitchFamily="34" charset="0"/>
              <a:buChar char="•"/>
            </a:pPr>
            <a:r>
              <a:rPr lang="en-US" sz="2800" dirty="0">
                <a:latin typeface="Calibir"/>
              </a:rPr>
              <a:t>Update all Cardio class prices by +10%</a:t>
            </a:r>
          </a:p>
          <a:p>
            <a:pPr marL="714375" indent="-457200">
              <a:lnSpc>
                <a:spcPct val="150000"/>
              </a:lnSpc>
              <a:buFont typeface="Arial" panose="020B0604020202020204" pitchFamily="34" charset="0"/>
              <a:buChar char="•"/>
            </a:pPr>
            <a:r>
              <a:rPr lang="en-US" sz="2800" dirty="0">
                <a:latin typeface="Calibir"/>
              </a:rPr>
              <a:t>Delete all reservations taught by Neda Tahan</a:t>
            </a:r>
          </a:p>
        </p:txBody>
      </p:sp>
    </p:spTree>
    <p:extLst>
      <p:ext uri="{BB962C8B-B14F-4D97-AF65-F5344CB8AC3E}">
        <p14:creationId xmlns:p14="http://schemas.microsoft.com/office/powerpoint/2010/main" val="2122718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 calcmode="lin" valueType="num">
                                      <p:cBhvr additive="base">
                                        <p:cTn id="7"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0">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anim calcmode="lin" valueType="num">
                                      <p:cBhvr additive="base">
                                        <p:cTn id="11" dur="500" fill="hold"/>
                                        <p:tgtEl>
                                          <p:spTgt spid="10">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0">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 calcmode="lin" valueType="num">
                                      <p:cBhvr additive="base">
                                        <p:cTn id="15" dur="500" fill="hold"/>
                                        <p:tgtEl>
                                          <p:spTgt spid="10">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0">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2151579-C499-3B86-7FC7-10B85A56A9E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0805BD8-7E22-CFA6-E078-85B2D2CD7EA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8964B70-06E3-F3E0-D0E8-560BAD6121AF}"/>
              </a:ext>
            </a:extLst>
          </p:cNvPr>
          <p:cNvSpPr>
            <a:spLocks noGrp="1"/>
          </p:cNvSpPr>
          <p:nvPr>
            <p:ph type="sldNum" sz="quarter" idx="4"/>
          </p:nvPr>
        </p:nvSpPr>
        <p:spPr/>
        <p:txBody>
          <a:bodyPr/>
          <a:lstStyle/>
          <a:p>
            <a:fld id="{16A89BA3-132D-40E1-AAB4-CDCD0A14C216}" type="slidenum">
              <a:rPr lang="en-AU" smtClean="0"/>
              <a:pPr/>
              <a:t>47</a:t>
            </a:fld>
            <a:r>
              <a:rPr lang="en-AU"/>
              <a:t>  |</a:t>
            </a:r>
            <a:endParaRPr lang="en-AU" dirty="0"/>
          </a:p>
        </p:txBody>
      </p:sp>
      <p:sp>
        <p:nvSpPr>
          <p:cNvPr id="9" name="Text Placeholder 3">
            <a:extLst>
              <a:ext uri="{FF2B5EF4-FFF2-40B4-BE49-F238E27FC236}">
                <a16:creationId xmlns:a16="http://schemas.microsoft.com/office/drawing/2014/main" id="{7460CEE0-AEAF-F022-60B3-D3EE479002D2}"/>
              </a:ext>
            </a:extLst>
          </p:cNvPr>
          <p:cNvSpPr>
            <a:spLocks noGrp="1"/>
          </p:cNvSpPr>
          <p:nvPr>
            <p:ph type="body" sz="quarter" idx="16"/>
          </p:nvPr>
        </p:nvSpPr>
        <p:spPr>
          <a:xfrm>
            <a:off x="0" y="-1"/>
            <a:ext cx="7348654" cy="882870"/>
          </a:xfrm>
        </p:spPr>
        <p:txBody>
          <a:bodyPr>
            <a:noAutofit/>
          </a:bodyPr>
          <a:lstStyle/>
          <a:p>
            <a:r>
              <a:rPr lang="en-US" sz="3200" dirty="0"/>
              <a:t>Hands-On Activity 4: Update “Cardio” Prices (+10%)</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9FDF99C7-A83A-B8D8-A277-D97CD7B1DE76}"/>
              </a:ext>
            </a:extLst>
          </p:cNvPr>
          <p:cNvSpPr txBox="1"/>
          <p:nvPr/>
        </p:nvSpPr>
        <p:spPr>
          <a:xfrm>
            <a:off x="0" y="1040524"/>
            <a:ext cx="9144000" cy="1315425"/>
          </a:xfrm>
          <a:prstGeom prst="rect">
            <a:avLst/>
          </a:prstGeom>
          <a:noFill/>
        </p:spPr>
        <p:txBody>
          <a:bodyPr wrap="square">
            <a:spAutoFit/>
          </a:bodyPr>
          <a:lstStyle/>
          <a:p>
            <a:pPr>
              <a:lnSpc>
                <a:spcPct val="150000"/>
              </a:lnSpc>
            </a:pPr>
            <a:r>
              <a:rPr lang="en-US" sz="2800" b="1" dirty="0">
                <a:latin typeface="Calibir"/>
              </a:rPr>
              <a:t>Task: </a:t>
            </a:r>
            <a:r>
              <a:rPr lang="en-US" sz="2800" dirty="0">
                <a:latin typeface="Calibir"/>
              </a:rPr>
              <a:t>Increase </a:t>
            </a:r>
            <a:r>
              <a:rPr lang="en-US" sz="2800" dirty="0" err="1">
                <a:latin typeface="Calibir"/>
              </a:rPr>
              <a:t>ClassPrice</a:t>
            </a:r>
            <a:r>
              <a:rPr lang="en-US" sz="2800" dirty="0">
                <a:latin typeface="Calibir"/>
              </a:rPr>
              <a:t> by 10% for classes where </a:t>
            </a:r>
            <a:r>
              <a:rPr lang="en-US" sz="2800" dirty="0" err="1">
                <a:latin typeface="Calibir"/>
              </a:rPr>
              <a:t>TypeofClass</a:t>
            </a:r>
            <a:r>
              <a:rPr lang="en-US" sz="2800" dirty="0">
                <a:latin typeface="Calibir"/>
              </a:rPr>
              <a:t> = "Cardio".</a:t>
            </a:r>
          </a:p>
        </p:txBody>
      </p:sp>
      <p:pic>
        <p:nvPicPr>
          <p:cNvPr id="8" name="Timer">
            <a:hlinkClick r:id="" action="ppaction://media"/>
            <a:extLst>
              <a:ext uri="{FF2B5EF4-FFF2-40B4-BE49-F238E27FC236}">
                <a16:creationId xmlns:a16="http://schemas.microsoft.com/office/drawing/2014/main" id="{39E40C96-B2F3-6A06-D955-9501AB96BEA1}"/>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690" t="44751" r="41149" b="41148"/>
          <a:stretch>
            <a:fillRect/>
          </a:stretch>
        </p:blipFill>
        <p:spPr>
          <a:xfrm>
            <a:off x="3741682" y="3163613"/>
            <a:ext cx="1660635" cy="725213"/>
          </a:xfrm>
          <a:prstGeom prst="rect">
            <a:avLst/>
          </a:prstGeom>
          <a:ln w="38100">
            <a:solidFill>
              <a:schemeClr val="accent1"/>
            </a:solidFill>
          </a:ln>
        </p:spPr>
      </p:pic>
    </p:spTree>
    <p:extLst>
      <p:ext uri="{BB962C8B-B14F-4D97-AF65-F5344CB8AC3E}">
        <p14:creationId xmlns:p14="http://schemas.microsoft.com/office/powerpoint/2010/main" val="2563604717"/>
      </p:ext>
    </p:extLst>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2151579-C499-3B86-7FC7-10B85A56A9E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0805BD8-7E22-CFA6-E078-85B2D2CD7EA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8964B70-06E3-F3E0-D0E8-560BAD6121AF}"/>
              </a:ext>
            </a:extLst>
          </p:cNvPr>
          <p:cNvSpPr>
            <a:spLocks noGrp="1"/>
          </p:cNvSpPr>
          <p:nvPr>
            <p:ph type="sldNum" sz="quarter" idx="4"/>
          </p:nvPr>
        </p:nvSpPr>
        <p:spPr/>
        <p:txBody>
          <a:bodyPr/>
          <a:lstStyle/>
          <a:p>
            <a:fld id="{16A89BA3-132D-40E1-AAB4-CDCD0A14C216}" type="slidenum">
              <a:rPr lang="en-AU" smtClean="0"/>
              <a:pPr/>
              <a:t>48</a:t>
            </a:fld>
            <a:r>
              <a:rPr lang="en-AU"/>
              <a:t>  |</a:t>
            </a:r>
            <a:endParaRPr lang="en-AU" dirty="0"/>
          </a:p>
        </p:txBody>
      </p:sp>
      <p:sp>
        <p:nvSpPr>
          <p:cNvPr id="9" name="Text Placeholder 3">
            <a:extLst>
              <a:ext uri="{FF2B5EF4-FFF2-40B4-BE49-F238E27FC236}">
                <a16:creationId xmlns:a16="http://schemas.microsoft.com/office/drawing/2014/main" id="{7460CEE0-AEAF-F022-60B3-D3EE479002D2}"/>
              </a:ext>
            </a:extLst>
          </p:cNvPr>
          <p:cNvSpPr>
            <a:spLocks noGrp="1"/>
          </p:cNvSpPr>
          <p:nvPr>
            <p:ph type="body" sz="quarter" idx="16"/>
          </p:nvPr>
        </p:nvSpPr>
        <p:spPr>
          <a:xfrm>
            <a:off x="0" y="-1"/>
            <a:ext cx="7348654" cy="882870"/>
          </a:xfrm>
        </p:spPr>
        <p:txBody>
          <a:bodyPr>
            <a:noAutofit/>
          </a:bodyPr>
          <a:lstStyle/>
          <a:p>
            <a:r>
              <a:rPr lang="en-US" sz="3200" dirty="0"/>
              <a:t>Hands-On Activity 4: Update “Cardio” Prices (+10%)</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9FDF99C7-A83A-B8D8-A277-D97CD7B1DE76}"/>
              </a:ext>
            </a:extLst>
          </p:cNvPr>
          <p:cNvSpPr txBox="1"/>
          <p:nvPr/>
        </p:nvSpPr>
        <p:spPr>
          <a:xfrm>
            <a:off x="0" y="1169384"/>
            <a:ext cx="5117118" cy="671851"/>
          </a:xfrm>
          <a:prstGeom prst="rect">
            <a:avLst/>
          </a:prstGeom>
          <a:solidFill>
            <a:schemeClr val="bg1"/>
          </a:solidFill>
        </p:spPr>
        <p:txBody>
          <a:bodyPr wrap="square">
            <a:spAutoFit/>
          </a:bodyPr>
          <a:lstStyle/>
          <a:p>
            <a:pPr marL="514350" lvl="0" indent="-514350" eaLnBrk="0" fontAlgn="base" hangingPunct="0">
              <a:lnSpc>
                <a:spcPct val="150000"/>
              </a:lnSpc>
              <a:spcBef>
                <a:spcPct val="0"/>
              </a:spcBef>
              <a:spcAft>
                <a:spcPct val="0"/>
              </a:spcAft>
              <a:buFont typeface="+mj-lt"/>
              <a:buAutoNum type="arabicPeriod"/>
            </a:pPr>
            <a:r>
              <a:rPr lang="en-US" altLang="en-US" sz="2800" dirty="0">
                <a:latin typeface="Calibir"/>
              </a:rPr>
              <a:t>Create → Query Design</a:t>
            </a:r>
          </a:p>
        </p:txBody>
      </p:sp>
      <p:pic>
        <p:nvPicPr>
          <p:cNvPr id="5" name="Picture 4">
            <a:extLst>
              <a:ext uri="{FF2B5EF4-FFF2-40B4-BE49-F238E27FC236}">
                <a16:creationId xmlns:a16="http://schemas.microsoft.com/office/drawing/2014/main" id="{375CEB39-1906-7FE6-62B2-E4E17771E5EB}"/>
              </a:ext>
            </a:extLst>
          </p:cNvPr>
          <p:cNvPicPr>
            <a:picLocks noChangeAspect="1"/>
          </p:cNvPicPr>
          <p:nvPr/>
        </p:nvPicPr>
        <p:blipFill>
          <a:blip r:embed="rId3"/>
          <a:srcRect r="65862" b="63333"/>
          <a:stretch>
            <a:fillRect/>
          </a:stretch>
        </p:blipFill>
        <p:spPr>
          <a:xfrm>
            <a:off x="5117118" y="1151540"/>
            <a:ext cx="4026882" cy="2432908"/>
          </a:xfrm>
          <a:prstGeom prst="rect">
            <a:avLst/>
          </a:prstGeom>
        </p:spPr>
      </p:pic>
      <p:sp>
        <p:nvSpPr>
          <p:cNvPr id="2" name="Rectangle: Rounded Corners 1">
            <a:extLst>
              <a:ext uri="{FF2B5EF4-FFF2-40B4-BE49-F238E27FC236}">
                <a16:creationId xmlns:a16="http://schemas.microsoft.com/office/drawing/2014/main" id="{54698860-2274-A45B-7145-A1B530F301CB}"/>
              </a:ext>
            </a:extLst>
          </p:cNvPr>
          <p:cNvSpPr/>
          <p:nvPr/>
        </p:nvSpPr>
        <p:spPr>
          <a:xfrm>
            <a:off x="7664134" y="1792224"/>
            <a:ext cx="370149" cy="62910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41202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FB0F402-CEE4-6F9C-C8B6-AB83F01F73C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FEC2A0D-EBC7-52FE-E0BA-8901992D4FD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F122ED7-AE19-1523-CAF9-91144015983B}"/>
              </a:ext>
            </a:extLst>
          </p:cNvPr>
          <p:cNvSpPr>
            <a:spLocks noGrp="1"/>
          </p:cNvSpPr>
          <p:nvPr>
            <p:ph type="sldNum" sz="quarter" idx="4"/>
          </p:nvPr>
        </p:nvSpPr>
        <p:spPr/>
        <p:txBody>
          <a:bodyPr/>
          <a:lstStyle/>
          <a:p>
            <a:fld id="{16A89BA3-132D-40E1-AAB4-CDCD0A14C216}" type="slidenum">
              <a:rPr lang="en-AU" smtClean="0"/>
              <a:pPr/>
              <a:t>49</a:t>
            </a:fld>
            <a:r>
              <a:rPr lang="en-AU"/>
              <a:t>  |</a:t>
            </a:r>
            <a:endParaRPr lang="en-AU" dirty="0"/>
          </a:p>
        </p:txBody>
      </p:sp>
      <p:sp>
        <p:nvSpPr>
          <p:cNvPr id="9" name="Text Placeholder 3">
            <a:extLst>
              <a:ext uri="{FF2B5EF4-FFF2-40B4-BE49-F238E27FC236}">
                <a16:creationId xmlns:a16="http://schemas.microsoft.com/office/drawing/2014/main" id="{AA39FEA4-BC4A-DC14-AE3A-6B089E640ABB}"/>
              </a:ext>
            </a:extLst>
          </p:cNvPr>
          <p:cNvSpPr>
            <a:spLocks noGrp="1"/>
          </p:cNvSpPr>
          <p:nvPr>
            <p:ph type="body" sz="quarter" idx="16"/>
          </p:nvPr>
        </p:nvSpPr>
        <p:spPr>
          <a:xfrm>
            <a:off x="0" y="-1"/>
            <a:ext cx="7348654" cy="882870"/>
          </a:xfrm>
        </p:spPr>
        <p:txBody>
          <a:bodyPr>
            <a:noAutofit/>
          </a:bodyPr>
          <a:lstStyle/>
          <a:p>
            <a:r>
              <a:rPr lang="en-US" sz="3200" dirty="0"/>
              <a:t>Hands-On Activity 4: Update “Cardio” Prices (+10%)</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7CC1A8B8-9217-5D5E-6761-8D2EB9BEE4DA}"/>
              </a:ext>
            </a:extLst>
          </p:cNvPr>
          <p:cNvSpPr txBox="1"/>
          <p:nvPr/>
        </p:nvSpPr>
        <p:spPr>
          <a:xfrm>
            <a:off x="-1" y="3957189"/>
            <a:ext cx="9144000" cy="1318181"/>
          </a:xfrm>
          <a:prstGeom prst="rect">
            <a:avLst/>
          </a:prstGeom>
          <a:solidFill>
            <a:schemeClr val="bg1"/>
          </a:solid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2"/>
            </a:pPr>
            <a:r>
              <a:rPr lang="en-US" altLang="en-US" sz="2800" dirty="0">
                <a:latin typeface="Calibir"/>
              </a:rPr>
              <a:t>Add Classes and Reservations tables (they should join on </a:t>
            </a:r>
            <a:r>
              <a:rPr lang="en-US" altLang="en-US" sz="2800" dirty="0" err="1">
                <a:latin typeface="Calibir"/>
              </a:rPr>
              <a:t>ClassID</a:t>
            </a:r>
            <a:r>
              <a:rPr lang="en-US" altLang="en-US" sz="2800" dirty="0">
                <a:latin typeface="Calibir"/>
              </a:rPr>
              <a:t>).</a:t>
            </a:r>
          </a:p>
        </p:txBody>
      </p:sp>
      <p:pic>
        <p:nvPicPr>
          <p:cNvPr id="7" name="Picture 6">
            <a:extLst>
              <a:ext uri="{FF2B5EF4-FFF2-40B4-BE49-F238E27FC236}">
                <a16:creationId xmlns:a16="http://schemas.microsoft.com/office/drawing/2014/main" id="{3EB164C7-D8D0-3E7D-8F75-273B67018333}"/>
              </a:ext>
            </a:extLst>
          </p:cNvPr>
          <p:cNvPicPr>
            <a:picLocks noChangeAspect="1"/>
          </p:cNvPicPr>
          <p:nvPr/>
        </p:nvPicPr>
        <p:blipFill>
          <a:blip r:embed="rId3"/>
          <a:srcRect b="18889"/>
          <a:stretch>
            <a:fillRect/>
          </a:stretch>
        </p:blipFill>
        <p:spPr>
          <a:xfrm>
            <a:off x="3177112" y="1169384"/>
            <a:ext cx="5966887" cy="2722392"/>
          </a:xfrm>
          <a:prstGeom prst="rect">
            <a:avLst/>
          </a:prstGeom>
        </p:spPr>
      </p:pic>
    </p:spTree>
    <p:extLst>
      <p:ext uri="{BB962C8B-B14F-4D97-AF65-F5344CB8AC3E}">
        <p14:creationId xmlns:p14="http://schemas.microsoft.com/office/powerpoint/2010/main" val="8879019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EDF023D-0368-8545-5FE4-02D944EB6B9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68AA3BE-0AB1-7221-3326-88BA3FC37F6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51FF1A5-DEB3-838F-567A-5938D7BD3AAE}"/>
              </a:ext>
            </a:extLst>
          </p:cNvPr>
          <p:cNvSpPr>
            <a:spLocks noGrp="1"/>
          </p:cNvSpPr>
          <p:nvPr>
            <p:ph type="sldNum" sz="quarter" idx="4"/>
          </p:nvPr>
        </p:nvSpPr>
        <p:spPr/>
        <p:txBody>
          <a:bodyPr/>
          <a:lstStyle/>
          <a:p>
            <a:fld id="{16A89BA3-132D-40E1-AAB4-CDCD0A14C216}" type="slidenum">
              <a:rPr lang="en-AU" smtClean="0"/>
              <a:pPr/>
              <a:t>50</a:t>
            </a:fld>
            <a:r>
              <a:rPr lang="en-AU"/>
              <a:t>  |</a:t>
            </a:r>
            <a:endParaRPr lang="en-AU" dirty="0"/>
          </a:p>
        </p:txBody>
      </p:sp>
      <p:sp>
        <p:nvSpPr>
          <p:cNvPr id="9" name="Text Placeholder 3">
            <a:extLst>
              <a:ext uri="{FF2B5EF4-FFF2-40B4-BE49-F238E27FC236}">
                <a16:creationId xmlns:a16="http://schemas.microsoft.com/office/drawing/2014/main" id="{464747B3-FD08-BD84-EE41-47D5D5DE8C02}"/>
              </a:ext>
            </a:extLst>
          </p:cNvPr>
          <p:cNvSpPr>
            <a:spLocks noGrp="1"/>
          </p:cNvSpPr>
          <p:nvPr>
            <p:ph type="body" sz="quarter" idx="16"/>
          </p:nvPr>
        </p:nvSpPr>
        <p:spPr>
          <a:xfrm>
            <a:off x="0" y="-1"/>
            <a:ext cx="7348654" cy="882870"/>
          </a:xfrm>
        </p:spPr>
        <p:txBody>
          <a:bodyPr>
            <a:noAutofit/>
          </a:bodyPr>
          <a:lstStyle/>
          <a:p>
            <a:r>
              <a:rPr lang="en-US" sz="3200" dirty="0"/>
              <a:t>Hands-On Activity 4: Update “Cardio” Prices (+10%)</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545D4B3E-E5BC-E21E-830B-D5E259C50E05}"/>
              </a:ext>
            </a:extLst>
          </p:cNvPr>
          <p:cNvSpPr txBox="1"/>
          <p:nvPr/>
        </p:nvSpPr>
        <p:spPr>
          <a:xfrm>
            <a:off x="0" y="4893488"/>
            <a:ext cx="9144000" cy="1964512"/>
          </a:xfrm>
          <a:prstGeom prst="rect">
            <a:avLst/>
          </a:prstGeom>
          <a:solidFill>
            <a:schemeClr val="bg1"/>
          </a:solidFill>
        </p:spPr>
        <p:txBody>
          <a:bodyPr wrap="square">
            <a:spAutoFit/>
          </a:bodyPr>
          <a:lstStyle/>
          <a:p>
            <a:pPr>
              <a:lnSpc>
                <a:spcPct val="150000"/>
              </a:lnSpc>
            </a:pPr>
            <a:r>
              <a:rPr lang="en-US" sz="2800" dirty="0">
                <a:latin typeface="Calibir"/>
              </a:rPr>
              <a:t>3.   Choose the field to update</a:t>
            </a:r>
          </a:p>
          <a:p>
            <a:pPr>
              <a:lnSpc>
                <a:spcPct val="150000"/>
              </a:lnSpc>
            </a:pPr>
            <a:r>
              <a:rPr lang="en-US" sz="2800" dirty="0">
                <a:latin typeface="Calibir"/>
              </a:rPr>
              <a:t>From Reservations, drag </a:t>
            </a:r>
            <a:r>
              <a:rPr lang="en-US" sz="2800" dirty="0" err="1">
                <a:latin typeface="Calibir"/>
              </a:rPr>
              <a:t>ClassPrice</a:t>
            </a:r>
            <a:r>
              <a:rPr lang="en-US" sz="2800" dirty="0">
                <a:latin typeface="Calibir"/>
              </a:rPr>
              <a:t> into the first empty column of the grid.</a:t>
            </a:r>
          </a:p>
        </p:txBody>
      </p:sp>
      <p:pic>
        <p:nvPicPr>
          <p:cNvPr id="12" name="Picture 11">
            <a:extLst>
              <a:ext uri="{FF2B5EF4-FFF2-40B4-BE49-F238E27FC236}">
                <a16:creationId xmlns:a16="http://schemas.microsoft.com/office/drawing/2014/main" id="{9D31838A-0B0F-DB3F-2827-045FAEE4C24F}"/>
              </a:ext>
            </a:extLst>
          </p:cNvPr>
          <p:cNvPicPr>
            <a:picLocks noChangeAspect="1"/>
          </p:cNvPicPr>
          <p:nvPr/>
        </p:nvPicPr>
        <p:blipFill>
          <a:blip r:embed="rId3"/>
          <a:srcRect b="6314"/>
          <a:stretch>
            <a:fillRect/>
          </a:stretch>
        </p:blipFill>
        <p:spPr>
          <a:xfrm>
            <a:off x="630044" y="963732"/>
            <a:ext cx="7756947" cy="4087770"/>
          </a:xfrm>
          <a:prstGeom prst="rect">
            <a:avLst/>
          </a:prstGeom>
        </p:spPr>
      </p:pic>
    </p:spTree>
    <p:extLst>
      <p:ext uri="{BB962C8B-B14F-4D97-AF65-F5344CB8AC3E}">
        <p14:creationId xmlns:p14="http://schemas.microsoft.com/office/powerpoint/2010/main" val="22939300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BA43B12-CE19-493E-BE2D-679ED19AC56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6A437F0-7CA1-7029-1B14-D093D90B3C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A30CF47-7BA9-9E9B-97F0-E983E60BBE4C}"/>
              </a:ext>
            </a:extLst>
          </p:cNvPr>
          <p:cNvSpPr>
            <a:spLocks noGrp="1"/>
          </p:cNvSpPr>
          <p:nvPr>
            <p:ph type="sldNum" sz="quarter" idx="4"/>
          </p:nvPr>
        </p:nvSpPr>
        <p:spPr/>
        <p:txBody>
          <a:bodyPr/>
          <a:lstStyle/>
          <a:p>
            <a:fld id="{16A89BA3-132D-40E1-AAB4-CDCD0A14C216}" type="slidenum">
              <a:rPr lang="en-AU" smtClean="0"/>
              <a:pPr/>
              <a:t>51</a:t>
            </a:fld>
            <a:r>
              <a:rPr lang="en-AU"/>
              <a:t>  |</a:t>
            </a:r>
            <a:endParaRPr lang="en-AU" dirty="0"/>
          </a:p>
        </p:txBody>
      </p:sp>
      <p:sp>
        <p:nvSpPr>
          <p:cNvPr id="9" name="Text Placeholder 3">
            <a:extLst>
              <a:ext uri="{FF2B5EF4-FFF2-40B4-BE49-F238E27FC236}">
                <a16:creationId xmlns:a16="http://schemas.microsoft.com/office/drawing/2014/main" id="{58D0BD0B-11E0-F8BA-DC1D-0A83F2B939D1}"/>
              </a:ext>
            </a:extLst>
          </p:cNvPr>
          <p:cNvSpPr>
            <a:spLocks noGrp="1"/>
          </p:cNvSpPr>
          <p:nvPr>
            <p:ph type="body" sz="quarter" idx="16"/>
          </p:nvPr>
        </p:nvSpPr>
        <p:spPr>
          <a:xfrm>
            <a:off x="0" y="-1"/>
            <a:ext cx="7348654" cy="882870"/>
          </a:xfrm>
        </p:spPr>
        <p:txBody>
          <a:bodyPr>
            <a:noAutofit/>
          </a:bodyPr>
          <a:lstStyle/>
          <a:p>
            <a:r>
              <a:rPr lang="en-US" sz="3200" dirty="0"/>
              <a:t>Hands-On Activity 4: Update “Cardio” Prices (+10%)</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9FC030C0-014F-4116-1EB5-D19E76C1511E}"/>
              </a:ext>
            </a:extLst>
          </p:cNvPr>
          <p:cNvSpPr txBox="1"/>
          <p:nvPr/>
        </p:nvSpPr>
        <p:spPr>
          <a:xfrm>
            <a:off x="0" y="4619550"/>
            <a:ext cx="9144000" cy="1964512"/>
          </a:xfrm>
          <a:prstGeom prst="rect">
            <a:avLst/>
          </a:prstGeom>
          <a:solidFill>
            <a:schemeClr val="bg1"/>
          </a:solidFill>
        </p:spPr>
        <p:txBody>
          <a:bodyPr wrap="square">
            <a:spAutoFit/>
          </a:bodyPr>
          <a:lstStyle/>
          <a:p>
            <a:pPr>
              <a:lnSpc>
                <a:spcPct val="150000"/>
              </a:lnSpc>
            </a:pPr>
            <a:r>
              <a:rPr lang="en-US" sz="2800" dirty="0">
                <a:latin typeface="Calibir"/>
              </a:rPr>
              <a:t>4.  Tell Access how to update it</a:t>
            </a:r>
          </a:p>
          <a:p>
            <a:pPr>
              <a:lnSpc>
                <a:spcPct val="150000"/>
              </a:lnSpc>
            </a:pPr>
            <a:r>
              <a:rPr lang="en-US" sz="2800" dirty="0">
                <a:latin typeface="Calibir"/>
              </a:rPr>
              <a:t>In the Update To row of that </a:t>
            </a:r>
            <a:r>
              <a:rPr lang="en-US" sz="2800" dirty="0" err="1">
                <a:latin typeface="Calibir"/>
              </a:rPr>
              <a:t>ClassPrice</a:t>
            </a:r>
            <a:r>
              <a:rPr lang="en-US" sz="2800" dirty="0">
                <a:latin typeface="Calibir"/>
              </a:rPr>
              <a:t> column, type: [</a:t>
            </a:r>
            <a:r>
              <a:rPr lang="en-US" sz="2800" dirty="0" err="1">
                <a:latin typeface="Calibir"/>
              </a:rPr>
              <a:t>ClassPrice</a:t>
            </a:r>
            <a:r>
              <a:rPr lang="en-US" sz="2800" dirty="0">
                <a:latin typeface="Calibir"/>
              </a:rPr>
              <a:t>]*1.1</a:t>
            </a:r>
          </a:p>
        </p:txBody>
      </p:sp>
      <p:pic>
        <p:nvPicPr>
          <p:cNvPr id="5" name="Picture 4">
            <a:extLst>
              <a:ext uri="{FF2B5EF4-FFF2-40B4-BE49-F238E27FC236}">
                <a16:creationId xmlns:a16="http://schemas.microsoft.com/office/drawing/2014/main" id="{67734C19-EAA3-06E2-DDDE-746A0D1D83CF}"/>
              </a:ext>
            </a:extLst>
          </p:cNvPr>
          <p:cNvPicPr>
            <a:picLocks noChangeAspect="1"/>
          </p:cNvPicPr>
          <p:nvPr/>
        </p:nvPicPr>
        <p:blipFill>
          <a:blip r:embed="rId3"/>
          <a:srcRect b="23008"/>
          <a:stretch>
            <a:fillRect/>
          </a:stretch>
        </p:blipFill>
        <p:spPr>
          <a:xfrm>
            <a:off x="0" y="950385"/>
            <a:ext cx="8642195" cy="3742756"/>
          </a:xfrm>
          <a:prstGeom prst="rect">
            <a:avLst/>
          </a:prstGeom>
        </p:spPr>
      </p:pic>
    </p:spTree>
    <p:extLst>
      <p:ext uri="{BB962C8B-B14F-4D97-AF65-F5344CB8AC3E}">
        <p14:creationId xmlns:p14="http://schemas.microsoft.com/office/powerpoint/2010/main" val="2837583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C87F471-F5FA-9D56-FD6F-5476451FD46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0F981FD-E665-7C65-F313-651065AD5EE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BF2166E-23ED-90C1-4E96-C6089072FE81}"/>
              </a:ext>
            </a:extLst>
          </p:cNvPr>
          <p:cNvSpPr>
            <a:spLocks noGrp="1"/>
          </p:cNvSpPr>
          <p:nvPr>
            <p:ph type="sldNum" sz="quarter" idx="4"/>
          </p:nvPr>
        </p:nvSpPr>
        <p:spPr/>
        <p:txBody>
          <a:bodyPr/>
          <a:lstStyle/>
          <a:p>
            <a:fld id="{16A89BA3-132D-40E1-AAB4-CDCD0A14C216}" type="slidenum">
              <a:rPr lang="en-AU" smtClean="0"/>
              <a:pPr/>
              <a:t>52</a:t>
            </a:fld>
            <a:r>
              <a:rPr lang="en-AU"/>
              <a:t>  |</a:t>
            </a:r>
            <a:endParaRPr lang="en-AU" dirty="0"/>
          </a:p>
        </p:txBody>
      </p:sp>
      <p:sp>
        <p:nvSpPr>
          <p:cNvPr id="9" name="Text Placeholder 3">
            <a:extLst>
              <a:ext uri="{FF2B5EF4-FFF2-40B4-BE49-F238E27FC236}">
                <a16:creationId xmlns:a16="http://schemas.microsoft.com/office/drawing/2014/main" id="{BAADAEE5-3BF4-2990-95B7-E625B8568B89}"/>
              </a:ext>
            </a:extLst>
          </p:cNvPr>
          <p:cNvSpPr>
            <a:spLocks noGrp="1"/>
          </p:cNvSpPr>
          <p:nvPr>
            <p:ph type="body" sz="quarter" idx="16"/>
          </p:nvPr>
        </p:nvSpPr>
        <p:spPr>
          <a:xfrm>
            <a:off x="0" y="-1"/>
            <a:ext cx="7348654" cy="882870"/>
          </a:xfrm>
        </p:spPr>
        <p:txBody>
          <a:bodyPr>
            <a:noAutofit/>
          </a:bodyPr>
          <a:lstStyle/>
          <a:p>
            <a:r>
              <a:rPr lang="en-US" sz="3200" dirty="0"/>
              <a:t>Hands-On Activity 4: Update “Cardio” Prices (+10%)</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CB0B5370-46EF-982B-0288-82102A42C20F}"/>
              </a:ext>
            </a:extLst>
          </p:cNvPr>
          <p:cNvSpPr txBox="1"/>
          <p:nvPr/>
        </p:nvSpPr>
        <p:spPr>
          <a:xfrm>
            <a:off x="22302" y="4247157"/>
            <a:ext cx="9144000" cy="2610843"/>
          </a:xfrm>
          <a:prstGeom prst="rect">
            <a:avLst/>
          </a:prstGeom>
          <a:solidFill>
            <a:schemeClr val="bg1"/>
          </a:solidFill>
        </p:spPr>
        <p:txBody>
          <a:bodyPr wrap="square">
            <a:spAutoFit/>
          </a:bodyPr>
          <a:lstStyle/>
          <a:p>
            <a:pPr>
              <a:lnSpc>
                <a:spcPct val="150000"/>
              </a:lnSpc>
            </a:pPr>
            <a:r>
              <a:rPr lang="en-US" sz="2800" dirty="0">
                <a:latin typeface="Calibir"/>
              </a:rPr>
              <a:t>5.   Filter to Cardio only (important!)</a:t>
            </a:r>
          </a:p>
          <a:p>
            <a:pPr>
              <a:lnSpc>
                <a:spcPct val="150000"/>
              </a:lnSpc>
            </a:pPr>
            <a:r>
              <a:rPr lang="en-US" sz="2800" dirty="0">
                <a:latin typeface="Calibir"/>
              </a:rPr>
              <a:t>From Classes, drag </a:t>
            </a:r>
            <a:r>
              <a:rPr lang="en-US" sz="2800" dirty="0" err="1">
                <a:latin typeface="Calibir"/>
              </a:rPr>
              <a:t>TypeOfClass</a:t>
            </a:r>
            <a:r>
              <a:rPr lang="en-US" sz="2800" dirty="0">
                <a:latin typeface="Calibir"/>
              </a:rPr>
              <a:t> into a second column.</a:t>
            </a:r>
          </a:p>
          <a:p>
            <a:pPr>
              <a:lnSpc>
                <a:spcPct val="150000"/>
              </a:lnSpc>
            </a:pPr>
            <a:r>
              <a:rPr lang="en-US" sz="2800" dirty="0">
                <a:latin typeface="Calibir"/>
              </a:rPr>
              <a:t>Leave Update To blank for this column.</a:t>
            </a:r>
          </a:p>
          <a:p>
            <a:pPr>
              <a:lnSpc>
                <a:spcPct val="150000"/>
              </a:lnSpc>
            </a:pPr>
            <a:r>
              <a:rPr lang="en-US" sz="2800" dirty="0">
                <a:latin typeface="Calibir"/>
              </a:rPr>
              <a:t>In the Criteria row type: “Cardio”</a:t>
            </a:r>
          </a:p>
        </p:txBody>
      </p:sp>
      <p:pic>
        <p:nvPicPr>
          <p:cNvPr id="6" name="Picture 5">
            <a:extLst>
              <a:ext uri="{FF2B5EF4-FFF2-40B4-BE49-F238E27FC236}">
                <a16:creationId xmlns:a16="http://schemas.microsoft.com/office/drawing/2014/main" id="{2E14A0B7-1894-D0F0-4AA7-BA67EA166F8F}"/>
              </a:ext>
            </a:extLst>
          </p:cNvPr>
          <p:cNvPicPr>
            <a:picLocks noChangeAspect="1"/>
          </p:cNvPicPr>
          <p:nvPr/>
        </p:nvPicPr>
        <p:blipFill>
          <a:blip r:embed="rId3"/>
          <a:srcRect r="42195" b="23875"/>
          <a:stretch>
            <a:fillRect/>
          </a:stretch>
        </p:blipFill>
        <p:spPr>
          <a:xfrm>
            <a:off x="22302" y="882869"/>
            <a:ext cx="4661210" cy="3452885"/>
          </a:xfrm>
          <a:prstGeom prst="rect">
            <a:avLst/>
          </a:prstGeom>
        </p:spPr>
      </p:pic>
    </p:spTree>
    <p:extLst>
      <p:ext uri="{BB962C8B-B14F-4D97-AF65-F5344CB8AC3E}">
        <p14:creationId xmlns:p14="http://schemas.microsoft.com/office/powerpoint/2010/main" val="171945077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9E8BD9C-C140-14A4-65D3-AC70B7C2A94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D5462F-A644-5993-57EA-375B00A3677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814F3D9-6906-A9BA-7259-CDDAB2E8FE0F}"/>
              </a:ext>
            </a:extLst>
          </p:cNvPr>
          <p:cNvSpPr>
            <a:spLocks noGrp="1"/>
          </p:cNvSpPr>
          <p:nvPr>
            <p:ph type="sldNum" sz="quarter" idx="4"/>
          </p:nvPr>
        </p:nvSpPr>
        <p:spPr/>
        <p:txBody>
          <a:bodyPr/>
          <a:lstStyle/>
          <a:p>
            <a:fld id="{16A89BA3-132D-40E1-AAB4-CDCD0A14C216}" type="slidenum">
              <a:rPr lang="en-AU" smtClean="0"/>
              <a:pPr/>
              <a:t>53</a:t>
            </a:fld>
            <a:r>
              <a:rPr lang="en-AU"/>
              <a:t>  |</a:t>
            </a:r>
            <a:endParaRPr lang="en-AU" dirty="0"/>
          </a:p>
        </p:txBody>
      </p:sp>
      <p:sp>
        <p:nvSpPr>
          <p:cNvPr id="9" name="Text Placeholder 3">
            <a:extLst>
              <a:ext uri="{FF2B5EF4-FFF2-40B4-BE49-F238E27FC236}">
                <a16:creationId xmlns:a16="http://schemas.microsoft.com/office/drawing/2014/main" id="{734D3BCC-0C0A-79D1-AFB7-7E192E57A731}"/>
              </a:ext>
            </a:extLst>
          </p:cNvPr>
          <p:cNvSpPr>
            <a:spLocks noGrp="1"/>
          </p:cNvSpPr>
          <p:nvPr>
            <p:ph type="body" sz="quarter" idx="16"/>
          </p:nvPr>
        </p:nvSpPr>
        <p:spPr>
          <a:xfrm>
            <a:off x="0" y="-1"/>
            <a:ext cx="7348654" cy="882870"/>
          </a:xfrm>
        </p:spPr>
        <p:txBody>
          <a:bodyPr>
            <a:noAutofit/>
          </a:bodyPr>
          <a:lstStyle/>
          <a:p>
            <a:r>
              <a:rPr lang="en-US" sz="3200" dirty="0"/>
              <a:t>Hands-On Activity 4: Update “Cardio” Prices (+10%)</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8FD8BA35-37D6-844F-5081-14D64D532B66}"/>
              </a:ext>
            </a:extLst>
          </p:cNvPr>
          <p:cNvSpPr txBox="1"/>
          <p:nvPr/>
        </p:nvSpPr>
        <p:spPr>
          <a:xfrm>
            <a:off x="22302" y="4337117"/>
            <a:ext cx="9144000" cy="2520883"/>
          </a:xfrm>
          <a:prstGeom prst="rect">
            <a:avLst/>
          </a:prstGeom>
          <a:solidFill>
            <a:schemeClr val="bg1"/>
          </a:solidFill>
        </p:spPr>
        <p:txBody>
          <a:bodyPr wrap="square">
            <a:spAutoFit/>
          </a:bodyPr>
          <a:lstStyle/>
          <a:p>
            <a:pPr>
              <a:lnSpc>
                <a:spcPct val="150000"/>
              </a:lnSpc>
            </a:pPr>
            <a:r>
              <a:rPr lang="en-US" sz="2700" dirty="0">
                <a:latin typeface="Calibir"/>
              </a:rPr>
              <a:t>6.  Run</a:t>
            </a:r>
          </a:p>
          <a:p>
            <a:pPr marL="714375" indent="-457200">
              <a:lnSpc>
                <a:spcPct val="150000"/>
              </a:lnSpc>
              <a:buFont typeface="Arial" panose="020B0604020202020204" pitchFamily="34" charset="0"/>
              <a:buChar char="•"/>
            </a:pPr>
            <a:r>
              <a:rPr lang="en-US" sz="2700" dirty="0">
                <a:latin typeface="Calibir"/>
              </a:rPr>
              <a:t>Click Run (red !). Confirm the number of rows to be updated.</a:t>
            </a:r>
          </a:p>
          <a:p>
            <a:pPr marL="714375" indent="-457200">
              <a:lnSpc>
                <a:spcPct val="150000"/>
              </a:lnSpc>
              <a:buFont typeface="Arial" panose="020B0604020202020204" pitchFamily="34" charset="0"/>
              <a:buChar char="•"/>
            </a:pPr>
            <a:r>
              <a:rPr lang="en-US" sz="2700" dirty="0">
                <a:latin typeface="Calibir"/>
              </a:rPr>
              <a:t>Open Reservations to spot-check a few </a:t>
            </a:r>
            <a:r>
              <a:rPr lang="en-US" sz="2700" dirty="0" err="1">
                <a:latin typeface="Calibir"/>
              </a:rPr>
              <a:t>ClassPrice</a:t>
            </a:r>
            <a:r>
              <a:rPr lang="en-US" sz="2700" dirty="0">
                <a:latin typeface="Calibir"/>
              </a:rPr>
              <a:t> values.</a:t>
            </a:r>
          </a:p>
        </p:txBody>
      </p:sp>
      <p:pic>
        <p:nvPicPr>
          <p:cNvPr id="5" name="Picture 4">
            <a:extLst>
              <a:ext uri="{FF2B5EF4-FFF2-40B4-BE49-F238E27FC236}">
                <a16:creationId xmlns:a16="http://schemas.microsoft.com/office/drawing/2014/main" id="{169275E3-13B4-BB24-7710-7CE2982EB812}"/>
              </a:ext>
            </a:extLst>
          </p:cNvPr>
          <p:cNvPicPr>
            <a:picLocks noChangeAspect="1"/>
          </p:cNvPicPr>
          <p:nvPr/>
        </p:nvPicPr>
        <p:blipFill>
          <a:blip r:embed="rId3"/>
          <a:srcRect r="42683" b="26694"/>
          <a:stretch>
            <a:fillRect/>
          </a:stretch>
        </p:blipFill>
        <p:spPr>
          <a:xfrm>
            <a:off x="22302" y="882869"/>
            <a:ext cx="4895455" cy="3521863"/>
          </a:xfrm>
          <a:prstGeom prst="rect">
            <a:avLst/>
          </a:prstGeom>
          <a:ln w="38100">
            <a:solidFill>
              <a:schemeClr val="accent1"/>
            </a:solidFill>
          </a:ln>
        </p:spPr>
      </p:pic>
      <p:sp>
        <p:nvSpPr>
          <p:cNvPr id="7" name="Rectangle: Rounded Corners 6">
            <a:extLst>
              <a:ext uri="{FF2B5EF4-FFF2-40B4-BE49-F238E27FC236}">
                <a16:creationId xmlns:a16="http://schemas.microsoft.com/office/drawing/2014/main" id="{C8ECEDB2-B31A-9F8E-B33F-F27CB3CE0927}"/>
              </a:ext>
            </a:extLst>
          </p:cNvPr>
          <p:cNvSpPr/>
          <p:nvPr/>
        </p:nvSpPr>
        <p:spPr>
          <a:xfrm>
            <a:off x="379142" y="1315843"/>
            <a:ext cx="289932" cy="591015"/>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AC5FAEA1-319A-44A3-D067-468AF47281E3}"/>
              </a:ext>
            </a:extLst>
          </p:cNvPr>
          <p:cNvPicPr>
            <a:picLocks noChangeAspect="1"/>
          </p:cNvPicPr>
          <p:nvPr/>
        </p:nvPicPr>
        <p:blipFill>
          <a:blip r:embed="rId4"/>
          <a:srcRect l="37927" t="34093" r="37927" b="41224"/>
          <a:stretch>
            <a:fillRect/>
          </a:stretch>
        </p:blipFill>
        <p:spPr>
          <a:xfrm>
            <a:off x="5140712" y="1206021"/>
            <a:ext cx="3980986" cy="2289037"/>
          </a:xfrm>
          <a:prstGeom prst="rect">
            <a:avLst/>
          </a:prstGeom>
          <a:ln w="38100">
            <a:solidFill>
              <a:schemeClr val="accent1"/>
            </a:solidFill>
          </a:ln>
        </p:spPr>
      </p:pic>
      <p:cxnSp>
        <p:nvCxnSpPr>
          <p:cNvPr id="13" name="Connector: Elbow 12">
            <a:extLst>
              <a:ext uri="{FF2B5EF4-FFF2-40B4-BE49-F238E27FC236}">
                <a16:creationId xmlns:a16="http://schemas.microsoft.com/office/drawing/2014/main" id="{E79E2C9D-21F3-C542-0B2E-66089E299973}"/>
              </a:ext>
            </a:extLst>
          </p:cNvPr>
          <p:cNvCxnSpPr>
            <a:cxnSpLocks/>
            <a:endCxn id="11" idx="2"/>
          </p:cNvCxnSpPr>
          <p:nvPr/>
        </p:nvCxnSpPr>
        <p:spPr>
          <a:xfrm flipV="1">
            <a:off x="4917757" y="3495058"/>
            <a:ext cx="2213448" cy="519381"/>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35589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CFDFA85-6FD1-43F2-6FA9-5ACBA0B9734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676D1B7-E2F9-D4BD-0CBB-3731A0397A1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2A4CD35-683E-CDB0-9146-EDE67C6F0D22}"/>
              </a:ext>
            </a:extLst>
          </p:cNvPr>
          <p:cNvSpPr>
            <a:spLocks noGrp="1"/>
          </p:cNvSpPr>
          <p:nvPr>
            <p:ph type="sldNum" sz="quarter" idx="4"/>
          </p:nvPr>
        </p:nvSpPr>
        <p:spPr/>
        <p:txBody>
          <a:bodyPr/>
          <a:lstStyle/>
          <a:p>
            <a:fld id="{16A89BA3-132D-40E1-AAB4-CDCD0A14C216}" type="slidenum">
              <a:rPr lang="en-AU" smtClean="0"/>
              <a:pPr/>
              <a:t>54</a:t>
            </a:fld>
            <a:r>
              <a:rPr lang="en-AU"/>
              <a:t>  |</a:t>
            </a:r>
            <a:endParaRPr lang="en-AU" dirty="0"/>
          </a:p>
        </p:txBody>
      </p:sp>
      <p:sp>
        <p:nvSpPr>
          <p:cNvPr id="9" name="Text Placeholder 3">
            <a:extLst>
              <a:ext uri="{FF2B5EF4-FFF2-40B4-BE49-F238E27FC236}">
                <a16:creationId xmlns:a16="http://schemas.microsoft.com/office/drawing/2014/main" id="{1FC484F2-1232-1FD6-E90C-A46516A4D2E2}"/>
              </a:ext>
            </a:extLst>
          </p:cNvPr>
          <p:cNvSpPr>
            <a:spLocks noGrp="1"/>
          </p:cNvSpPr>
          <p:nvPr>
            <p:ph type="body" sz="quarter" idx="16"/>
          </p:nvPr>
        </p:nvSpPr>
        <p:spPr>
          <a:xfrm>
            <a:off x="0" y="-1"/>
            <a:ext cx="7348654" cy="882870"/>
          </a:xfrm>
        </p:spPr>
        <p:txBody>
          <a:bodyPr>
            <a:noAutofit/>
          </a:bodyPr>
          <a:lstStyle/>
          <a:p>
            <a:r>
              <a:rPr lang="en-US" sz="3200" dirty="0"/>
              <a:t>Hands-On Activity 4: Update “Cardio” Prices (+10%)</a:t>
            </a:r>
            <a:endParaRPr lang="en-AU" sz="3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0233C47F-D643-5FF6-3396-84B5CB752CF6}"/>
              </a:ext>
            </a:extLst>
          </p:cNvPr>
          <p:cNvSpPr txBox="1"/>
          <p:nvPr/>
        </p:nvSpPr>
        <p:spPr>
          <a:xfrm>
            <a:off x="22302" y="4337117"/>
            <a:ext cx="9144000" cy="651140"/>
          </a:xfrm>
          <a:prstGeom prst="rect">
            <a:avLst/>
          </a:prstGeom>
          <a:solidFill>
            <a:schemeClr val="bg1"/>
          </a:solidFill>
        </p:spPr>
        <p:txBody>
          <a:bodyPr wrap="square">
            <a:spAutoFit/>
          </a:bodyPr>
          <a:lstStyle/>
          <a:p>
            <a:pPr>
              <a:lnSpc>
                <a:spcPct val="150000"/>
              </a:lnSpc>
            </a:pPr>
            <a:r>
              <a:rPr lang="en-US" sz="2700" dirty="0">
                <a:latin typeface="Calibir"/>
              </a:rPr>
              <a:t>7.  Save Object As </a:t>
            </a:r>
            <a:r>
              <a:rPr lang="en-US" sz="2700" dirty="0">
                <a:highlight>
                  <a:srgbClr val="FFFF00"/>
                </a:highlight>
                <a:latin typeface="Calibir"/>
              </a:rPr>
              <a:t>QRY_Update_Cardio_Price10</a:t>
            </a:r>
            <a:r>
              <a:rPr lang="en-US" sz="2700" dirty="0">
                <a:latin typeface="Calibir"/>
              </a:rPr>
              <a:t> </a:t>
            </a:r>
          </a:p>
        </p:txBody>
      </p:sp>
      <p:pic>
        <p:nvPicPr>
          <p:cNvPr id="6" name="Picture 5">
            <a:extLst>
              <a:ext uri="{FF2B5EF4-FFF2-40B4-BE49-F238E27FC236}">
                <a16:creationId xmlns:a16="http://schemas.microsoft.com/office/drawing/2014/main" id="{08C6D196-73AA-41D0-9DB2-B711CFB022EF}"/>
              </a:ext>
            </a:extLst>
          </p:cNvPr>
          <p:cNvPicPr>
            <a:picLocks noChangeAspect="1"/>
          </p:cNvPicPr>
          <p:nvPr/>
        </p:nvPicPr>
        <p:blipFill>
          <a:blip r:embed="rId3"/>
          <a:srcRect r="45091" b="50000"/>
          <a:stretch>
            <a:fillRect/>
          </a:stretch>
        </p:blipFill>
        <p:spPr>
          <a:xfrm>
            <a:off x="0" y="1235008"/>
            <a:ext cx="5020886" cy="2571750"/>
          </a:xfrm>
          <a:prstGeom prst="rect">
            <a:avLst/>
          </a:prstGeom>
          <a:ln w="38100">
            <a:solidFill>
              <a:schemeClr val="accent1"/>
            </a:solidFill>
          </a:ln>
        </p:spPr>
      </p:pic>
      <p:pic>
        <p:nvPicPr>
          <p:cNvPr id="12" name="Picture 11">
            <a:extLst>
              <a:ext uri="{FF2B5EF4-FFF2-40B4-BE49-F238E27FC236}">
                <a16:creationId xmlns:a16="http://schemas.microsoft.com/office/drawing/2014/main" id="{51924306-7FCD-DC24-5EE7-670D0649A709}"/>
              </a:ext>
            </a:extLst>
          </p:cNvPr>
          <p:cNvPicPr>
            <a:picLocks noChangeAspect="1"/>
          </p:cNvPicPr>
          <p:nvPr/>
        </p:nvPicPr>
        <p:blipFill>
          <a:blip r:embed="rId4"/>
          <a:srcRect l="38658" t="24092" r="38659" b="57133"/>
          <a:stretch>
            <a:fillRect/>
          </a:stretch>
        </p:blipFill>
        <p:spPr>
          <a:xfrm>
            <a:off x="5257824" y="1616245"/>
            <a:ext cx="3886176" cy="1809275"/>
          </a:xfrm>
          <a:prstGeom prst="rect">
            <a:avLst/>
          </a:prstGeom>
          <a:ln w="38100">
            <a:solidFill>
              <a:schemeClr val="accent1"/>
            </a:solidFill>
          </a:ln>
        </p:spPr>
      </p:pic>
      <p:cxnSp>
        <p:nvCxnSpPr>
          <p:cNvPr id="15" name="Connector: Elbow 14">
            <a:extLst>
              <a:ext uri="{FF2B5EF4-FFF2-40B4-BE49-F238E27FC236}">
                <a16:creationId xmlns:a16="http://schemas.microsoft.com/office/drawing/2014/main" id="{958D8D89-9F4A-FAB3-9DE4-EF8AE1A7B7E5}"/>
              </a:ext>
            </a:extLst>
          </p:cNvPr>
          <p:cNvCxnSpPr>
            <a:stCxn id="6" idx="2"/>
            <a:endCxn id="12" idx="2"/>
          </p:cNvCxnSpPr>
          <p:nvPr/>
        </p:nvCxnSpPr>
        <p:spPr>
          <a:xfrm rot="5400000" flipH="1" flipV="1">
            <a:off x="4665058" y="1270904"/>
            <a:ext cx="381238" cy="4690469"/>
          </a:xfrm>
          <a:prstGeom prst="bentConnector3">
            <a:avLst>
              <a:gd name="adj1" fmla="val -59963"/>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743098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41D174B-B4A3-5D00-7804-3D19DF186FF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C05BB2A-EDDA-4670-E25A-234A582F4A8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35E5DF2-B8F4-F90A-C9EA-96C52B0FB199}"/>
              </a:ext>
            </a:extLst>
          </p:cNvPr>
          <p:cNvSpPr>
            <a:spLocks noGrp="1"/>
          </p:cNvSpPr>
          <p:nvPr>
            <p:ph type="sldNum" sz="quarter" idx="4"/>
          </p:nvPr>
        </p:nvSpPr>
        <p:spPr/>
        <p:txBody>
          <a:bodyPr/>
          <a:lstStyle/>
          <a:p>
            <a:fld id="{16A89BA3-132D-40E1-AAB4-CDCD0A14C216}" type="slidenum">
              <a:rPr lang="en-AU" smtClean="0"/>
              <a:pPr/>
              <a:t>55</a:t>
            </a:fld>
            <a:r>
              <a:rPr lang="en-AU"/>
              <a:t>  |</a:t>
            </a:r>
            <a:endParaRPr lang="en-AU" dirty="0"/>
          </a:p>
        </p:txBody>
      </p:sp>
      <p:sp>
        <p:nvSpPr>
          <p:cNvPr id="9" name="Text Placeholder 3">
            <a:extLst>
              <a:ext uri="{FF2B5EF4-FFF2-40B4-BE49-F238E27FC236}">
                <a16:creationId xmlns:a16="http://schemas.microsoft.com/office/drawing/2014/main" id="{9D70C2F5-69F7-7EDE-B860-DB063722B3D6}"/>
              </a:ext>
            </a:extLst>
          </p:cNvPr>
          <p:cNvSpPr>
            <a:spLocks noGrp="1"/>
          </p:cNvSpPr>
          <p:nvPr>
            <p:ph type="body" sz="quarter" idx="16"/>
          </p:nvPr>
        </p:nvSpPr>
        <p:spPr>
          <a:xfrm>
            <a:off x="0" y="-1"/>
            <a:ext cx="7348654" cy="882870"/>
          </a:xfrm>
        </p:spPr>
        <p:txBody>
          <a:bodyPr>
            <a:noAutofit/>
          </a:bodyPr>
          <a:lstStyle/>
          <a:p>
            <a:r>
              <a:rPr lang="en-US" sz="3200" dirty="0"/>
              <a:t>Hands-On Activity 4: Update “Cardio” Prices (+10%)</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E2E2A474-1044-F906-E691-E6742D9E606C}"/>
              </a:ext>
            </a:extLst>
          </p:cNvPr>
          <p:cNvSpPr txBox="1"/>
          <p:nvPr/>
        </p:nvSpPr>
        <p:spPr>
          <a:xfrm>
            <a:off x="0" y="1159726"/>
            <a:ext cx="7839307" cy="5196166"/>
          </a:xfrm>
          <a:prstGeom prst="rect">
            <a:avLst/>
          </a:prstGeom>
          <a:noFill/>
        </p:spPr>
        <p:txBody>
          <a:bodyPr wrap="square">
            <a:spAutoFit/>
          </a:bodyPr>
          <a:lstStyle/>
          <a:p>
            <a:pPr>
              <a:lnSpc>
                <a:spcPct val="150000"/>
              </a:lnSpc>
              <a:buNone/>
            </a:pPr>
            <a:r>
              <a:rPr lang="en-US" sz="2800" dirty="0">
                <a:latin typeface="Calibir"/>
              </a:rPr>
              <a:t>If we only update </a:t>
            </a:r>
            <a:r>
              <a:rPr lang="en-US" sz="2800" dirty="0" err="1">
                <a:latin typeface="Calibir"/>
              </a:rPr>
              <a:t>LengthOfTime</a:t>
            </a:r>
            <a:r>
              <a:rPr lang="en-US" sz="2800" dirty="0">
                <a:latin typeface="Calibir"/>
              </a:rPr>
              <a:t> instead:</a:t>
            </a:r>
          </a:p>
          <a:p>
            <a:pPr marL="714375" indent="-457200">
              <a:lnSpc>
                <a:spcPct val="150000"/>
              </a:lnSpc>
              <a:buFont typeface="Arial" panose="020B0604020202020204" pitchFamily="34" charset="0"/>
              <a:buChar char="•"/>
            </a:pPr>
            <a:r>
              <a:rPr lang="en-US" sz="2800" dirty="0">
                <a:latin typeface="Calibir"/>
              </a:rPr>
              <a:t>Add Classes only (we don’t need Reservations).</a:t>
            </a:r>
          </a:p>
          <a:p>
            <a:pPr marL="714375" indent="-457200">
              <a:lnSpc>
                <a:spcPct val="150000"/>
              </a:lnSpc>
              <a:buFont typeface="Arial" panose="020B0604020202020204" pitchFamily="34" charset="0"/>
              <a:buChar char="•"/>
            </a:pPr>
            <a:r>
              <a:rPr lang="en-US" sz="2800" dirty="0">
                <a:latin typeface="Calibir"/>
              </a:rPr>
              <a:t>Drag </a:t>
            </a:r>
            <a:r>
              <a:rPr lang="en-US" sz="2800" dirty="0" err="1">
                <a:latin typeface="Calibir"/>
              </a:rPr>
              <a:t>LengthOfTime</a:t>
            </a:r>
            <a:r>
              <a:rPr lang="en-US" sz="2800" dirty="0">
                <a:latin typeface="Calibir"/>
              </a:rPr>
              <a:t> to the grid.</a:t>
            </a:r>
          </a:p>
          <a:p>
            <a:pPr marL="714375" indent="-457200">
              <a:lnSpc>
                <a:spcPct val="150000"/>
              </a:lnSpc>
              <a:buFont typeface="Arial" panose="020B0604020202020204" pitchFamily="34" charset="0"/>
              <a:buChar char="•"/>
            </a:pPr>
            <a:r>
              <a:rPr lang="en-US" sz="2800" dirty="0">
                <a:latin typeface="Calibir"/>
              </a:rPr>
              <a:t>Update To: [</a:t>
            </a:r>
            <a:r>
              <a:rPr lang="en-US" sz="2800" dirty="0" err="1">
                <a:latin typeface="Calibir"/>
              </a:rPr>
              <a:t>LengthOfTime</a:t>
            </a:r>
            <a:r>
              <a:rPr lang="en-US" sz="2800" dirty="0">
                <a:latin typeface="Calibir"/>
              </a:rPr>
              <a:t>]*1.1</a:t>
            </a:r>
          </a:p>
          <a:p>
            <a:pPr marL="714375" indent="-457200">
              <a:lnSpc>
                <a:spcPct val="150000"/>
              </a:lnSpc>
              <a:buFont typeface="Arial" panose="020B0604020202020204" pitchFamily="34" charset="0"/>
              <a:buChar char="•"/>
            </a:pPr>
            <a:r>
              <a:rPr lang="en-US" sz="2800" dirty="0">
                <a:latin typeface="Calibir"/>
              </a:rPr>
              <a:t>Add </a:t>
            </a:r>
            <a:r>
              <a:rPr lang="en-US" sz="2800" dirty="0" err="1">
                <a:latin typeface="Calibir"/>
              </a:rPr>
              <a:t>TypeOfClass</a:t>
            </a:r>
            <a:r>
              <a:rPr lang="en-US" sz="2800" dirty="0">
                <a:latin typeface="Calibir"/>
              </a:rPr>
              <a:t> with Criteria </a:t>
            </a:r>
            <a:br>
              <a:rPr lang="en-US" sz="2800" dirty="0">
                <a:latin typeface="Calibir"/>
              </a:rPr>
            </a:br>
            <a:r>
              <a:rPr lang="en-US" sz="2800" dirty="0">
                <a:latin typeface="Calibir"/>
              </a:rPr>
              <a:t>"Cardio" as before.</a:t>
            </a:r>
          </a:p>
          <a:p>
            <a:pPr marL="714375" indent="-457200">
              <a:lnSpc>
                <a:spcPct val="150000"/>
              </a:lnSpc>
              <a:buFont typeface="Arial" panose="020B0604020202020204" pitchFamily="34" charset="0"/>
              <a:buChar char="•"/>
            </a:pPr>
            <a:r>
              <a:rPr lang="en-US" sz="2800" dirty="0">
                <a:latin typeface="Calibir"/>
              </a:rPr>
              <a:t>Run and save as QRY_Update_Cardio_Length10.</a:t>
            </a:r>
          </a:p>
        </p:txBody>
      </p:sp>
      <p:pic>
        <p:nvPicPr>
          <p:cNvPr id="8" name="Picture 7">
            <a:extLst>
              <a:ext uri="{FF2B5EF4-FFF2-40B4-BE49-F238E27FC236}">
                <a16:creationId xmlns:a16="http://schemas.microsoft.com/office/drawing/2014/main" id="{DF106974-9865-5720-827C-639D9829AC20}"/>
              </a:ext>
            </a:extLst>
          </p:cNvPr>
          <p:cNvPicPr>
            <a:picLocks noChangeAspect="1"/>
          </p:cNvPicPr>
          <p:nvPr/>
        </p:nvPicPr>
        <p:blipFill>
          <a:blip r:embed="rId3"/>
          <a:srcRect l="31220" t="21924" r="46829" b="22358"/>
          <a:stretch>
            <a:fillRect/>
          </a:stretch>
        </p:blipFill>
        <p:spPr>
          <a:xfrm>
            <a:off x="6980663" y="2575931"/>
            <a:ext cx="2163337" cy="3088763"/>
          </a:xfrm>
          <a:prstGeom prst="rect">
            <a:avLst/>
          </a:prstGeom>
        </p:spPr>
      </p:pic>
    </p:spTree>
    <p:extLst>
      <p:ext uri="{BB962C8B-B14F-4D97-AF65-F5344CB8AC3E}">
        <p14:creationId xmlns:p14="http://schemas.microsoft.com/office/powerpoint/2010/main" val="25848293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0BBD8FC-4C7C-FE10-7BD8-7C537765E49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E37167B-A05C-8B24-0AA2-50CFFCA5778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914C3E5-1F27-C61E-232A-73D61CC10F0E}"/>
              </a:ext>
            </a:extLst>
          </p:cNvPr>
          <p:cNvSpPr>
            <a:spLocks noGrp="1"/>
          </p:cNvSpPr>
          <p:nvPr>
            <p:ph type="sldNum" sz="quarter" idx="4"/>
          </p:nvPr>
        </p:nvSpPr>
        <p:spPr/>
        <p:txBody>
          <a:bodyPr/>
          <a:lstStyle/>
          <a:p>
            <a:fld id="{16A89BA3-132D-40E1-AAB4-CDCD0A14C216}" type="slidenum">
              <a:rPr lang="en-AU" smtClean="0"/>
              <a:pPr/>
              <a:t>56</a:t>
            </a:fld>
            <a:r>
              <a:rPr lang="en-AU"/>
              <a:t>  |</a:t>
            </a:r>
            <a:endParaRPr lang="en-AU" dirty="0"/>
          </a:p>
        </p:txBody>
      </p:sp>
      <p:sp>
        <p:nvSpPr>
          <p:cNvPr id="9" name="Text Placeholder 3">
            <a:extLst>
              <a:ext uri="{FF2B5EF4-FFF2-40B4-BE49-F238E27FC236}">
                <a16:creationId xmlns:a16="http://schemas.microsoft.com/office/drawing/2014/main" id="{21927BE4-F498-FD58-5FD4-65DE086F35A9}"/>
              </a:ext>
            </a:extLst>
          </p:cNvPr>
          <p:cNvSpPr>
            <a:spLocks noGrp="1"/>
          </p:cNvSpPr>
          <p:nvPr>
            <p:ph type="body" sz="quarter" idx="16"/>
          </p:nvPr>
        </p:nvSpPr>
        <p:spPr>
          <a:xfrm>
            <a:off x="0" y="-1"/>
            <a:ext cx="7348654" cy="502109"/>
          </a:xfrm>
        </p:spPr>
        <p:txBody>
          <a:bodyPr>
            <a:noAutofit/>
          </a:bodyPr>
          <a:lstStyle/>
          <a:p>
            <a:r>
              <a:rPr lang="en-US" sz="3200" dirty="0"/>
              <a:t>Research / Debate Questions</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F06CED09-6E27-F797-1928-F73C9A4A8D08}"/>
              </a:ext>
            </a:extLst>
          </p:cNvPr>
          <p:cNvSpPr txBox="1"/>
          <p:nvPr/>
        </p:nvSpPr>
        <p:spPr>
          <a:xfrm>
            <a:off x="0" y="1159726"/>
            <a:ext cx="9144000" cy="5193281"/>
          </a:xfrm>
          <a:prstGeom prst="rect">
            <a:avLst/>
          </a:prstGeom>
          <a:noFill/>
        </p:spPr>
        <p:txBody>
          <a:bodyPr wrap="square">
            <a:spAutoFit/>
          </a:bodyPr>
          <a:lstStyle/>
          <a:p>
            <a:pPr>
              <a:lnSpc>
                <a:spcPct val="150000"/>
              </a:lnSpc>
            </a:pPr>
            <a:r>
              <a:rPr lang="en-US" sz="2800" b="1" dirty="0">
                <a:latin typeface="Calibir"/>
              </a:rPr>
              <a:t>Q1:</a:t>
            </a:r>
            <a:r>
              <a:rPr lang="en-US" sz="2800" dirty="0">
                <a:latin typeface="Calibir"/>
              </a:rPr>
              <a:t> Why use QBE instead of writing SQL directly?</a:t>
            </a:r>
          </a:p>
          <a:p>
            <a:pPr>
              <a:lnSpc>
                <a:spcPct val="150000"/>
              </a:lnSpc>
            </a:pPr>
            <a:r>
              <a:rPr lang="en-US" sz="2800" dirty="0">
                <a:latin typeface="Calibir"/>
              </a:rPr>
              <a:t>Students: Easier for beginners, visual approach.</a:t>
            </a:r>
          </a:p>
          <a:p>
            <a:pPr>
              <a:lnSpc>
                <a:spcPct val="150000"/>
              </a:lnSpc>
            </a:pPr>
            <a:r>
              <a:rPr lang="en-US" sz="2800" b="1" dirty="0">
                <a:latin typeface="Calibir"/>
              </a:rPr>
              <a:t>Q2 (Debate):</a:t>
            </a:r>
            <a:r>
              <a:rPr lang="en-US" sz="2800" dirty="0">
                <a:latin typeface="Calibir"/>
              </a:rPr>
              <a:t> Should we allow cascade deletes?</a:t>
            </a:r>
          </a:p>
          <a:p>
            <a:pPr>
              <a:lnSpc>
                <a:spcPct val="150000"/>
              </a:lnSpc>
            </a:pPr>
            <a:r>
              <a:rPr lang="en-US" sz="2800" dirty="0">
                <a:latin typeface="Calibir"/>
              </a:rPr>
              <a:t>Yes: keeps DB clean.</a:t>
            </a:r>
            <a:br>
              <a:rPr lang="en-US" sz="2800" dirty="0">
                <a:latin typeface="Calibir"/>
              </a:rPr>
            </a:br>
            <a:r>
              <a:rPr lang="en-US" sz="2800" dirty="0">
                <a:latin typeface="Calibir"/>
              </a:rPr>
              <a:t>No: dangerous, may delete too much.</a:t>
            </a:r>
          </a:p>
          <a:p>
            <a:pPr>
              <a:lnSpc>
                <a:spcPct val="150000"/>
              </a:lnSpc>
            </a:pPr>
            <a:r>
              <a:rPr lang="en-US" sz="2800" b="1" dirty="0">
                <a:latin typeface="Calibir"/>
              </a:rPr>
              <a:t>Q3:</a:t>
            </a:r>
            <a:r>
              <a:rPr lang="en-US" sz="2800" dirty="0">
                <a:latin typeface="Calibir"/>
              </a:rPr>
              <a:t> Compare Access Queries vs Excel Filters.</a:t>
            </a:r>
          </a:p>
          <a:p>
            <a:pPr>
              <a:lnSpc>
                <a:spcPct val="150000"/>
              </a:lnSpc>
            </a:pPr>
            <a:r>
              <a:rPr lang="en-US" sz="2800" dirty="0">
                <a:latin typeface="Calibir"/>
              </a:rPr>
              <a:t>Access = reusable + relational.</a:t>
            </a:r>
            <a:br>
              <a:rPr lang="en-US" sz="2800" dirty="0">
                <a:latin typeface="Calibir"/>
              </a:rPr>
            </a:br>
            <a:r>
              <a:rPr lang="en-US" sz="2800" dirty="0">
                <a:latin typeface="Calibir"/>
              </a:rPr>
              <a:t>Excel = one-off + flat file.</a:t>
            </a:r>
          </a:p>
        </p:txBody>
      </p:sp>
    </p:spTree>
    <p:extLst>
      <p:ext uri="{BB962C8B-B14F-4D97-AF65-F5344CB8AC3E}">
        <p14:creationId xmlns:p14="http://schemas.microsoft.com/office/powerpoint/2010/main" val="716138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animEffect transition="in" filter="fade">
                                      <p:cBhvr>
                                        <p:cTn id="17" dur="1000"/>
                                        <p:tgtEl>
                                          <p:spTgt spid="5">
                                            <p:txEl>
                                              <p:pRg st="5" end="5"/>
                                            </p:txEl>
                                          </p:spTgt>
                                        </p:tgtEl>
                                      </p:cBhvr>
                                    </p:animEffect>
                                    <p:anim calcmode="lin" valueType="num">
                                      <p:cBhvr>
                                        <p:cTn id="1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EC2B67C-6FD5-FFAF-A995-27EA899703B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9EA615B-3ED5-13FF-D1C0-03D88962875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F57EBBA-6851-AC41-E9EA-860B272CA59C}"/>
              </a:ext>
            </a:extLst>
          </p:cNvPr>
          <p:cNvSpPr>
            <a:spLocks noGrp="1"/>
          </p:cNvSpPr>
          <p:nvPr>
            <p:ph type="sldNum" sz="quarter" idx="4"/>
          </p:nvPr>
        </p:nvSpPr>
        <p:spPr/>
        <p:txBody>
          <a:bodyPr/>
          <a:lstStyle/>
          <a:p>
            <a:fld id="{16A89BA3-132D-40E1-AAB4-CDCD0A14C216}" type="slidenum">
              <a:rPr lang="en-AU" smtClean="0"/>
              <a:pPr/>
              <a:t>57</a:t>
            </a:fld>
            <a:r>
              <a:rPr lang="en-AU"/>
              <a:t>  |</a:t>
            </a:r>
            <a:endParaRPr lang="en-AU" dirty="0"/>
          </a:p>
        </p:txBody>
      </p:sp>
      <p:sp>
        <p:nvSpPr>
          <p:cNvPr id="9" name="Text Placeholder 3">
            <a:extLst>
              <a:ext uri="{FF2B5EF4-FFF2-40B4-BE49-F238E27FC236}">
                <a16:creationId xmlns:a16="http://schemas.microsoft.com/office/drawing/2014/main" id="{D2C0B14A-84E4-8E30-1178-C302D7ACDDC5}"/>
              </a:ext>
            </a:extLst>
          </p:cNvPr>
          <p:cNvSpPr>
            <a:spLocks noGrp="1"/>
          </p:cNvSpPr>
          <p:nvPr>
            <p:ph type="body" sz="quarter" idx="16"/>
          </p:nvPr>
        </p:nvSpPr>
        <p:spPr>
          <a:xfrm>
            <a:off x="0" y="-1"/>
            <a:ext cx="7348654" cy="502109"/>
          </a:xfrm>
        </p:spPr>
        <p:txBody>
          <a:bodyPr>
            <a:noAutofit/>
          </a:bodyPr>
          <a:lstStyle/>
          <a:p>
            <a:r>
              <a:rPr lang="en-US" sz="3200" dirty="0"/>
              <a:t>Preparation for Tutorial Week 6</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3C95BC56-D7A5-A7F1-234D-FFF420E7A71A}"/>
              </a:ext>
            </a:extLst>
          </p:cNvPr>
          <p:cNvSpPr txBox="1"/>
          <p:nvPr/>
        </p:nvSpPr>
        <p:spPr>
          <a:xfrm>
            <a:off x="0" y="1477248"/>
            <a:ext cx="9144000"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Install MS Access (if personal laptop) or use lab computers.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Download Pitt Fitness Database (provided on Canvas).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Add to Trusted Locations in Access (to avoid security warning).</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Check that tables open correctly (Customers, Classes, Reservations, etc.).</a:t>
            </a:r>
          </a:p>
        </p:txBody>
      </p:sp>
    </p:spTree>
    <p:extLst>
      <p:ext uri="{BB962C8B-B14F-4D97-AF65-F5344CB8AC3E}">
        <p14:creationId xmlns:p14="http://schemas.microsoft.com/office/powerpoint/2010/main" val="2155927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8575CFC-3282-4A15-D021-EBF6804BC57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F3CF660-4903-C4C3-780C-1B6C2F42C07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7834140-06C7-B671-CF56-904C74F950B4}"/>
              </a:ext>
            </a:extLst>
          </p:cNvPr>
          <p:cNvSpPr>
            <a:spLocks noGrp="1"/>
          </p:cNvSpPr>
          <p:nvPr>
            <p:ph type="sldNum" sz="quarter" idx="4"/>
          </p:nvPr>
        </p:nvSpPr>
        <p:spPr/>
        <p:txBody>
          <a:bodyPr/>
          <a:lstStyle/>
          <a:p>
            <a:fld id="{16A89BA3-132D-40E1-AAB4-CDCD0A14C216}" type="slidenum">
              <a:rPr lang="en-AU" smtClean="0"/>
              <a:pPr/>
              <a:t>58</a:t>
            </a:fld>
            <a:r>
              <a:rPr lang="en-AU"/>
              <a:t>  |</a:t>
            </a:r>
            <a:endParaRPr lang="en-AU" dirty="0"/>
          </a:p>
        </p:txBody>
      </p:sp>
      <p:sp>
        <p:nvSpPr>
          <p:cNvPr id="9" name="Text Placeholder 3">
            <a:extLst>
              <a:ext uri="{FF2B5EF4-FFF2-40B4-BE49-F238E27FC236}">
                <a16:creationId xmlns:a16="http://schemas.microsoft.com/office/drawing/2014/main" id="{4DD2BF13-2824-1A9E-CAEE-483467A1D5F0}"/>
              </a:ext>
            </a:extLst>
          </p:cNvPr>
          <p:cNvSpPr>
            <a:spLocks noGrp="1"/>
          </p:cNvSpPr>
          <p:nvPr>
            <p:ph type="body" sz="quarter" idx="16"/>
          </p:nvPr>
        </p:nvSpPr>
        <p:spPr>
          <a:xfrm>
            <a:off x="0" y="-1"/>
            <a:ext cx="7348654" cy="502109"/>
          </a:xfrm>
        </p:spPr>
        <p:txBody>
          <a:bodyPr>
            <a:noAutofit/>
          </a:bodyPr>
          <a:lstStyle/>
          <a:p>
            <a:r>
              <a:rPr lang="en-US" sz="3200" dirty="0"/>
              <a:t>Preparation for Tutorial Week 6</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07513EFB-FC41-BDC2-AFF3-6B9CBB692CB3}"/>
              </a:ext>
            </a:extLst>
          </p:cNvPr>
          <p:cNvSpPr txBox="1"/>
          <p:nvPr/>
        </p:nvSpPr>
        <p:spPr>
          <a:xfrm>
            <a:off x="0" y="791084"/>
            <a:ext cx="9144000" cy="5637121"/>
          </a:xfrm>
          <a:prstGeom prst="rect">
            <a:avLst/>
          </a:prstGeom>
          <a:noFill/>
        </p:spPr>
        <p:txBody>
          <a:bodyPr wrap="square">
            <a:spAutoFit/>
          </a:bodyPr>
          <a:lstStyle/>
          <a:p>
            <a:pPr>
              <a:lnSpc>
                <a:spcPct val="150000"/>
              </a:lnSpc>
            </a:pPr>
            <a:r>
              <a:rPr lang="en-US" sz="2700" b="1" dirty="0">
                <a:latin typeface="Calibir"/>
              </a:rPr>
              <a:t>What to Do</a:t>
            </a:r>
          </a:p>
          <a:p>
            <a:pPr marL="514350" indent="-514350">
              <a:lnSpc>
                <a:spcPct val="150000"/>
              </a:lnSpc>
              <a:buFont typeface="+mj-lt"/>
              <a:buAutoNum type="arabicPeriod"/>
            </a:pPr>
            <a:r>
              <a:rPr lang="en-US" sz="2700" b="1" dirty="0">
                <a:latin typeface="Calibir"/>
              </a:rPr>
              <a:t>Download &amp; Open the Pitt Fitness Database</a:t>
            </a:r>
          </a:p>
          <a:p>
            <a:pPr marL="914400" lvl="1" indent="-457200">
              <a:lnSpc>
                <a:spcPct val="150000"/>
              </a:lnSpc>
              <a:buFont typeface="Arial" panose="020B0604020202020204" pitchFamily="34" charset="0"/>
              <a:buChar char="•"/>
            </a:pPr>
            <a:r>
              <a:rPr lang="en-US" sz="2700" dirty="0">
                <a:latin typeface="Calibir"/>
              </a:rPr>
              <a:t>Use the file provided (Pitt Fitness.accdb).</a:t>
            </a:r>
          </a:p>
          <a:p>
            <a:pPr marL="914400" lvl="1" indent="-457200">
              <a:lnSpc>
                <a:spcPct val="150000"/>
              </a:lnSpc>
              <a:buFont typeface="Arial" panose="020B0604020202020204" pitchFamily="34" charset="0"/>
              <a:buChar char="•"/>
            </a:pPr>
            <a:r>
              <a:rPr lang="en-US" sz="2700" dirty="0">
                <a:latin typeface="Calibir"/>
              </a:rPr>
              <a:t>If Access shows a security warning, enable content or add the folder to Trusted Locations.</a:t>
            </a:r>
          </a:p>
          <a:p>
            <a:pPr marL="514350" indent="-514350">
              <a:lnSpc>
                <a:spcPct val="150000"/>
              </a:lnSpc>
              <a:buFont typeface="+mj-lt"/>
              <a:buAutoNum type="arabicPeriod"/>
            </a:pPr>
            <a:r>
              <a:rPr lang="en-US" sz="2700" b="1" dirty="0">
                <a:latin typeface="Calibir"/>
              </a:rPr>
              <a:t>Create Queries in Access</a:t>
            </a:r>
          </a:p>
          <a:p>
            <a:pPr marL="914400" lvl="1" indent="-457200">
              <a:lnSpc>
                <a:spcPct val="150000"/>
              </a:lnSpc>
              <a:buFont typeface="Arial" panose="020B0604020202020204" pitchFamily="34" charset="0"/>
              <a:buChar char="•"/>
            </a:pPr>
            <a:r>
              <a:rPr lang="en-US" sz="2700" dirty="0">
                <a:latin typeface="Calibir"/>
              </a:rPr>
              <a:t>You must build Query1 to Query10 (Query11 is optional).</a:t>
            </a:r>
          </a:p>
          <a:p>
            <a:pPr marL="914400" lvl="1" indent="-457200">
              <a:lnSpc>
                <a:spcPct val="150000"/>
              </a:lnSpc>
              <a:buFont typeface="Arial" panose="020B0604020202020204" pitchFamily="34" charset="0"/>
              <a:buChar char="•"/>
            </a:pPr>
            <a:r>
              <a:rPr lang="en-US" sz="2700" dirty="0">
                <a:latin typeface="Calibir"/>
              </a:rPr>
              <a:t>Each query must be saved with a meaningful name (e.g., QRY_CustomersOnJuly1).</a:t>
            </a:r>
          </a:p>
        </p:txBody>
      </p:sp>
    </p:spTree>
    <p:extLst>
      <p:ext uri="{BB962C8B-B14F-4D97-AF65-F5344CB8AC3E}">
        <p14:creationId xmlns:p14="http://schemas.microsoft.com/office/powerpoint/2010/main" val="9351481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D0D5F6D-56B5-0835-BAAE-EB2D1F695C7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5FA4145-A17C-A174-9EB0-B598D8C95EE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953269-3953-A96D-96A0-996064701209}"/>
              </a:ext>
            </a:extLst>
          </p:cNvPr>
          <p:cNvSpPr>
            <a:spLocks noGrp="1"/>
          </p:cNvSpPr>
          <p:nvPr>
            <p:ph type="sldNum" sz="quarter" idx="4"/>
          </p:nvPr>
        </p:nvSpPr>
        <p:spPr/>
        <p:txBody>
          <a:bodyPr/>
          <a:lstStyle/>
          <a:p>
            <a:fld id="{16A89BA3-132D-40E1-AAB4-CDCD0A14C216}" type="slidenum">
              <a:rPr lang="en-AU" smtClean="0"/>
              <a:pPr/>
              <a:t>59</a:t>
            </a:fld>
            <a:r>
              <a:rPr lang="en-AU"/>
              <a:t>  |</a:t>
            </a:r>
            <a:endParaRPr lang="en-AU" dirty="0"/>
          </a:p>
        </p:txBody>
      </p:sp>
      <p:sp>
        <p:nvSpPr>
          <p:cNvPr id="9" name="Text Placeholder 3">
            <a:extLst>
              <a:ext uri="{FF2B5EF4-FFF2-40B4-BE49-F238E27FC236}">
                <a16:creationId xmlns:a16="http://schemas.microsoft.com/office/drawing/2014/main" id="{CB316DC9-5611-D815-F69F-4D50D0DA0E92}"/>
              </a:ext>
            </a:extLst>
          </p:cNvPr>
          <p:cNvSpPr>
            <a:spLocks noGrp="1"/>
          </p:cNvSpPr>
          <p:nvPr>
            <p:ph type="body" sz="quarter" idx="16"/>
          </p:nvPr>
        </p:nvSpPr>
        <p:spPr>
          <a:xfrm>
            <a:off x="0" y="-1"/>
            <a:ext cx="7348654" cy="502109"/>
          </a:xfrm>
        </p:spPr>
        <p:txBody>
          <a:bodyPr>
            <a:noAutofit/>
          </a:bodyPr>
          <a:lstStyle/>
          <a:p>
            <a:r>
              <a:rPr lang="en-US" sz="3200" dirty="0"/>
              <a:t>Preparation for Tutorial Week 6</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CF5246D2-83A5-0D18-A6D8-0C6CE836E774}"/>
              </a:ext>
            </a:extLst>
          </p:cNvPr>
          <p:cNvSpPr txBox="1"/>
          <p:nvPr/>
        </p:nvSpPr>
        <p:spPr>
          <a:xfrm>
            <a:off x="0" y="791084"/>
            <a:ext cx="9144000" cy="6129050"/>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mj-lt"/>
              <a:buAutoNum type="arabicPeriod" startAt="3"/>
            </a:pPr>
            <a:r>
              <a:rPr lang="en-US" altLang="en-US" sz="2400" b="1" dirty="0">
                <a:latin typeface="Calibir"/>
              </a:rPr>
              <a:t>Follow the Criteria Carefully</a:t>
            </a:r>
          </a:p>
          <a:p>
            <a:pPr marL="800100" lvl="1" indent="-342900" eaLnBrk="0" fontAlgn="base" hangingPunct="0">
              <a:lnSpc>
                <a:spcPct val="150000"/>
              </a:lnSpc>
              <a:spcBef>
                <a:spcPct val="0"/>
              </a:spcBef>
              <a:spcAft>
                <a:spcPct val="0"/>
              </a:spcAft>
              <a:buFont typeface="Arial" panose="020B0604020202020204" pitchFamily="34" charset="0"/>
              <a:buChar char="•"/>
            </a:pPr>
            <a:r>
              <a:rPr lang="en-US" altLang="en-US" sz="2400" dirty="0">
                <a:latin typeface="Calibir"/>
              </a:rPr>
              <a:t>Example: Query 1 needs customers with reservations on 1/7/2021.</a:t>
            </a:r>
            <a:br>
              <a:rPr lang="en-US" altLang="en-US" sz="2400" dirty="0">
                <a:latin typeface="Calibir"/>
              </a:rPr>
            </a:br>
            <a:r>
              <a:rPr lang="en-US" altLang="en-US" sz="2400" dirty="0">
                <a:latin typeface="Calibir"/>
              </a:rPr>
              <a:t>→ Add Customers + Reservations tables, filter </a:t>
            </a:r>
            <a:r>
              <a:rPr lang="en-US" altLang="en-US" sz="2400" dirty="0" err="1">
                <a:latin typeface="Calibir"/>
              </a:rPr>
              <a:t>ClassDate</a:t>
            </a:r>
            <a:r>
              <a:rPr lang="en-US" altLang="en-US" sz="2400" dirty="0">
                <a:latin typeface="Calibir"/>
              </a:rPr>
              <a:t> = 1/7/2021.</a:t>
            </a:r>
          </a:p>
          <a:p>
            <a:pPr marL="800100" lvl="1" indent="-342900" eaLnBrk="0" fontAlgn="base" hangingPunct="0">
              <a:lnSpc>
                <a:spcPct val="150000"/>
              </a:lnSpc>
              <a:spcBef>
                <a:spcPct val="0"/>
              </a:spcBef>
              <a:spcAft>
                <a:spcPct val="0"/>
              </a:spcAft>
              <a:buFont typeface="Arial" panose="020B0604020202020204" pitchFamily="34" charset="0"/>
              <a:buChar char="•"/>
            </a:pPr>
            <a:r>
              <a:rPr lang="en-US" altLang="en-US" sz="2400" dirty="0">
                <a:latin typeface="Calibir"/>
              </a:rPr>
              <a:t>Use Select queries for listing data, and Update/Delete/Append/Make-Table queries for Action tasks.</a:t>
            </a:r>
          </a:p>
          <a:p>
            <a:pPr marL="457200" lvl="0" indent="-457200" eaLnBrk="0" fontAlgn="base" hangingPunct="0">
              <a:lnSpc>
                <a:spcPct val="150000"/>
              </a:lnSpc>
              <a:spcBef>
                <a:spcPct val="0"/>
              </a:spcBef>
              <a:spcAft>
                <a:spcPct val="0"/>
              </a:spcAft>
              <a:buFont typeface="+mj-lt"/>
              <a:buAutoNum type="arabicPeriod" startAt="4"/>
            </a:pPr>
            <a:r>
              <a:rPr lang="en-US" altLang="en-US" sz="2400" b="1" dirty="0">
                <a:latin typeface="Calibir"/>
              </a:rPr>
              <a:t>Check Results Before Saving</a:t>
            </a:r>
          </a:p>
          <a:p>
            <a:pPr marL="800100" lvl="1" indent="-342900" eaLnBrk="0" fontAlgn="base" hangingPunct="0">
              <a:lnSpc>
                <a:spcPct val="150000"/>
              </a:lnSpc>
              <a:spcBef>
                <a:spcPct val="0"/>
              </a:spcBef>
              <a:spcAft>
                <a:spcPct val="0"/>
              </a:spcAft>
              <a:buFont typeface="Arial" panose="020B0604020202020204" pitchFamily="34" charset="0"/>
              <a:buChar char="•"/>
            </a:pPr>
            <a:r>
              <a:rPr lang="en-US" altLang="en-US" sz="2400" dirty="0">
                <a:latin typeface="Calibir"/>
              </a:rPr>
              <a:t>Always switch to Datasheet View to confirm that results look correct.</a:t>
            </a:r>
          </a:p>
          <a:p>
            <a:pPr marL="800100" lvl="1" indent="-342900" eaLnBrk="0" fontAlgn="base" hangingPunct="0">
              <a:lnSpc>
                <a:spcPct val="150000"/>
              </a:lnSpc>
              <a:spcBef>
                <a:spcPct val="0"/>
              </a:spcBef>
              <a:spcAft>
                <a:spcPct val="0"/>
              </a:spcAft>
              <a:buFont typeface="Arial" panose="020B0604020202020204" pitchFamily="34" charset="0"/>
              <a:buChar char="•"/>
            </a:pPr>
            <a:r>
              <a:rPr lang="en-US" altLang="en-US" sz="2400" dirty="0">
                <a:latin typeface="Calibir"/>
              </a:rPr>
              <a:t>If the query shows too many or no rows, check your criteria.</a:t>
            </a:r>
          </a:p>
        </p:txBody>
      </p:sp>
    </p:spTree>
    <p:extLst>
      <p:ext uri="{BB962C8B-B14F-4D97-AF65-F5344CB8AC3E}">
        <p14:creationId xmlns:p14="http://schemas.microsoft.com/office/powerpoint/2010/main" val="4914845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FDA1EC8-FFA4-7676-45C9-258AD40CB46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03C4540-E5F5-06FB-B4C1-2EB2C6AF41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C6DF722-42BB-8910-4729-CFEE23101C61}"/>
              </a:ext>
            </a:extLst>
          </p:cNvPr>
          <p:cNvSpPr>
            <a:spLocks noGrp="1"/>
          </p:cNvSpPr>
          <p:nvPr>
            <p:ph type="sldNum" sz="quarter" idx="4"/>
          </p:nvPr>
        </p:nvSpPr>
        <p:spPr/>
        <p:txBody>
          <a:bodyPr/>
          <a:lstStyle/>
          <a:p>
            <a:fld id="{16A89BA3-132D-40E1-AAB4-CDCD0A14C216}" type="slidenum">
              <a:rPr lang="en-AU" smtClean="0"/>
              <a:pPr/>
              <a:t>60</a:t>
            </a:fld>
            <a:r>
              <a:rPr lang="en-AU"/>
              <a:t>  |</a:t>
            </a:r>
            <a:endParaRPr lang="en-AU" dirty="0"/>
          </a:p>
        </p:txBody>
      </p:sp>
      <p:sp>
        <p:nvSpPr>
          <p:cNvPr id="9" name="Text Placeholder 3">
            <a:extLst>
              <a:ext uri="{FF2B5EF4-FFF2-40B4-BE49-F238E27FC236}">
                <a16:creationId xmlns:a16="http://schemas.microsoft.com/office/drawing/2014/main" id="{2B0E66E2-32D5-C26E-C1A1-0D28E01BD245}"/>
              </a:ext>
            </a:extLst>
          </p:cNvPr>
          <p:cNvSpPr>
            <a:spLocks noGrp="1"/>
          </p:cNvSpPr>
          <p:nvPr>
            <p:ph type="body" sz="quarter" idx="16"/>
          </p:nvPr>
        </p:nvSpPr>
        <p:spPr>
          <a:xfrm>
            <a:off x="0" y="-1"/>
            <a:ext cx="7348654" cy="502109"/>
          </a:xfrm>
        </p:spPr>
        <p:txBody>
          <a:bodyPr>
            <a:noAutofit/>
          </a:bodyPr>
          <a:lstStyle/>
          <a:p>
            <a:r>
              <a:rPr lang="en-US" sz="3200" dirty="0"/>
              <a:t>Preparation for Tutorial Week 6</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827036D-6984-5886-BC87-FA326B641530}"/>
              </a:ext>
            </a:extLst>
          </p:cNvPr>
          <p:cNvSpPr txBox="1"/>
          <p:nvPr/>
        </p:nvSpPr>
        <p:spPr>
          <a:xfrm>
            <a:off x="0" y="791084"/>
            <a:ext cx="9144000" cy="5196166"/>
          </a:xfrm>
          <a:prstGeom prst="rect">
            <a:avLst/>
          </a:prstGeom>
          <a:solidFill>
            <a:schemeClr val="bg1"/>
          </a:solidFill>
        </p:spPr>
        <p:txBody>
          <a:bodyPr wrap="square">
            <a:spAutoFit/>
          </a:bodyPr>
          <a:lstStyle/>
          <a:p>
            <a:pPr marL="514350" indent="-514350">
              <a:lnSpc>
                <a:spcPct val="150000"/>
              </a:lnSpc>
              <a:buFont typeface="+mj-lt"/>
              <a:buAutoNum type="arabicPeriod" startAt="5"/>
            </a:pPr>
            <a:r>
              <a:rPr lang="en-US" sz="2800" b="1" dirty="0">
                <a:latin typeface="Calibir"/>
              </a:rPr>
              <a:t>Save &amp; Name Your Queries</a:t>
            </a:r>
          </a:p>
          <a:p>
            <a:pPr marL="914400" lvl="1" indent="-457200">
              <a:lnSpc>
                <a:spcPct val="150000"/>
              </a:lnSpc>
              <a:buFont typeface="Arial" panose="020B0604020202020204" pitchFamily="34" charset="0"/>
              <a:buChar char="•"/>
            </a:pPr>
            <a:r>
              <a:rPr lang="en-US" sz="2800" dirty="0">
                <a:latin typeface="Calibir"/>
              </a:rPr>
              <a:t>Use names that match the task. Example: </a:t>
            </a:r>
            <a:r>
              <a:rPr lang="en-US" sz="2800" dirty="0" err="1">
                <a:latin typeface="Calibir"/>
              </a:rPr>
              <a:t>QRY_Cardio_WedFri</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Avoid leaving queries as Query1, Query2—that’s messy.</a:t>
            </a:r>
          </a:p>
          <a:p>
            <a:pPr marL="514350" indent="-514350">
              <a:lnSpc>
                <a:spcPct val="150000"/>
              </a:lnSpc>
              <a:buFont typeface="+mj-lt"/>
              <a:buAutoNum type="arabicPeriod" startAt="6"/>
            </a:pPr>
            <a:r>
              <a:rPr lang="en-US" sz="2800" b="1" dirty="0">
                <a:latin typeface="Calibir"/>
              </a:rPr>
              <a:t>Submit Your Database</a:t>
            </a:r>
          </a:p>
          <a:p>
            <a:pPr marL="914400" lvl="1" indent="-457200">
              <a:lnSpc>
                <a:spcPct val="150000"/>
              </a:lnSpc>
              <a:buFont typeface="Arial" panose="020B0604020202020204" pitchFamily="34" charset="0"/>
              <a:buChar char="•"/>
            </a:pPr>
            <a:r>
              <a:rPr lang="en-US" sz="2800" dirty="0">
                <a:latin typeface="Calibir"/>
              </a:rPr>
              <a:t>Submit the updated Access file (.</a:t>
            </a:r>
            <a:r>
              <a:rPr lang="en-US" sz="2800" dirty="0" err="1">
                <a:latin typeface="Calibir"/>
              </a:rPr>
              <a:t>accdb</a:t>
            </a:r>
            <a:r>
              <a:rPr lang="en-US" sz="2800" dirty="0">
                <a:latin typeface="Calibir"/>
              </a:rPr>
              <a:t>) with all queries saved inside.</a:t>
            </a:r>
          </a:p>
          <a:p>
            <a:pPr marL="914400" lvl="1" indent="-457200">
              <a:lnSpc>
                <a:spcPct val="150000"/>
              </a:lnSpc>
              <a:buFont typeface="Arial" panose="020B0604020202020204" pitchFamily="34" charset="0"/>
              <a:buChar char="•"/>
            </a:pPr>
            <a:r>
              <a:rPr lang="en-US" sz="2800" dirty="0">
                <a:latin typeface="Calibir"/>
              </a:rPr>
              <a:t>Keep a backup copy in case something goes wrong.</a:t>
            </a:r>
          </a:p>
        </p:txBody>
      </p:sp>
    </p:spTree>
    <p:extLst>
      <p:ext uri="{BB962C8B-B14F-4D97-AF65-F5344CB8AC3E}">
        <p14:creationId xmlns:p14="http://schemas.microsoft.com/office/powerpoint/2010/main" val="31834980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21A4DA0-2EBF-A780-96B7-8B68C5F157D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306F54D-FB56-155B-245C-0E0AFAEBA69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08369C6-3A04-0293-7931-B5C5183CAF42}"/>
              </a:ext>
            </a:extLst>
          </p:cNvPr>
          <p:cNvSpPr>
            <a:spLocks noGrp="1"/>
          </p:cNvSpPr>
          <p:nvPr>
            <p:ph type="sldNum" sz="quarter" idx="4"/>
          </p:nvPr>
        </p:nvSpPr>
        <p:spPr/>
        <p:txBody>
          <a:bodyPr/>
          <a:lstStyle/>
          <a:p>
            <a:fld id="{16A89BA3-132D-40E1-AAB4-CDCD0A14C216}" type="slidenum">
              <a:rPr lang="en-AU" smtClean="0"/>
              <a:pPr/>
              <a:t>61</a:t>
            </a:fld>
            <a:r>
              <a:rPr lang="en-AU"/>
              <a:t>  |</a:t>
            </a:r>
            <a:endParaRPr lang="en-AU" dirty="0"/>
          </a:p>
        </p:txBody>
      </p:sp>
      <p:sp>
        <p:nvSpPr>
          <p:cNvPr id="9" name="Text Placeholder 3">
            <a:extLst>
              <a:ext uri="{FF2B5EF4-FFF2-40B4-BE49-F238E27FC236}">
                <a16:creationId xmlns:a16="http://schemas.microsoft.com/office/drawing/2014/main" id="{3C05E149-E689-F9A3-4B56-BB4B313D78EE}"/>
              </a:ext>
            </a:extLst>
          </p:cNvPr>
          <p:cNvSpPr>
            <a:spLocks noGrp="1"/>
          </p:cNvSpPr>
          <p:nvPr>
            <p:ph type="body" sz="quarter" idx="16"/>
          </p:nvPr>
        </p:nvSpPr>
        <p:spPr>
          <a:xfrm>
            <a:off x="0" y="-1"/>
            <a:ext cx="7348654" cy="502109"/>
          </a:xfrm>
        </p:spPr>
        <p:txBody>
          <a:bodyPr>
            <a:noAutofit/>
          </a:bodyPr>
          <a:lstStyle/>
          <a:p>
            <a:r>
              <a:rPr lang="en-US" sz="3200" dirty="0"/>
              <a:t>Preparation for Tutorial Week 6</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3BCE6DE1-97CC-BB87-E061-85D5AB5D1FBD}"/>
              </a:ext>
            </a:extLst>
          </p:cNvPr>
          <p:cNvSpPr txBox="1"/>
          <p:nvPr/>
        </p:nvSpPr>
        <p:spPr>
          <a:xfrm>
            <a:off x="0" y="791084"/>
            <a:ext cx="9144000" cy="5226431"/>
          </a:xfrm>
          <a:prstGeom prst="rect">
            <a:avLst/>
          </a:prstGeom>
          <a:solidFill>
            <a:schemeClr val="bg1"/>
          </a:solidFill>
        </p:spPr>
        <p:txBody>
          <a:bodyPr wrap="square">
            <a:spAutoFit/>
          </a:bodyPr>
          <a:lstStyle/>
          <a:p>
            <a:pPr>
              <a:lnSpc>
                <a:spcPct val="150000"/>
              </a:lnSpc>
            </a:pPr>
            <a:r>
              <a:rPr lang="en-US" sz="2500" b="1" dirty="0">
                <a:latin typeface="Calibir"/>
              </a:rPr>
              <a:t>What to Avoid</a:t>
            </a:r>
          </a:p>
          <a:p>
            <a:pPr marL="623888" indent="-342900">
              <a:lnSpc>
                <a:spcPct val="150000"/>
              </a:lnSpc>
              <a:buFont typeface="Arial" panose="020B0604020202020204" pitchFamily="34" charset="0"/>
              <a:buChar char="•"/>
            </a:pPr>
            <a:r>
              <a:rPr lang="en-US" sz="2500" b="1" dirty="0">
                <a:latin typeface="Calibir"/>
              </a:rPr>
              <a:t>Do not overwrite tables</a:t>
            </a:r>
            <a:r>
              <a:rPr lang="en-US" sz="2500" dirty="0">
                <a:latin typeface="Calibir"/>
              </a:rPr>
              <a:t> when testing action queries—always check which table you’re updating.</a:t>
            </a:r>
          </a:p>
          <a:p>
            <a:pPr marL="623888" indent="-342900">
              <a:lnSpc>
                <a:spcPct val="150000"/>
              </a:lnSpc>
              <a:buFont typeface="Arial" panose="020B0604020202020204" pitchFamily="34" charset="0"/>
              <a:buChar char="•"/>
            </a:pPr>
            <a:r>
              <a:rPr lang="en-US" sz="2500" b="1" dirty="0">
                <a:latin typeface="Calibir"/>
              </a:rPr>
              <a:t>Do not submit screenshots</a:t>
            </a:r>
            <a:r>
              <a:rPr lang="en-US" sz="2500" dirty="0">
                <a:latin typeface="Calibir"/>
              </a:rPr>
              <a:t> of queries instead of the Access file.</a:t>
            </a:r>
          </a:p>
          <a:p>
            <a:pPr marL="623888" indent="-342900">
              <a:lnSpc>
                <a:spcPct val="150000"/>
              </a:lnSpc>
              <a:buFont typeface="Arial" panose="020B0604020202020204" pitchFamily="34" charset="0"/>
              <a:buChar char="•"/>
            </a:pPr>
            <a:r>
              <a:rPr lang="en-US" sz="2500" b="1" dirty="0">
                <a:latin typeface="Calibir"/>
              </a:rPr>
              <a:t>Do not leave default query names</a:t>
            </a:r>
            <a:r>
              <a:rPr lang="en-US" sz="2500" dirty="0">
                <a:latin typeface="Calibir"/>
              </a:rPr>
              <a:t> (Query1, Query2)—this loses marks.</a:t>
            </a:r>
          </a:p>
          <a:p>
            <a:pPr marL="623888" indent="-342900">
              <a:lnSpc>
                <a:spcPct val="150000"/>
              </a:lnSpc>
              <a:buFont typeface="Arial" panose="020B0604020202020204" pitchFamily="34" charset="0"/>
              <a:buChar char="•"/>
            </a:pPr>
            <a:r>
              <a:rPr lang="en-US" sz="2500" b="1" dirty="0">
                <a:latin typeface="Calibir"/>
              </a:rPr>
              <a:t>Do not hardcode wrong values</a:t>
            </a:r>
            <a:r>
              <a:rPr lang="en-US" sz="2500" dirty="0">
                <a:latin typeface="Calibir"/>
              </a:rPr>
              <a:t> (e.g., typing "Raymond" without checking instructor spelling). Use exact data from the tables.</a:t>
            </a:r>
          </a:p>
          <a:p>
            <a:pPr marL="623888" indent="-342900">
              <a:lnSpc>
                <a:spcPct val="150000"/>
              </a:lnSpc>
              <a:buFont typeface="Arial" panose="020B0604020202020204" pitchFamily="34" charset="0"/>
              <a:buChar char="•"/>
            </a:pPr>
            <a:r>
              <a:rPr lang="en-US" sz="2500" b="1" dirty="0">
                <a:latin typeface="Calibir"/>
              </a:rPr>
              <a:t>Do not delete original tables</a:t>
            </a:r>
            <a:r>
              <a:rPr lang="en-US" sz="2500" dirty="0">
                <a:latin typeface="Calibir"/>
              </a:rPr>
              <a:t>—only work with queries.</a:t>
            </a:r>
          </a:p>
        </p:txBody>
      </p:sp>
    </p:spTree>
    <p:extLst>
      <p:ext uri="{BB962C8B-B14F-4D97-AF65-F5344CB8AC3E}">
        <p14:creationId xmlns:p14="http://schemas.microsoft.com/office/powerpoint/2010/main" val="300369223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038054A-2398-F40D-8405-07958D72F05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618237D-61D2-1460-E0C3-05235890E0C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A20ACAF-0E05-D465-14C1-74A5AB485921}"/>
              </a:ext>
            </a:extLst>
          </p:cNvPr>
          <p:cNvSpPr>
            <a:spLocks noGrp="1"/>
          </p:cNvSpPr>
          <p:nvPr>
            <p:ph type="sldNum" sz="quarter" idx="4"/>
          </p:nvPr>
        </p:nvSpPr>
        <p:spPr/>
        <p:txBody>
          <a:bodyPr/>
          <a:lstStyle/>
          <a:p>
            <a:fld id="{16A89BA3-132D-40E1-AAB4-CDCD0A14C216}" type="slidenum">
              <a:rPr lang="en-AU" smtClean="0"/>
              <a:pPr/>
              <a:t>62</a:t>
            </a:fld>
            <a:r>
              <a:rPr lang="en-AU"/>
              <a:t>  |</a:t>
            </a:r>
            <a:endParaRPr lang="en-AU" dirty="0"/>
          </a:p>
        </p:txBody>
      </p:sp>
      <p:sp>
        <p:nvSpPr>
          <p:cNvPr id="9" name="Text Placeholder 3">
            <a:extLst>
              <a:ext uri="{FF2B5EF4-FFF2-40B4-BE49-F238E27FC236}">
                <a16:creationId xmlns:a16="http://schemas.microsoft.com/office/drawing/2014/main" id="{DD7769CE-F721-F3AC-7027-073D82FCD3C7}"/>
              </a:ext>
            </a:extLst>
          </p:cNvPr>
          <p:cNvSpPr>
            <a:spLocks noGrp="1"/>
          </p:cNvSpPr>
          <p:nvPr>
            <p:ph type="body" sz="quarter" idx="16"/>
          </p:nvPr>
        </p:nvSpPr>
        <p:spPr>
          <a:xfrm>
            <a:off x="0" y="-1"/>
            <a:ext cx="7348654" cy="502109"/>
          </a:xfrm>
        </p:spPr>
        <p:txBody>
          <a:bodyPr>
            <a:noAutofit/>
          </a:bodyPr>
          <a:lstStyle/>
          <a:p>
            <a:r>
              <a:rPr lang="en-US" sz="3200" dirty="0"/>
              <a:t>Preparation for Tutorial Week 6</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48DD085-A48B-4C46-3E52-7067BCC3380F}"/>
              </a:ext>
            </a:extLst>
          </p:cNvPr>
          <p:cNvSpPr txBox="1"/>
          <p:nvPr/>
        </p:nvSpPr>
        <p:spPr>
          <a:xfrm>
            <a:off x="0" y="791084"/>
            <a:ext cx="9144000" cy="3903504"/>
          </a:xfrm>
          <a:prstGeom prst="rect">
            <a:avLst/>
          </a:prstGeom>
          <a:solidFill>
            <a:schemeClr val="bg1"/>
          </a:solidFill>
        </p:spPr>
        <p:txBody>
          <a:bodyPr wrap="square">
            <a:spAutoFit/>
          </a:bodyPr>
          <a:lstStyle/>
          <a:p>
            <a:pPr>
              <a:lnSpc>
                <a:spcPct val="150000"/>
              </a:lnSpc>
            </a:pPr>
            <a:r>
              <a:rPr lang="en-US" sz="2800" b="1" dirty="0">
                <a:latin typeface="Calibir"/>
              </a:rPr>
              <a:t>What to Submit</a:t>
            </a:r>
          </a:p>
          <a:p>
            <a:pPr marL="457200" indent="-457200">
              <a:lnSpc>
                <a:spcPct val="150000"/>
              </a:lnSpc>
              <a:buFont typeface="Arial" panose="020B0604020202020204" pitchFamily="34" charset="0"/>
              <a:buChar char="•"/>
            </a:pPr>
            <a:r>
              <a:rPr lang="en-US" sz="2800" dirty="0">
                <a:latin typeface="Calibir"/>
              </a:rPr>
              <a:t>One Access database file (.</a:t>
            </a:r>
            <a:r>
              <a:rPr lang="en-US" sz="2800" dirty="0" err="1">
                <a:latin typeface="Calibir"/>
              </a:rPr>
              <a:t>accdb</a:t>
            </a:r>
            <a:r>
              <a:rPr lang="en-US" sz="2800" dirty="0">
                <a:latin typeface="Calibir"/>
              </a:rPr>
              <a:t>) with:</a:t>
            </a:r>
          </a:p>
          <a:p>
            <a:pPr marL="914400" lvl="1" indent="-457200">
              <a:lnSpc>
                <a:spcPct val="150000"/>
              </a:lnSpc>
              <a:buFont typeface="Arial" panose="020B0604020202020204" pitchFamily="34" charset="0"/>
              <a:buChar char="•"/>
            </a:pPr>
            <a:r>
              <a:rPr lang="en-US" sz="2800" dirty="0">
                <a:latin typeface="Calibir"/>
              </a:rPr>
              <a:t>Queries 1–10 (Query 11 if attempted).</a:t>
            </a:r>
          </a:p>
          <a:p>
            <a:pPr marL="914400" lvl="1" indent="-457200">
              <a:lnSpc>
                <a:spcPct val="150000"/>
              </a:lnSpc>
              <a:buFont typeface="Arial" panose="020B0604020202020204" pitchFamily="34" charset="0"/>
              <a:buChar char="•"/>
            </a:pPr>
            <a:r>
              <a:rPr lang="en-US" sz="2800" dirty="0">
                <a:latin typeface="Calibir"/>
              </a:rPr>
              <a:t>Each saved with a clear, meaningful name.</a:t>
            </a:r>
          </a:p>
          <a:p>
            <a:pPr marL="457200" indent="-457200">
              <a:lnSpc>
                <a:spcPct val="150000"/>
              </a:lnSpc>
              <a:buFont typeface="Arial" panose="020B0604020202020204" pitchFamily="34" charset="0"/>
              <a:buChar char="•"/>
            </a:pPr>
            <a:r>
              <a:rPr lang="en-US" sz="2800" dirty="0">
                <a:latin typeface="Calibir"/>
              </a:rPr>
              <a:t>Make sure queries run correctly when opened by your tutor.</a:t>
            </a:r>
          </a:p>
        </p:txBody>
      </p:sp>
    </p:spTree>
    <p:extLst>
      <p:ext uri="{BB962C8B-B14F-4D97-AF65-F5344CB8AC3E}">
        <p14:creationId xmlns:p14="http://schemas.microsoft.com/office/powerpoint/2010/main" val="31476194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9EFD0B3-564A-EE16-3F7D-4159C5AAA01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F6208A0-67D1-2EE1-A6C3-E8D94290C49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8151537-DE23-0271-7B70-FE5457D7F50E}"/>
              </a:ext>
            </a:extLst>
          </p:cNvPr>
          <p:cNvSpPr>
            <a:spLocks noGrp="1"/>
          </p:cNvSpPr>
          <p:nvPr>
            <p:ph type="sldNum" sz="quarter" idx="4"/>
          </p:nvPr>
        </p:nvSpPr>
        <p:spPr/>
        <p:txBody>
          <a:bodyPr/>
          <a:lstStyle/>
          <a:p>
            <a:fld id="{16A89BA3-132D-40E1-AAB4-CDCD0A14C216}" type="slidenum">
              <a:rPr lang="en-AU" smtClean="0"/>
              <a:pPr/>
              <a:t>63</a:t>
            </a:fld>
            <a:r>
              <a:rPr lang="en-AU"/>
              <a:t>  |</a:t>
            </a:r>
            <a:endParaRPr lang="en-AU" dirty="0"/>
          </a:p>
        </p:txBody>
      </p:sp>
      <p:sp>
        <p:nvSpPr>
          <p:cNvPr id="9" name="Text Placeholder 3">
            <a:extLst>
              <a:ext uri="{FF2B5EF4-FFF2-40B4-BE49-F238E27FC236}">
                <a16:creationId xmlns:a16="http://schemas.microsoft.com/office/drawing/2014/main" id="{E94C7D22-5C99-D462-D137-6A1F8534755B}"/>
              </a:ext>
            </a:extLst>
          </p:cNvPr>
          <p:cNvSpPr>
            <a:spLocks noGrp="1"/>
          </p:cNvSpPr>
          <p:nvPr>
            <p:ph type="body" sz="quarter" idx="16"/>
          </p:nvPr>
        </p:nvSpPr>
        <p:spPr>
          <a:xfrm>
            <a:off x="0" y="-1"/>
            <a:ext cx="7348654" cy="502109"/>
          </a:xfrm>
        </p:spPr>
        <p:txBody>
          <a:bodyPr>
            <a:noAutofit/>
          </a:bodyPr>
          <a:lstStyle/>
          <a:p>
            <a:r>
              <a:rPr lang="en-US" sz="3200" dirty="0"/>
              <a:t>Preparation for Tutorial Week 6</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1FAC342D-E57B-1C0D-E4BE-4F5FC5D4974E}"/>
              </a:ext>
            </a:extLst>
          </p:cNvPr>
          <p:cNvSpPr txBox="1"/>
          <p:nvPr/>
        </p:nvSpPr>
        <p:spPr>
          <a:xfrm>
            <a:off x="0" y="791084"/>
            <a:ext cx="9144000" cy="5196166"/>
          </a:xfrm>
          <a:prstGeom prst="rect">
            <a:avLst/>
          </a:prstGeom>
          <a:solidFill>
            <a:schemeClr val="bg1"/>
          </a:solidFill>
        </p:spPr>
        <p:txBody>
          <a:bodyPr wrap="square">
            <a:spAutoFit/>
          </a:bodyPr>
          <a:lstStyle/>
          <a:p>
            <a:pPr>
              <a:lnSpc>
                <a:spcPct val="150000"/>
              </a:lnSpc>
            </a:pPr>
            <a:r>
              <a:rPr lang="en-US" sz="2800" b="1" dirty="0">
                <a:latin typeface="Calibir"/>
              </a:rPr>
              <a:t>Tips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Design View for precision, then switch to Datasheet View to check results.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wildcards (LIKE "M*") for names starting with "M".</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aggregates (Totals) for counting (Query6, Query7, Query9).</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Always test criteria step by step—start with a Select query before converting to an Action query.</a:t>
            </a:r>
          </a:p>
        </p:txBody>
      </p:sp>
    </p:spTree>
    <p:extLst>
      <p:ext uri="{BB962C8B-B14F-4D97-AF65-F5344CB8AC3E}">
        <p14:creationId xmlns:p14="http://schemas.microsoft.com/office/powerpoint/2010/main" val="147798903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B7825A4-FF02-6935-1D7B-E0A1D19A8CD7}"/>
            </a:ext>
          </a:extLst>
        </p:cNvPr>
        <p:cNvGrpSpPr/>
        <p:nvPr/>
      </p:nvGrpSpPr>
      <p:grpSpPr>
        <a:xfrm>
          <a:off x="0" y="0"/>
          <a:ext cx="0" cy="0"/>
          <a:chOff x="0" y="0"/>
          <a:chExt cx="0" cy="0"/>
        </a:xfrm>
      </p:grpSpPr>
      <p:sp>
        <p:nvSpPr>
          <p:cNvPr id="9" name="Text Placeholder 3">
            <a:extLst>
              <a:ext uri="{FF2B5EF4-FFF2-40B4-BE49-F238E27FC236}">
                <a16:creationId xmlns:a16="http://schemas.microsoft.com/office/drawing/2014/main" id="{B1EA7FBF-B179-1462-E16E-32D0E99E996A}"/>
              </a:ext>
            </a:extLst>
          </p:cNvPr>
          <p:cNvSpPr>
            <a:spLocks noGrp="1"/>
          </p:cNvSpPr>
          <p:nvPr>
            <p:ph type="body" sz="quarter" idx="16"/>
          </p:nvPr>
        </p:nvSpPr>
        <p:spPr>
          <a:xfrm>
            <a:off x="0" y="0"/>
            <a:ext cx="7315200" cy="929148"/>
          </a:xfrm>
        </p:spPr>
        <p:txBody>
          <a:bodyPr>
            <a:noAutofit/>
          </a:bodyPr>
          <a:lstStyle/>
          <a:p>
            <a:r>
              <a:rPr lang="en-US" sz="3200" dirty="0"/>
              <a:t>Review and Feedback on Tutorial Week 4 and 5</a:t>
            </a:r>
            <a:endParaRPr lang="en-AU" sz="3000" dirty="0">
              <a:latin typeface="Calibri" panose="020F0502020204030204" pitchFamily="34" charset="0"/>
              <a:cs typeface="Calibri" panose="020F0502020204030204" pitchFamily="34" charset="0"/>
            </a:endParaRPr>
          </a:p>
        </p:txBody>
      </p:sp>
      <p:pic>
        <p:nvPicPr>
          <p:cNvPr id="3" name="Picture 2" descr="feedback Icon vector illustration , business 8325189 Vector Art at Vecteezy">
            <a:extLst>
              <a:ext uri="{FF2B5EF4-FFF2-40B4-BE49-F238E27FC236}">
                <a16:creationId xmlns:a16="http://schemas.microsoft.com/office/drawing/2014/main" id="{1264099F-4B8D-84ED-7DEA-60FE2CD6F00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278" y="1429139"/>
            <a:ext cx="3999722" cy="399972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752FEB8-80BA-EB27-C7F7-2B9F08F788A7}"/>
              </a:ext>
            </a:extLst>
          </p:cNvPr>
          <p:cNvSpPr txBox="1"/>
          <p:nvPr/>
        </p:nvSpPr>
        <p:spPr>
          <a:xfrm>
            <a:off x="0" y="929148"/>
            <a:ext cx="5324168"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I will review and </a:t>
            </a:r>
            <a:r>
              <a:rPr lang="en-US" sz="2800" dirty="0" err="1">
                <a:latin typeface="Calibri" panose="020F0502020204030204" pitchFamily="34" charset="0"/>
                <a:cs typeface="Calibri" panose="020F0502020204030204" pitchFamily="34" charset="0"/>
              </a:rPr>
              <a:t>finalise</a:t>
            </a:r>
            <a:r>
              <a:rPr lang="en-US" sz="2800" dirty="0">
                <a:latin typeface="Calibri" panose="020F0502020204030204" pitchFamily="34" charset="0"/>
                <a:cs typeface="Calibri" panose="020F0502020204030204" pitchFamily="34" charset="0"/>
              </a:rPr>
              <a:t> marking of Tutorial Week 4 and 5. This will help highlight common strengths and specific errors so you can better explore how to improve. Once the review is completed, all results and feedback will be published.</a:t>
            </a:r>
            <a:endParaRPr lang="en-AU"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6088327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7AE2E-97E0-BDCA-618B-720FE1F7F0A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13548F9-A26E-1B74-C2A0-A0350AC21E39}"/>
              </a:ext>
            </a:extLst>
          </p:cNvPr>
          <p:cNvSpPr txBox="1">
            <a:spLocks noGrp="1"/>
          </p:cNvSpPr>
          <p:nvPr>
            <p:ph type="title"/>
          </p:nvPr>
        </p:nvSpPr>
        <p:spPr>
          <a:xfrm>
            <a:off x="0" y="13827"/>
            <a:ext cx="6553200" cy="502061"/>
          </a:xfrm>
          <a:prstGeom prst="rect">
            <a:avLst/>
          </a:prstGeom>
        </p:spPr>
        <p:txBody>
          <a:bodyPr vert="horz" wrap="square" lIns="0" tIns="9525" rIns="0" bIns="0" rtlCol="0">
            <a:spAutoFit/>
          </a:bodyPr>
          <a:lstStyle/>
          <a:p>
            <a:pPr marL="9525">
              <a:spcBef>
                <a:spcPts val="75"/>
              </a:spcBef>
            </a:pPr>
            <a:r>
              <a:rPr lang="en-US" sz="3200" dirty="0"/>
              <a:t>Thank You</a:t>
            </a:r>
            <a:endParaRPr sz="3200" spc="-8" dirty="0"/>
          </a:p>
        </p:txBody>
      </p:sp>
      <p:sp>
        <p:nvSpPr>
          <p:cNvPr id="4" name="object 4">
            <a:extLst>
              <a:ext uri="{FF2B5EF4-FFF2-40B4-BE49-F238E27FC236}">
                <a16:creationId xmlns:a16="http://schemas.microsoft.com/office/drawing/2014/main" id="{285BD2D9-AABA-65D7-AD99-6F5B8666F073}"/>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kern="0" dirty="0"/>
              <a:pPr marL="28575" defTabSz="685800">
                <a:spcBef>
                  <a:spcPts val="4"/>
                </a:spcBef>
              </a:pPr>
              <a:t>65</a:t>
            </a:fld>
            <a:r>
              <a:rPr kern="0" spc="176" dirty="0"/>
              <a:t> </a:t>
            </a:r>
            <a:r>
              <a:rPr kern="0" dirty="0"/>
              <a:t>|</a:t>
            </a:r>
            <a:r>
              <a:rPr kern="0" spc="300" dirty="0"/>
              <a:t> </a:t>
            </a:r>
            <a:r>
              <a:rPr kern="0" dirty="0"/>
              <a:t>Faculty</a:t>
            </a:r>
            <a:r>
              <a:rPr kern="0" spc="-11" dirty="0"/>
              <a:t> </a:t>
            </a:r>
            <a:r>
              <a:rPr kern="0" dirty="0"/>
              <a:t>of</a:t>
            </a:r>
            <a:r>
              <a:rPr kern="0" spc="-15" dirty="0"/>
              <a:t> </a:t>
            </a:r>
            <a:r>
              <a:rPr kern="0" dirty="0"/>
              <a:t>Business</a:t>
            </a:r>
            <a:r>
              <a:rPr kern="0" spc="-15" dirty="0"/>
              <a:t> </a:t>
            </a:r>
            <a:r>
              <a:rPr kern="0" dirty="0"/>
              <a:t>and</a:t>
            </a:r>
            <a:r>
              <a:rPr kern="0" spc="-15" dirty="0"/>
              <a:t> </a:t>
            </a:r>
            <a:r>
              <a:rPr kern="0" dirty="0"/>
              <a:t>Law</a:t>
            </a:r>
            <a:r>
              <a:rPr kern="0" spc="-11" dirty="0"/>
              <a:t> </a:t>
            </a:r>
            <a:r>
              <a:rPr kern="0" dirty="0"/>
              <a:t>|</a:t>
            </a:r>
            <a:r>
              <a:rPr kern="0" spc="-11" dirty="0"/>
              <a:t> </a:t>
            </a:r>
            <a:r>
              <a:rPr kern="0" dirty="0"/>
              <a:t>Peter</a:t>
            </a:r>
            <a:r>
              <a:rPr kern="0" spc="-8" dirty="0"/>
              <a:t> </a:t>
            </a:r>
            <a:r>
              <a:rPr kern="0" dirty="0"/>
              <a:t>Faber</a:t>
            </a:r>
            <a:r>
              <a:rPr kern="0" spc="-11" dirty="0"/>
              <a:t> </a:t>
            </a:r>
            <a:r>
              <a:rPr kern="0" dirty="0"/>
              <a:t>Business</a:t>
            </a:r>
            <a:r>
              <a:rPr kern="0" spc="-11" dirty="0"/>
              <a:t> </a:t>
            </a:r>
            <a:r>
              <a:rPr kern="0" spc="-8" dirty="0"/>
              <a:t>School</a:t>
            </a:r>
          </a:p>
        </p:txBody>
      </p:sp>
      <p:sp>
        <p:nvSpPr>
          <p:cNvPr id="3" name="object 3">
            <a:extLst>
              <a:ext uri="{FF2B5EF4-FFF2-40B4-BE49-F238E27FC236}">
                <a16:creationId xmlns:a16="http://schemas.microsoft.com/office/drawing/2014/main" id="{1C5F5B67-D420-B363-36D0-076510E9FACF}"/>
              </a:ext>
            </a:extLst>
          </p:cNvPr>
          <p:cNvSpPr txBox="1"/>
          <p:nvPr/>
        </p:nvSpPr>
        <p:spPr>
          <a:xfrm>
            <a:off x="154858" y="1214061"/>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i="1" kern="0" dirty="0">
                <a:solidFill>
                  <a:prstClr val="black"/>
                </a:solidFill>
                <a:latin typeface="Calibri"/>
                <a:cs typeface="Arial"/>
              </a:rPr>
              <a:t>Have a Great Learning Day!</a:t>
            </a:r>
            <a:endParaRPr sz="2800" kern="0" dirty="0">
              <a:solidFill>
                <a:prstClr val="black"/>
              </a:solidFill>
              <a:latin typeface="Calibri"/>
              <a:cs typeface="Arial"/>
            </a:endParaRPr>
          </a:p>
        </p:txBody>
      </p:sp>
      <p:sp>
        <p:nvSpPr>
          <p:cNvPr id="5" name="object 3">
            <a:extLst>
              <a:ext uri="{FF2B5EF4-FFF2-40B4-BE49-F238E27FC236}">
                <a16:creationId xmlns:a16="http://schemas.microsoft.com/office/drawing/2014/main" id="{4D47354F-B664-DD16-78CE-61C2CA4253AA}"/>
              </a:ext>
            </a:extLst>
          </p:cNvPr>
          <p:cNvSpPr txBox="1"/>
          <p:nvPr/>
        </p:nvSpPr>
        <p:spPr>
          <a:xfrm>
            <a:off x="154858" y="1720357"/>
            <a:ext cx="8074742"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Feel free to reach out with any questions!</a:t>
            </a:r>
            <a:endParaRPr sz="2800" kern="0" dirty="0">
              <a:solidFill>
                <a:prstClr val="black"/>
              </a:solidFill>
              <a:latin typeface="Calibri"/>
              <a:cs typeface="Arial"/>
            </a:endParaRPr>
          </a:p>
        </p:txBody>
      </p:sp>
      <p:sp>
        <p:nvSpPr>
          <p:cNvPr id="6" name="object 3">
            <a:extLst>
              <a:ext uri="{FF2B5EF4-FFF2-40B4-BE49-F238E27FC236}">
                <a16:creationId xmlns:a16="http://schemas.microsoft.com/office/drawing/2014/main" id="{26A8C491-6C04-81E4-0F77-7812ABB2A303}"/>
              </a:ext>
            </a:extLst>
          </p:cNvPr>
          <p:cNvSpPr txBox="1"/>
          <p:nvPr/>
        </p:nvSpPr>
        <p:spPr>
          <a:xfrm>
            <a:off x="154858" y="2226653"/>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Dr. Farshid Keivanian</a:t>
            </a:r>
            <a:endParaRPr sz="2800" kern="0" dirty="0">
              <a:solidFill>
                <a:prstClr val="black"/>
              </a:solidFill>
              <a:latin typeface="Calibri"/>
              <a:cs typeface="Arial"/>
            </a:endParaRPr>
          </a:p>
        </p:txBody>
      </p:sp>
    </p:spTree>
    <p:extLst>
      <p:ext uri="{BB962C8B-B14F-4D97-AF65-F5344CB8AC3E}">
        <p14:creationId xmlns:p14="http://schemas.microsoft.com/office/powerpoint/2010/main" val="387376823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CU Presentation">
  <a:themeElements>
    <a:clrScheme name="ACUColourScheme">
      <a:dk1>
        <a:srgbClr val="3C1053"/>
      </a:dk1>
      <a:lt1>
        <a:srgbClr val="FFFFFF"/>
      </a:lt1>
      <a:dk2>
        <a:srgbClr val="3C1053"/>
      </a:dk2>
      <a:lt2>
        <a:srgbClr val="E8E3DB"/>
      </a:lt2>
      <a:accent1>
        <a:srgbClr val="F2120C"/>
      </a:accent1>
      <a:accent2>
        <a:srgbClr val="3D3935"/>
      </a:accent2>
      <a:accent3>
        <a:srgbClr val="8C857B"/>
      </a:accent3>
      <a:accent4>
        <a:srgbClr val="3C1053"/>
      </a:accent4>
      <a:accent5>
        <a:srgbClr val="E8E3DB"/>
      </a:accent5>
      <a:accent6>
        <a:srgbClr val="70AD47"/>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defRPr dirty="0" err="1" smtClean="0">
            <a:solidFill>
              <a:srgbClr val="3D3935"/>
            </a:solidFill>
          </a:defRPr>
        </a:defPPr>
      </a:lstStyle>
    </a:txDef>
  </a:objectDefaults>
  <a:extraClrSchemeLst/>
  <a:extLst>
    <a:ext uri="{05A4C25C-085E-4340-85A3-A5531E510DB2}">
      <thm15:themeFamily xmlns:thm15="http://schemas.microsoft.com/office/thememl/2012/main" name="PPT_Template_4_3_V2.potx" id="{F3B38964-EE74-4E1D-A3FE-21D8EB788CBF}" vid="{2C9D612A-0DB5-43BD-9B9F-0A9FAAF24DC0}"/>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CDC8B17FFF79F46AB892AACDE15F09D" ma:contentTypeVersion="1" ma:contentTypeDescription="Create a new document." ma:contentTypeScope="" ma:versionID="a5ba99c893f738a110fead59b8aec548">
  <xsd:schema xmlns:xsd="http://www.w3.org/2001/XMLSchema" xmlns:xs="http://www.w3.org/2001/XMLSchema" xmlns:p="http://schemas.microsoft.com/office/2006/metadata/properties" targetNamespace="http://schemas.microsoft.com/office/2006/metadata/properties" ma:root="true" ma:fieldsID="6c96ba11fc0b0f11135d6dc28d8a2f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19D6D79-91EF-4340-8C3D-E484566A2E2F}">
  <ds:schemaRefs>
    <ds:schemaRef ds:uri="http://purl.org/dc/dcmitype/"/>
    <ds:schemaRef ds:uri="http://schemas.microsoft.com/office/2006/documentManagement/types"/>
    <ds:schemaRef ds:uri="http://www.w3.org/XML/1998/namespace"/>
    <ds:schemaRef ds:uri="http://purl.org/dc/terms/"/>
    <ds:schemaRef ds:uri="http://schemas.microsoft.com/office/infopath/2007/PartnerControls"/>
    <ds:schemaRef ds:uri="http://schemas.openxmlformats.org/package/2006/metadata/core-properties"/>
    <ds:schemaRef ds:uri="http://schemas.microsoft.com/office/2006/metadata/properties"/>
    <ds:schemaRef ds:uri="http://purl.org/dc/elements/1.1/"/>
  </ds:schemaRefs>
</ds:datastoreItem>
</file>

<file path=customXml/itemProps2.xml><?xml version="1.0" encoding="utf-8"?>
<ds:datastoreItem xmlns:ds="http://schemas.openxmlformats.org/officeDocument/2006/customXml" ds:itemID="{4360E499-BA5F-475B-94B4-A8CCAB27634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05866CA7-3031-48D4-BC56-8127880CD39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PPT_Template_4_3_V2.potx</Template>
  <TotalTime>4094</TotalTime>
  <Words>2826</Words>
  <Application>Microsoft Office PowerPoint</Application>
  <PresentationFormat>On-screen Show (4:3)</PresentationFormat>
  <Paragraphs>788</Paragraphs>
  <Slides>65</Slides>
  <Notes>63</Notes>
  <HiddenSlides>0</HiddenSlides>
  <MMClips>4</MMClips>
  <ScaleCrop>false</ScaleCrop>
  <HeadingPairs>
    <vt:vector size="8" baseType="variant">
      <vt:variant>
        <vt:lpstr>Fonts Used</vt:lpstr>
      </vt:variant>
      <vt:variant>
        <vt:i4>3</vt:i4>
      </vt:variant>
      <vt:variant>
        <vt:lpstr>Theme</vt:lpstr>
      </vt:variant>
      <vt:variant>
        <vt:i4>2</vt:i4>
      </vt:variant>
      <vt:variant>
        <vt:lpstr>Embedded OLE Servers</vt:lpstr>
      </vt:variant>
      <vt:variant>
        <vt:i4>1</vt:i4>
      </vt:variant>
      <vt:variant>
        <vt:lpstr>Slide Titles</vt:lpstr>
      </vt:variant>
      <vt:variant>
        <vt:i4>65</vt:i4>
      </vt:variant>
    </vt:vector>
  </HeadingPairs>
  <TitlesOfParts>
    <vt:vector size="71" baseType="lpstr">
      <vt:lpstr>Arial</vt:lpstr>
      <vt:lpstr>Calibir</vt:lpstr>
      <vt:lpstr>Calibri</vt:lpstr>
      <vt:lpstr>ACU Presentation</vt:lpstr>
      <vt:lpstr>1_Office Theme</vt:lpstr>
      <vt:lpstr>think-cell Slide</vt:lpstr>
      <vt:lpstr>Small-scale database implementation – Query By Example (QBE)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 Presentation</dc:title>
  <dc:creator>Husnen Rupani;Simone.Byrnes@acu.edu.au</dc:creator>
  <cp:lastModifiedBy>Farshid Keivanian</cp:lastModifiedBy>
  <cp:revision>775</cp:revision>
  <cp:lastPrinted>2017-08-03T04:07:41Z</cp:lastPrinted>
  <dcterms:created xsi:type="dcterms:W3CDTF">2017-05-11T09:33:32Z</dcterms:created>
  <dcterms:modified xsi:type="dcterms:W3CDTF">2025-09-07T11:15:48Z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0x0101007CDC8B17FFF79F46AB892AACDE15F09D</vt:lpwstr>
  </property>
</Properties>
</file>