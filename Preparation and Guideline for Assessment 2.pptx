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769" r:id="rId5"/>
  </p:sldMasterIdLst>
  <p:notesMasterIdLst>
    <p:notesMasterId r:id="rId34"/>
  </p:notesMasterIdLst>
  <p:sldIdLst>
    <p:sldId id="421" r:id="rId6"/>
    <p:sldId id="258" r:id="rId7"/>
    <p:sldId id="2674" r:id="rId8"/>
    <p:sldId id="2798" r:id="rId9"/>
    <p:sldId id="2799" r:id="rId10"/>
    <p:sldId id="2800" r:id="rId11"/>
    <p:sldId id="2801" r:id="rId12"/>
    <p:sldId id="2803" r:id="rId13"/>
    <p:sldId id="2804" r:id="rId14"/>
    <p:sldId id="2805" r:id="rId15"/>
    <p:sldId id="2806" r:id="rId16"/>
    <p:sldId id="2807" r:id="rId17"/>
    <p:sldId id="2808" r:id="rId18"/>
    <p:sldId id="2809" r:id="rId19"/>
    <p:sldId id="2810" r:id="rId20"/>
    <p:sldId id="2811" r:id="rId21"/>
    <p:sldId id="2812" r:id="rId22"/>
    <p:sldId id="2813" r:id="rId23"/>
    <p:sldId id="2814" r:id="rId24"/>
    <p:sldId id="2815" r:id="rId25"/>
    <p:sldId id="2816" r:id="rId26"/>
    <p:sldId id="2817" r:id="rId27"/>
    <p:sldId id="2818" r:id="rId28"/>
    <p:sldId id="2819" r:id="rId29"/>
    <p:sldId id="2820" r:id="rId30"/>
    <p:sldId id="2821" r:id="rId31"/>
    <p:sldId id="2690" r:id="rId32"/>
    <p:sldId id="1850" r:id="rId33"/>
  </p:sldIdLst>
  <p:sldSz cx="9144000" cy="6858000" type="screen4x3"/>
  <p:notesSz cx="6805613" cy="9939338"/>
  <p:custDataLst>
    <p:tags r:id="rId3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120C"/>
    <a:srgbClr val="8C857B"/>
    <a:srgbClr val="3C1053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0" autoAdjust="0"/>
    <p:restoredTop sz="94694"/>
  </p:normalViewPr>
  <p:slideViewPr>
    <p:cSldViewPr snapToGrid="0">
      <p:cViewPr varScale="1">
        <p:scale>
          <a:sx n="70" d="100"/>
          <a:sy n="70" d="100"/>
        </p:scale>
        <p:origin x="968" y="6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gs" Target="tags/tag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9E031-7821-4947-9A91-EC03C15F7566}" type="datetimeFigureOut">
              <a:rPr lang="en-AU" smtClean="0"/>
              <a:t>31/03/2026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98A5C1-1CB9-4F08-9AE0-90C38B1EBB9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2559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D0C3409-D902-FCEC-29B0-0516CC92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95181B0-9F54-1B5B-CE2D-5280A315DA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1BDD3E02-DB95-F9E8-7171-9F53A3D00C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F349A7C2-50CD-CDF4-12C9-F1A66E8777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464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E71AA38-D44F-C9F5-3897-CD3CC155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5AF3F145-98FC-7F76-B310-2B5F8E3F22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56484F0-63BF-AB4A-EB8F-07B901F6D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02F2010F-D72E-594B-647E-CF9F6ACDD5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9464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08D093C-9714-81D2-E9D3-77B1BE6D8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7742CB59-F77B-F19A-548F-2BA5721B8E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19B805E-0676-37C9-4E06-8EA6274CE3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2C77C32-49F2-2E7F-6A11-FE0BF52946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4714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0BCE3F6-67B1-0E72-BE57-C2C54DDFC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EBC77BE-9D4E-278C-BD82-D117614F16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F31B26D-AC7B-1C8A-A6C9-51A1CEB1E3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F41B26C-B44D-E617-7B13-C99FAB9F45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936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5455D745-0F0E-B93D-A9C6-473FD028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38B0C6B-972E-79E4-9ED6-4795143AA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C278AAE1-85F7-B80E-3FBD-C16F403512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82F1616-6DFF-ED0B-D164-6B3CCF0168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7689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79689E5-3992-D521-8B63-980A2BF5A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DD53E6E-EC2D-760F-0E63-04D91422B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BBEDB75-4E15-F2C9-DAB0-B19A2995B0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B5334222-7809-B83D-B939-88B62CC943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8097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7F67591-9276-FE29-EE83-2B7F5C26C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B99290A8-496E-7FC8-62A5-B2F32A252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585A232B-E27D-8AEA-BB28-943F039F6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BD3B04D-BD81-2CA1-346D-E6D8A92F870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7624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DDE0343-CEB2-DC23-5873-153701C5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0A31EECD-7BAF-E756-C389-2FE5CE3823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4EB4A20-4A08-E6A6-0953-42D102697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D4CB6995-9DED-EDD0-115F-CA6860FCF5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513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B50D9DE-3186-C489-6BC7-7BCF9ADC7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E8D524F-8F13-9420-9509-CE4A68C149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F8592EC-A5D9-0D19-A1A7-FE718A9936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43D5E978-E67D-061F-808F-17FFA5EEE0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4836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5D35FA8-84E8-6F51-7524-17F3C66E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87C6F934-00B6-1F25-A836-D73F3A11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44D1786-CB89-25A6-89C8-6B252EE044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A82110E7-4387-CDF8-5260-4DDE0DCEFF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247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14485EB-A69B-50F1-135B-B29B84EF0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1EB328F9-1106-718E-723F-C7C6BDCD0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297178B-DC1B-7A21-7F69-F37466D0F1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873F37C-8FFD-DA7C-7D6E-9D1A749681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090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CB29001-F9E5-24F5-F2C4-8E283051E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5C0667E-0B5B-CFE6-7F2A-C3437E62A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630DB28A-4773-4317-1601-96B4B8CC67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4CBD355-B0B9-64EF-6807-37E32B38EC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4429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4F9F5373-A1F4-1B4A-7283-954AE8B9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6B8B1A5-B1D4-9A6A-76D7-E792332CD9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5EE6308-DC8F-9901-CF7F-00A915E522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7B12BCF-C13A-8A0E-59D7-8D92F81F14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15087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34DD812-01CF-C220-5706-58E767C9F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80410D8-F498-3B8A-775E-CABB7A082E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E0FF69CB-7D96-3EEF-ED0E-92099133B0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8883F43-562B-7664-F130-0A071E8C22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8308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50AFD30-1D64-901C-F5AA-22B247FDC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2CFCC4BB-2C17-B617-E522-3E048CF252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E7F4F82-5D1E-EAE5-5C0A-6C4538CDC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864ADE7C-0E70-65A1-CEE3-F859ECAA35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4484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874ADD89-F6E5-CA5F-CDB9-65F749348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C18C69A-F553-3279-8485-2CFA6269C5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DA14D29-4151-C0B1-CFEA-32468767F5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CDD1DF97-91D6-F312-B27B-499EBEF6A4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1402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C050EF08-E8D9-D35D-B3A8-7FFA63466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8C97CDE-E80E-D249-9D2F-206032E246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2D56D9D5-9763-6144-7D32-A16EF00BA2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9286087-C838-5087-54DF-9664671612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5263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F68805E7-E95F-1C6F-B054-91E4B4480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339AD807-D63C-8E76-3F67-F279FB00B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DE9C81BE-02B2-7534-C21A-59302ED329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E1BA75E1-D7F9-DDE3-C08D-09AE8CA38B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5310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C47AA47-CF6F-9D23-00A9-4E3A96FA0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FB218F38-4C67-C5E6-0330-ACFF38F71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9E0BFD7-0B7E-06AD-ED26-A38D2D4AA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E96DEDE-DB3F-6C89-66A9-1A9F79094C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9379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3C7EBD4A-51DA-6D18-8EC7-E6D19B256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EEEB5D02-3C14-07B7-3A64-F1A58AEAE1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376AB062-D36A-DEF9-C3AF-25ABF17693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4ADA626-B5AA-8776-3013-D8A24617C3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78849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B445537C-250E-727E-A784-BECC9F18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D3CBA9D-1913-845B-3691-6D87162749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8986A9D3-1B35-B3BA-CF31-4FC6F250E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139A9603-84D5-1639-ED25-0806EB153D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39307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AF13F213-5BC1-DA76-0F14-1F20E16DB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D89EAD4F-1347-C1BB-BDD9-DF46F54950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FB4C7FBA-3F32-2EFE-BBA4-AE4F63072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7569B15E-ACFB-53D5-C784-A4BDCBF3E0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08608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72E3AC1F-2662-818D-8C1D-0725DCAD6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6697FE92-1E8C-8822-568F-F532ECCBB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48FDE8C1-0038-CAB3-7D9A-7F5FC37852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6D3A128A-820D-2842-A2B7-5A8335C2BEF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7104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062F984E-0F34-6AE3-A33E-9DCAC3F2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65105c655_0_7:notes">
            <a:extLst>
              <a:ext uri="{FF2B5EF4-FFF2-40B4-BE49-F238E27FC236}">
                <a16:creationId xmlns:a16="http://schemas.microsoft.com/office/drawing/2014/main" id="{41FBEDAB-EDC4-0E56-818A-9B8AFC435C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7" name="Google Shape;87;g165105c655_0_7:notes">
            <a:extLst>
              <a:ext uri="{FF2B5EF4-FFF2-40B4-BE49-F238E27FC236}">
                <a16:creationId xmlns:a16="http://schemas.microsoft.com/office/drawing/2014/main" id="{ACDBEC79-7CA6-D7D3-BC57-DBEA43A7D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165105c655_0_7:notes">
            <a:extLst>
              <a:ext uri="{FF2B5EF4-FFF2-40B4-BE49-F238E27FC236}">
                <a16:creationId xmlns:a16="http://schemas.microsoft.com/office/drawing/2014/main" id="{315D6578-68BA-7B01-91D1-FAF0C6D21E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27432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2004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  <a:p>
            <a:pPr marL="36576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562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>
            <a:grpSpLocks noChangeAspect="1"/>
          </p:cNvGrpSpPr>
          <p:nvPr userDrawn="1"/>
        </p:nvGrpSpPr>
        <p:grpSpPr bwMode="auto">
          <a:xfrm>
            <a:off x="0" y="0"/>
            <a:ext cx="9144227" cy="6858000"/>
            <a:chOff x="5" y="0"/>
            <a:chExt cx="5750" cy="4320"/>
          </a:xfrm>
        </p:grpSpPr>
        <p:sp>
          <p:nvSpPr>
            <p:cNvPr id="6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5" y="0"/>
              <a:ext cx="575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5"/>
            <p:cNvSpPr>
              <a:spLocks/>
            </p:cNvSpPr>
            <p:nvPr userDrawn="1"/>
          </p:nvSpPr>
          <p:spPr bwMode="auto">
            <a:xfrm>
              <a:off x="5" y="288"/>
              <a:ext cx="2875" cy="1871"/>
            </a:xfrm>
            <a:custGeom>
              <a:avLst/>
              <a:gdLst>
                <a:gd name="T0" fmla="*/ 2875 w 2875"/>
                <a:gd name="T1" fmla="*/ 0 h 1871"/>
                <a:gd name="T2" fmla="*/ 2875 w 2875"/>
                <a:gd name="T3" fmla="*/ 1871 h 1871"/>
                <a:gd name="T4" fmla="*/ 0 w 2875"/>
                <a:gd name="T5" fmla="*/ 1871 h 1871"/>
                <a:gd name="T6" fmla="*/ 0 w 2875"/>
                <a:gd name="T7" fmla="*/ 0 h 1871"/>
                <a:gd name="T8" fmla="*/ 2875 w 2875"/>
                <a:gd name="T9" fmla="*/ 0 h 1871"/>
                <a:gd name="T10" fmla="*/ 2875 w 2875"/>
                <a:gd name="T11" fmla="*/ 0 h 18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1871">
                  <a:moveTo>
                    <a:pt x="2875" y="0"/>
                  </a:moveTo>
                  <a:lnTo>
                    <a:pt x="2875" y="1871"/>
                  </a:lnTo>
                  <a:lnTo>
                    <a:pt x="0" y="1871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3935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2880" y="2159"/>
              <a:ext cx="2875" cy="2159"/>
            </a:xfrm>
            <a:custGeom>
              <a:avLst/>
              <a:gdLst>
                <a:gd name="T0" fmla="*/ 2875 w 2875"/>
                <a:gd name="T1" fmla="*/ 0 h 2159"/>
                <a:gd name="T2" fmla="*/ 2875 w 2875"/>
                <a:gd name="T3" fmla="*/ 1869 h 2159"/>
                <a:gd name="T4" fmla="*/ 290 w 2875"/>
                <a:gd name="T5" fmla="*/ 1869 h 2159"/>
                <a:gd name="T6" fmla="*/ 0 w 2875"/>
                <a:gd name="T7" fmla="*/ 2159 h 2159"/>
                <a:gd name="T8" fmla="*/ 0 w 2875"/>
                <a:gd name="T9" fmla="*/ 0 h 2159"/>
                <a:gd name="T10" fmla="*/ 2875 w 2875"/>
                <a:gd name="T11" fmla="*/ 0 h 2159"/>
                <a:gd name="T12" fmla="*/ 2875 w 2875"/>
                <a:gd name="T13" fmla="*/ 0 h 2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59">
                  <a:moveTo>
                    <a:pt x="2875" y="0"/>
                  </a:moveTo>
                  <a:lnTo>
                    <a:pt x="2875" y="1869"/>
                  </a:lnTo>
                  <a:lnTo>
                    <a:pt x="290" y="1869"/>
                  </a:lnTo>
                  <a:lnTo>
                    <a:pt x="0" y="2159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F2120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5" y="2159"/>
              <a:ext cx="2875" cy="2155"/>
            </a:xfrm>
            <a:custGeom>
              <a:avLst/>
              <a:gdLst>
                <a:gd name="T0" fmla="*/ 2875 w 2875"/>
                <a:gd name="T1" fmla="*/ 0 h 2155"/>
                <a:gd name="T2" fmla="*/ 2875 w 2875"/>
                <a:gd name="T3" fmla="*/ 2155 h 2155"/>
                <a:gd name="T4" fmla="*/ 0 w 2875"/>
                <a:gd name="T5" fmla="*/ 2155 h 2155"/>
                <a:gd name="T6" fmla="*/ 0 w 2875"/>
                <a:gd name="T7" fmla="*/ 0 h 2155"/>
                <a:gd name="T8" fmla="*/ 2875 w 2875"/>
                <a:gd name="T9" fmla="*/ 0 h 2155"/>
                <a:gd name="T10" fmla="*/ 2875 w 2875"/>
                <a:gd name="T11" fmla="*/ 0 h 2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75" h="2155">
                  <a:moveTo>
                    <a:pt x="2875" y="0"/>
                  </a:moveTo>
                  <a:lnTo>
                    <a:pt x="2875" y="2155"/>
                  </a:lnTo>
                  <a:lnTo>
                    <a:pt x="0" y="2155"/>
                  </a:lnTo>
                  <a:lnTo>
                    <a:pt x="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8C857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880" y="-2"/>
              <a:ext cx="2875" cy="2161"/>
            </a:xfrm>
            <a:custGeom>
              <a:avLst/>
              <a:gdLst>
                <a:gd name="T0" fmla="*/ 2875 w 2875"/>
                <a:gd name="T1" fmla="*/ 0 h 2161"/>
                <a:gd name="T2" fmla="*/ 2875 w 2875"/>
                <a:gd name="T3" fmla="*/ 2161 h 2161"/>
                <a:gd name="T4" fmla="*/ 0 w 2875"/>
                <a:gd name="T5" fmla="*/ 2161 h 2161"/>
                <a:gd name="T6" fmla="*/ 0 w 2875"/>
                <a:gd name="T7" fmla="*/ 290 h 2161"/>
                <a:gd name="T8" fmla="*/ 290 w 2875"/>
                <a:gd name="T9" fmla="*/ 0 h 2161"/>
                <a:gd name="T10" fmla="*/ 2875 w 2875"/>
                <a:gd name="T11" fmla="*/ 0 h 2161"/>
                <a:gd name="T12" fmla="*/ 2875 w 2875"/>
                <a:gd name="T13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75" h="2161">
                  <a:moveTo>
                    <a:pt x="2875" y="0"/>
                  </a:moveTo>
                  <a:lnTo>
                    <a:pt x="2875" y="2161"/>
                  </a:lnTo>
                  <a:lnTo>
                    <a:pt x="0" y="2161"/>
                  </a:lnTo>
                  <a:lnTo>
                    <a:pt x="0" y="290"/>
                  </a:lnTo>
                  <a:lnTo>
                    <a:pt x="290" y="0"/>
                  </a:lnTo>
                  <a:lnTo>
                    <a:pt x="2875" y="0"/>
                  </a:lnTo>
                  <a:lnTo>
                    <a:pt x="2875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4659" y="234"/>
              <a:ext cx="182" cy="233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693" y="262"/>
              <a:ext cx="114" cy="149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4709" y="294"/>
              <a:ext cx="82" cy="97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4659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4695" y="503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4729" y="501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4759" y="503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 16"/>
            <p:cNvSpPr>
              <a:spLocks noEditPoints="1"/>
            </p:cNvSpPr>
            <p:nvPr userDrawn="1"/>
          </p:nvSpPr>
          <p:spPr bwMode="auto">
            <a:xfrm>
              <a:off x="4791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 userDrawn="1"/>
          </p:nvSpPr>
          <p:spPr bwMode="auto">
            <a:xfrm>
              <a:off x="4821" y="503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4859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4887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20"/>
            <p:cNvSpPr>
              <a:spLocks noEditPoints="1"/>
            </p:cNvSpPr>
            <p:nvPr userDrawn="1"/>
          </p:nvSpPr>
          <p:spPr bwMode="auto">
            <a:xfrm>
              <a:off x="4897" y="503"/>
              <a:ext cx="33" cy="32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4936" y="503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4986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 23"/>
            <p:cNvSpPr>
              <a:spLocks noEditPoints="1"/>
            </p:cNvSpPr>
            <p:nvPr userDrawn="1"/>
          </p:nvSpPr>
          <p:spPr bwMode="auto">
            <a:xfrm>
              <a:off x="5018" y="503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 24"/>
            <p:cNvSpPr>
              <a:spLocks/>
            </p:cNvSpPr>
            <p:nvPr userDrawn="1"/>
          </p:nvSpPr>
          <p:spPr bwMode="auto">
            <a:xfrm>
              <a:off x="5050" y="503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 25"/>
            <p:cNvSpPr>
              <a:spLocks/>
            </p:cNvSpPr>
            <p:nvPr userDrawn="1"/>
          </p:nvSpPr>
          <p:spPr bwMode="auto">
            <a:xfrm>
              <a:off x="5082" y="503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 26"/>
            <p:cNvSpPr>
              <a:spLocks noEditPoints="1"/>
            </p:cNvSpPr>
            <p:nvPr userDrawn="1"/>
          </p:nvSpPr>
          <p:spPr bwMode="auto">
            <a:xfrm>
              <a:off x="5116" y="501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 27"/>
            <p:cNvSpPr>
              <a:spLocks/>
            </p:cNvSpPr>
            <p:nvPr userDrawn="1"/>
          </p:nvSpPr>
          <p:spPr bwMode="auto">
            <a:xfrm>
              <a:off x="5154" y="503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 28"/>
            <p:cNvSpPr>
              <a:spLocks/>
            </p:cNvSpPr>
            <p:nvPr userDrawn="1"/>
          </p:nvSpPr>
          <p:spPr bwMode="auto">
            <a:xfrm>
              <a:off x="5182" y="503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 29"/>
            <p:cNvSpPr>
              <a:spLocks/>
            </p:cNvSpPr>
            <p:nvPr userDrawn="1"/>
          </p:nvSpPr>
          <p:spPr bwMode="auto">
            <a:xfrm>
              <a:off x="5192" y="501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 30"/>
            <p:cNvSpPr>
              <a:spLocks/>
            </p:cNvSpPr>
            <p:nvPr userDrawn="1"/>
          </p:nvSpPr>
          <p:spPr bwMode="auto">
            <a:xfrm>
              <a:off x="5244" y="503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 31"/>
            <p:cNvSpPr>
              <a:spLocks/>
            </p:cNvSpPr>
            <p:nvPr userDrawn="1"/>
          </p:nvSpPr>
          <p:spPr bwMode="auto">
            <a:xfrm>
              <a:off x="5280" y="503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 32"/>
            <p:cNvSpPr>
              <a:spLocks/>
            </p:cNvSpPr>
            <p:nvPr userDrawn="1"/>
          </p:nvSpPr>
          <p:spPr bwMode="auto">
            <a:xfrm>
              <a:off x="5314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 33"/>
            <p:cNvSpPr>
              <a:spLocks/>
            </p:cNvSpPr>
            <p:nvPr userDrawn="1"/>
          </p:nvSpPr>
          <p:spPr bwMode="auto">
            <a:xfrm>
              <a:off x="5326" y="503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 34"/>
            <p:cNvSpPr>
              <a:spLocks/>
            </p:cNvSpPr>
            <p:nvPr userDrawn="1"/>
          </p:nvSpPr>
          <p:spPr bwMode="auto">
            <a:xfrm>
              <a:off x="5362" y="503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 35"/>
            <p:cNvSpPr>
              <a:spLocks noEditPoints="1"/>
            </p:cNvSpPr>
            <p:nvPr userDrawn="1"/>
          </p:nvSpPr>
          <p:spPr bwMode="auto">
            <a:xfrm>
              <a:off x="5394" y="503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 36"/>
            <p:cNvSpPr>
              <a:spLocks/>
            </p:cNvSpPr>
            <p:nvPr userDrawn="1"/>
          </p:nvSpPr>
          <p:spPr bwMode="auto">
            <a:xfrm>
              <a:off x="5424" y="501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 37"/>
            <p:cNvSpPr>
              <a:spLocks/>
            </p:cNvSpPr>
            <p:nvPr userDrawn="1"/>
          </p:nvSpPr>
          <p:spPr bwMode="auto">
            <a:xfrm>
              <a:off x="5458" y="503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 38"/>
            <p:cNvSpPr>
              <a:spLocks/>
            </p:cNvSpPr>
            <p:nvPr userDrawn="1"/>
          </p:nvSpPr>
          <p:spPr bwMode="auto">
            <a:xfrm>
              <a:off x="5470" y="503"/>
              <a:ext cx="53" cy="32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 39"/>
            <p:cNvSpPr>
              <a:spLocks/>
            </p:cNvSpPr>
            <p:nvPr userDrawn="1"/>
          </p:nvSpPr>
          <p:spPr bwMode="auto">
            <a:xfrm>
              <a:off x="5340" y="234"/>
              <a:ext cx="183" cy="229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 40"/>
            <p:cNvSpPr>
              <a:spLocks/>
            </p:cNvSpPr>
            <p:nvPr userDrawn="1"/>
          </p:nvSpPr>
          <p:spPr bwMode="auto">
            <a:xfrm>
              <a:off x="5096" y="230"/>
              <a:ext cx="212" cy="233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41"/>
            <p:cNvSpPr>
              <a:spLocks noEditPoints="1"/>
            </p:cNvSpPr>
            <p:nvPr userDrawn="1"/>
          </p:nvSpPr>
          <p:spPr bwMode="auto">
            <a:xfrm>
              <a:off x="4885" y="234"/>
              <a:ext cx="207" cy="225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3513" y="1366463"/>
            <a:ext cx="3770617" cy="1137024"/>
          </a:xfrm>
        </p:spPr>
        <p:txBody>
          <a:bodyPr anchor="b">
            <a:normAutofit/>
          </a:bodyPr>
          <a:lstStyle>
            <a:lvl1pPr algn="l"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003513" y="2503487"/>
            <a:ext cx="3770617" cy="599309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003800" y="39449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003800" y="42398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0" y="469901"/>
            <a:ext cx="4565649" cy="2952750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0" y="3422650"/>
            <a:ext cx="4565649" cy="3435349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777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co-bra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73125" y="26581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731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731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9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8731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44" name="Picture Placeholder 85"/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6639194" y="2653276"/>
            <a:ext cx="1766125" cy="502731"/>
          </a:xfrm>
        </p:spPr>
        <p:txBody>
          <a:bodyPr/>
          <a:lstStyle>
            <a:lvl1pPr marL="0" indent="0">
              <a:buNone/>
              <a:defRPr sz="12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Drag co-branded logo to placeholder or click icon to add</a:t>
            </a:r>
            <a:endParaRPr lang="en-AU" dirty="0"/>
          </a:p>
        </p:txBody>
      </p:sp>
      <p:grpSp>
        <p:nvGrpSpPr>
          <p:cNvPr id="45" name="Group 44"/>
          <p:cNvGrpSpPr/>
          <p:nvPr userDrawn="1"/>
        </p:nvGrpSpPr>
        <p:grpSpPr>
          <a:xfrm>
            <a:off x="7401258" y="6092825"/>
            <a:ext cx="1374019" cy="484188"/>
            <a:chOff x="7401258" y="365125"/>
            <a:chExt cx="1374019" cy="484188"/>
          </a:xfrm>
        </p:grpSpPr>
        <p:sp>
          <p:nvSpPr>
            <p:cNvPr id="46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8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914422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Freeform 5"/>
          <p:cNvSpPr>
            <a:spLocks/>
          </p:cNvSpPr>
          <p:nvPr userDrawn="1"/>
        </p:nvSpPr>
        <p:spPr bwMode="auto">
          <a:xfrm>
            <a:off x="0" y="457200"/>
            <a:ext cx="4572114" cy="6388100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8C857B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6"/>
          <p:cNvSpPr>
            <a:spLocks/>
          </p:cNvSpPr>
          <p:nvPr userDrawn="1"/>
        </p:nvSpPr>
        <p:spPr bwMode="auto">
          <a:xfrm>
            <a:off x="4572114" y="-3175"/>
            <a:ext cx="4572114" cy="6858000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48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038725" y="2848654"/>
            <a:ext cx="3867150" cy="580346"/>
          </a:xfrm>
        </p:spPr>
        <p:txBody>
          <a:bodyPr anchor="b">
            <a:noAutofit/>
          </a:bodyPr>
          <a:lstStyle>
            <a:lvl1pPr>
              <a:defRPr sz="386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2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038725" y="3652838"/>
            <a:ext cx="3867150" cy="447675"/>
          </a:xfrm>
        </p:spPr>
        <p:txBody>
          <a:bodyPr anchor="b">
            <a:noAutofit/>
          </a:bodyPr>
          <a:lstStyle>
            <a:lvl1pPr marL="0" indent="0" algn="l">
              <a:buNone/>
              <a:defRPr sz="1863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Subheading</a:t>
            </a:r>
          </a:p>
        </p:txBody>
      </p:sp>
      <p:sp>
        <p:nvSpPr>
          <p:cNvPr id="83" name="Text Placeholder 7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038725" y="5316538"/>
            <a:ext cx="3770313" cy="294882"/>
          </a:xfrm>
        </p:spPr>
        <p:txBody>
          <a:bodyPr>
            <a:normAutofit/>
          </a:bodyPr>
          <a:lstStyle>
            <a:lvl1pPr marL="0" indent="0">
              <a:buNone/>
              <a:defRPr sz="1597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Presenter Name</a:t>
            </a:r>
          </a:p>
        </p:txBody>
      </p:sp>
      <p:sp>
        <p:nvSpPr>
          <p:cNvPr id="84" name="Text Placeholder 7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038725" y="5611420"/>
            <a:ext cx="3770313" cy="328773"/>
          </a:xfrm>
        </p:spPr>
        <p:txBody>
          <a:bodyPr>
            <a:normAutofit/>
          </a:bodyPr>
          <a:lstStyle>
            <a:lvl1pPr marL="0" indent="0">
              <a:buNone/>
              <a:defRPr sz="1597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Date</a:t>
            </a:r>
          </a:p>
        </p:txBody>
      </p:sp>
      <p:sp>
        <p:nvSpPr>
          <p:cNvPr id="86" name="Picture Placeholder 85"/>
          <p:cNvSpPr>
            <a:spLocks noGrp="1"/>
          </p:cNvSpPr>
          <p:nvPr userDrawn="1">
            <p:ph type="pic" sz="quarter" idx="12"/>
          </p:nvPr>
        </p:nvSpPr>
        <p:spPr>
          <a:xfrm>
            <a:off x="0" y="457200"/>
            <a:ext cx="4572000" cy="6388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Drag picture to placeholder or click icon to add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77701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0732720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Freeform 5"/>
          <p:cNvSpPr>
            <a:spLocks/>
          </p:cNvSpPr>
          <p:nvPr userDrawn="1"/>
        </p:nvSpPr>
        <p:spPr bwMode="auto">
          <a:xfrm>
            <a:off x="0" y="457201"/>
            <a:ext cx="4572232" cy="6388107"/>
          </a:xfrm>
          <a:custGeom>
            <a:avLst/>
            <a:gdLst>
              <a:gd name="T0" fmla="*/ 2875 w 2875"/>
              <a:gd name="T1" fmla="*/ 0 h 4024"/>
              <a:gd name="T2" fmla="*/ 2875 w 2875"/>
              <a:gd name="T3" fmla="*/ 4024 h 4024"/>
              <a:gd name="T4" fmla="*/ 0 w 2875"/>
              <a:gd name="T5" fmla="*/ 4024 h 4024"/>
              <a:gd name="T6" fmla="*/ 0 w 2875"/>
              <a:gd name="T7" fmla="*/ 0 h 4024"/>
              <a:gd name="T8" fmla="*/ 2875 w 2875"/>
              <a:gd name="T9" fmla="*/ 0 h 4024"/>
              <a:gd name="T10" fmla="*/ 2875 w 2875"/>
              <a:gd name="T11" fmla="*/ 0 h 4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75" h="4024">
                <a:moveTo>
                  <a:pt x="2875" y="0"/>
                </a:moveTo>
                <a:lnTo>
                  <a:pt x="2875" y="4024"/>
                </a:lnTo>
                <a:lnTo>
                  <a:pt x="0" y="4024"/>
                </a:lnTo>
                <a:lnTo>
                  <a:pt x="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F2120D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Freeform 6"/>
          <p:cNvSpPr>
            <a:spLocks/>
          </p:cNvSpPr>
          <p:nvPr userDrawn="1"/>
        </p:nvSpPr>
        <p:spPr bwMode="auto">
          <a:xfrm>
            <a:off x="4572232" y="-3174"/>
            <a:ext cx="4572232" cy="6858007"/>
          </a:xfrm>
          <a:custGeom>
            <a:avLst/>
            <a:gdLst>
              <a:gd name="T0" fmla="*/ 2875 w 2875"/>
              <a:gd name="T1" fmla="*/ 0 h 4320"/>
              <a:gd name="T2" fmla="*/ 2875 w 2875"/>
              <a:gd name="T3" fmla="*/ 4030 h 4320"/>
              <a:gd name="T4" fmla="*/ 290 w 2875"/>
              <a:gd name="T5" fmla="*/ 4030 h 4320"/>
              <a:gd name="T6" fmla="*/ 0 w 2875"/>
              <a:gd name="T7" fmla="*/ 4320 h 4320"/>
              <a:gd name="T8" fmla="*/ 0 w 2875"/>
              <a:gd name="T9" fmla="*/ 290 h 4320"/>
              <a:gd name="T10" fmla="*/ 290 w 2875"/>
              <a:gd name="T11" fmla="*/ 0 h 4320"/>
              <a:gd name="T12" fmla="*/ 2875 w 2875"/>
              <a:gd name="T13" fmla="*/ 0 h 4320"/>
              <a:gd name="T14" fmla="*/ 2875 w 2875"/>
              <a:gd name="T15" fmla="*/ 0 h 4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75" h="4320">
                <a:moveTo>
                  <a:pt x="2875" y="0"/>
                </a:moveTo>
                <a:lnTo>
                  <a:pt x="2875" y="4030"/>
                </a:lnTo>
                <a:lnTo>
                  <a:pt x="290" y="4030"/>
                </a:lnTo>
                <a:lnTo>
                  <a:pt x="0" y="4320"/>
                </a:lnTo>
                <a:lnTo>
                  <a:pt x="0" y="290"/>
                </a:lnTo>
                <a:lnTo>
                  <a:pt x="290" y="0"/>
                </a:lnTo>
                <a:lnTo>
                  <a:pt x="2875" y="0"/>
                </a:lnTo>
                <a:lnTo>
                  <a:pt x="2875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"/>
            <a:ext cx="9144464" cy="6858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04755" y="1054317"/>
            <a:ext cx="4247805" cy="4749367"/>
          </a:xfrm>
        </p:spPr>
        <p:txBody>
          <a:bodyPr lIns="0" tIns="0" rIns="0" bIns="0" anchor="ctr" anchorCtr="0">
            <a:noAutofit/>
          </a:bodyPr>
          <a:lstStyle>
            <a:lvl1pPr>
              <a:defRPr sz="37857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1</a:t>
            </a:r>
            <a:endParaRPr lang="en-AU" dirty="0"/>
          </a:p>
        </p:txBody>
      </p:sp>
      <p:sp>
        <p:nvSpPr>
          <p:cNvPr id="47" name="Text Placeholder 4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74420" y="3246827"/>
            <a:ext cx="3092450" cy="357995"/>
          </a:xfrm>
        </p:spPr>
        <p:txBody>
          <a:bodyPr>
            <a:normAutofit/>
          </a:bodyPr>
          <a:lstStyle>
            <a:lvl1pPr marL="0" indent="0">
              <a:buNone/>
              <a:defRPr sz="199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title</a:t>
            </a:r>
          </a:p>
        </p:txBody>
      </p:sp>
      <p:grpSp>
        <p:nvGrpSpPr>
          <p:cNvPr id="82" name="Group 81"/>
          <p:cNvGrpSpPr/>
          <p:nvPr userDrawn="1"/>
        </p:nvGrpSpPr>
        <p:grpSpPr>
          <a:xfrm>
            <a:off x="7401258" y="365125"/>
            <a:ext cx="1374019" cy="484188"/>
            <a:chOff x="7401258" y="365125"/>
            <a:chExt cx="1374019" cy="484188"/>
          </a:xfrm>
        </p:grpSpPr>
        <p:sp>
          <p:nvSpPr>
            <p:cNvPr id="83" name="Freeform 7"/>
            <p:cNvSpPr>
              <a:spLocks/>
            </p:cNvSpPr>
            <p:nvPr userDrawn="1"/>
          </p:nvSpPr>
          <p:spPr bwMode="auto">
            <a:xfrm>
              <a:off x="7401258" y="371475"/>
              <a:ext cx="289435" cy="369888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 8"/>
            <p:cNvSpPr>
              <a:spLocks/>
            </p:cNvSpPr>
            <p:nvPr userDrawn="1"/>
          </p:nvSpPr>
          <p:spPr bwMode="auto">
            <a:xfrm>
              <a:off x="7455328" y="415925"/>
              <a:ext cx="181294" cy="236538"/>
            </a:xfrm>
            <a:custGeom>
              <a:avLst/>
              <a:gdLst>
                <a:gd name="T0" fmla="*/ 0 w 114"/>
                <a:gd name="T1" fmla="*/ 74 h 149"/>
                <a:gd name="T2" fmla="*/ 58 w 114"/>
                <a:gd name="T3" fmla="*/ 0 h 149"/>
                <a:gd name="T4" fmla="*/ 114 w 114"/>
                <a:gd name="T5" fmla="*/ 74 h 149"/>
                <a:gd name="T6" fmla="*/ 58 w 114"/>
                <a:gd name="T7" fmla="*/ 149 h 149"/>
                <a:gd name="T8" fmla="*/ 0 w 114"/>
                <a:gd name="T9" fmla="*/ 74 h 149"/>
                <a:gd name="T10" fmla="*/ 0 w 114"/>
                <a:gd name="T11" fmla="*/ 74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49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49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 9"/>
            <p:cNvSpPr>
              <a:spLocks/>
            </p:cNvSpPr>
            <p:nvPr userDrawn="1"/>
          </p:nvSpPr>
          <p:spPr bwMode="auto">
            <a:xfrm>
              <a:off x="7480773" y="466725"/>
              <a:ext cx="130405" cy="15398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 10"/>
            <p:cNvSpPr>
              <a:spLocks noEditPoints="1"/>
            </p:cNvSpPr>
            <p:nvPr userDrawn="1"/>
          </p:nvSpPr>
          <p:spPr bwMode="auto">
            <a:xfrm>
              <a:off x="7401258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 11"/>
            <p:cNvSpPr>
              <a:spLocks/>
            </p:cNvSpPr>
            <p:nvPr userDrawn="1"/>
          </p:nvSpPr>
          <p:spPr bwMode="auto">
            <a:xfrm>
              <a:off x="7458509" y="798513"/>
              <a:ext cx="44528" cy="50800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 12"/>
            <p:cNvSpPr>
              <a:spLocks/>
            </p:cNvSpPr>
            <p:nvPr userDrawn="1"/>
          </p:nvSpPr>
          <p:spPr bwMode="auto">
            <a:xfrm>
              <a:off x="7512579" y="795338"/>
              <a:ext cx="41348" cy="53975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13"/>
            <p:cNvSpPr>
              <a:spLocks/>
            </p:cNvSpPr>
            <p:nvPr userDrawn="1"/>
          </p:nvSpPr>
          <p:spPr bwMode="auto">
            <a:xfrm>
              <a:off x="7560288" y="798513"/>
              <a:ext cx="41348" cy="50800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14"/>
            <p:cNvSpPr>
              <a:spLocks noEditPoints="1"/>
            </p:cNvSpPr>
            <p:nvPr userDrawn="1"/>
          </p:nvSpPr>
          <p:spPr bwMode="auto">
            <a:xfrm>
              <a:off x="7611177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15"/>
            <p:cNvSpPr>
              <a:spLocks noEditPoints="1"/>
            </p:cNvSpPr>
            <p:nvPr userDrawn="1"/>
          </p:nvSpPr>
          <p:spPr bwMode="auto">
            <a:xfrm>
              <a:off x="7658886" y="798513"/>
              <a:ext cx="54070" cy="50800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16"/>
            <p:cNvSpPr>
              <a:spLocks/>
            </p:cNvSpPr>
            <p:nvPr userDrawn="1"/>
          </p:nvSpPr>
          <p:spPr bwMode="auto">
            <a:xfrm>
              <a:off x="7719318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17"/>
            <p:cNvSpPr>
              <a:spLocks/>
            </p:cNvSpPr>
            <p:nvPr userDrawn="1"/>
          </p:nvSpPr>
          <p:spPr bwMode="auto">
            <a:xfrm>
              <a:off x="7763846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8"/>
            <p:cNvSpPr>
              <a:spLocks noEditPoints="1"/>
            </p:cNvSpPr>
            <p:nvPr userDrawn="1"/>
          </p:nvSpPr>
          <p:spPr bwMode="auto">
            <a:xfrm>
              <a:off x="7779749" y="798513"/>
              <a:ext cx="52480" cy="50800"/>
            </a:xfrm>
            <a:custGeom>
              <a:avLst/>
              <a:gdLst>
                <a:gd name="T0" fmla="*/ 19 w 33"/>
                <a:gd name="T1" fmla="*/ 0 h 32"/>
                <a:gd name="T2" fmla="*/ 13 w 33"/>
                <a:gd name="T3" fmla="*/ 0 h 32"/>
                <a:gd name="T4" fmla="*/ 0 w 33"/>
                <a:gd name="T5" fmla="*/ 32 h 32"/>
                <a:gd name="T6" fmla="*/ 6 w 33"/>
                <a:gd name="T7" fmla="*/ 32 h 32"/>
                <a:gd name="T8" fmla="*/ 7 w 33"/>
                <a:gd name="T9" fmla="*/ 26 h 32"/>
                <a:gd name="T10" fmla="*/ 25 w 33"/>
                <a:gd name="T11" fmla="*/ 26 h 32"/>
                <a:gd name="T12" fmla="*/ 27 w 33"/>
                <a:gd name="T13" fmla="*/ 32 h 32"/>
                <a:gd name="T14" fmla="*/ 33 w 33"/>
                <a:gd name="T15" fmla="*/ 32 h 32"/>
                <a:gd name="T16" fmla="*/ 19 w 33"/>
                <a:gd name="T17" fmla="*/ 0 h 32"/>
                <a:gd name="T18" fmla="*/ 19 w 33"/>
                <a:gd name="T19" fmla="*/ 0 h 32"/>
                <a:gd name="T20" fmla="*/ 19 w 33"/>
                <a:gd name="T21" fmla="*/ 0 h 32"/>
                <a:gd name="T22" fmla="*/ 23 w 33"/>
                <a:gd name="T23" fmla="*/ 20 h 32"/>
                <a:gd name="T24" fmla="*/ 9 w 33"/>
                <a:gd name="T25" fmla="*/ 20 h 32"/>
                <a:gd name="T26" fmla="*/ 17 w 33"/>
                <a:gd name="T27" fmla="*/ 6 h 32"/>
                <a:gd name="T28" fmla="*/ 23 w 33"/>
                <a:gd name="T29" fmla="*/ 20 h 32"/>
                <a:gd name="T30" fmla="*/ 23 w 33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" h="32">
                  <a:moveTo>
                    <a:pt x="19" y="0"/>
                  </a:moveTo>
                  <a:lnTo>
                    <a:pt x="13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7" y="26"/>
                  </a:lnTo>
                  <a:lnTo>
                    <a:pt x="25" y="26"/>
                  </a:lnTo>
                  <a:lnTo>
                    <a:pt x="27" y="32"/>
                  </a:lnTo>
                  <a:lnTo>
                    <a:pt x="33" y="32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19" y="0"/>
                  </a:lnTo>
                  <a:close/>
                  <a:moveTo>
                    <a:pt x="23" y="20"/>
                  </a:moveTo>
                  <a:lnTo>
                    <a:pt x="9" y="20"/>
                  </a:lnTo>
                  <a:lnTo>
                    <a:pt x="17" y="6"/>
                  </a:lnTo>
                  <a:lnTo>
                    <a:pt x="23" y="20"/>
                  </a:lnTo>
                  <a:lnTo>
                    <a:pt x="23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9"/>
            <p:cNvSpPr>
              <a:spLocks/>
            </p:cNvSpPr>
            <p:nvPr userDrawn="1"/>
          </p:nvSpPr>
          <p:spPr bwMode="auto">
            <a:xfrm>
              <a:off x="7841771" y="798513"/>
              <a:ext cx="41348" cy="50800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20"/>
            <p:cNvSpPr>
              <a:spLocks/>
            </p:cNvSpPr>
            <p:nvPr userDrawn="1"/>
          </p:nvSpPr>
          <p:spPr bwMode="auto">
            <a:xfrm>
              <a:off x="7921286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21"/>
            <p:cNvSpPr>
              <a:spLocks noEditPoints="1"/>
            </p:cNvSpPr>
            <p:nvPr userDrawn="1"/>
          </p:nvSpPr>
          <p:spPr bwMode="auto">
            <a:xfrm>
              <a:off x="7972176" y="798513"/>
              <a:ext cx="54070" cy="50800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22"/>
            <p:cNvSpPr>
              <a:spLocks/>
            </p:cNvSpPr>
            <p:nvPr userDrawn="1"/>
          </p:nvSpPr>
          <p:spPr bwMode="auto">
            <a:xfrm>
              <a:off x="8023065" y="798513"/>
              <a:ext cx="44528" cy="50800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23"/>
            <p:cNvSpPr>
              <a:spLocks/>
            </p:cNvSpPr>
            <p:nvPr userDrawn="1"/>
          </p:nvSpPr>
          <p:spPr bwMode="auto">
            <a:xfrm>
              <a:off x="8073955" y="798513"/>
              <a:ext cx="44528" cy="50800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24"/>
            <p:cNvSpPr>
              <a:spLocks noEditPoints="1"/>
            </p:cNvSpPr>
            <p:nvPr userDrawn="1"/>
          </p:nvSpPr>
          <p:spPr bwMode="auto">
            <a:xfrm>
              <a:off x="8128025" y="795338"/>
              <a:ext cx="50890" cy="53975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25"/>
            <p:cNvSpPr>
              <a:spLocks/>
            </p:cNvSpPr>
            <p:nvPr userDrawn="1"/>
          </p:nvSpPr>
          <p:spPr bwMode="auto">
            <a:xfrm>
              <a:off x="8188456" y="798513"/>
              <a:ext cx="34987" cy="50800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26"/>
            <p:cNvSpPr>
              <a:spLocks/>
            </p:cNvSpPr>
            <p:nvPr userDrawn="1"/>
          </p:nvSpPr>
          <p:spPr bwMode="auto">
            <a:xfrm>
              <a:off x="8232985" y="798513"/>
              <a:ext cx="6361" cy="50800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27"/>
            <p:cNvSpPr>
              <a:spLocks/>
            </p:cNvSpPr>
            <p:nvPr userDrawn="1"/>
          </p:nvSpPr>
          <p:spPr bwMode="auto">
            <a:xfrm>
              <a:off x="8248888" y="795338"/>
              <a:ext cx="47709" cy="53975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8"/>
            <p:cNvSpPr>
              <a:spLocks/>
            </p:cNvSpPr>
            <p:nvPr userDrawn="1"/>
          </p:nvSpPr>
          <p:spPr bwMode="auto">
            <a:xfrm>
              <a:off x="8331584" y="798513"/>
              <a:ext cx="41348" cy="50800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9"/>
            <p:cNvSpPr>
              <a:spLocks/>
            </p:cNvSpPr>
            <p:nvPr userDrawn="1"/>
          </p:nvSpPr>
          <p:spPr bwMode="auto">
            <a:xfrm>
              <a:off x="8388834" y="798513"/>
              <a:ext cx="41348" cy="50800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30"/>
            <p:cNvSpPr>
              <a:spLocks/>
            </p:cNvSpPr>
            <p:nvPr userDrawn="1"/>
          </p:nvSpPr>
          <p:spPr bwMode="auto">
            <a:xfrm>
              <a:off x="8442905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31"/>
            <p:cNvSpPr>
              <a:spLocks/>
            </p:cNvSpPr>
            <p:nvPr userDrawn="1"/>
          </p:nvSpPr>
          <p:spPr bwMode="auto">
            <a:xfrm>
              <a:off x="8461988" y="798513"/>
              <a:ext cx="50890" cy="50800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32"/>
            <p:cNvSpPr>
              <a:spLocks/>
            </p:cNvSpPr>
            <p:nvPr userDrawn="1"/>
          </p:nvSpPr>
          <p:spPr bwMode="auto">
            <a:xfrm>
              <a:off x="8519239" y="798513"/>
              <a:ext cx="38167" cy="50800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33"/>
            <p:cNvSpPr>
              <a:spLocks noEditPoints="1"/>
            </p:cNvSpPr>
            <p:nvPr userDrawn="1"/>
          </p:nvSpPr>
          <p:spPr bwMode="auto">
            <a:xfrm>
              <a:off x="8570129" y="798513"/>
              <a:ext cx="44528" cy="50800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34"/>
            <p:cNvSpPr>
              <a:spLocks/>
            </p:cNvSpPr>
            <p:nvPr userDrawn="1"/>
          </p:nvSpPr>
          <p:spPr bwMode="auto">
            <a:xfrm>
              <a:off x="8617838" y="795338"/>
              <a:ext cx="44528" cy="53975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35"/>
            <p:cNvSpPr>
              <a:spLocks/>
            </p:cNvSpPr>
            <p:nvPr userDrawn="1"/>
          </p:nvSpPr>
          <p:spPr bwMode="auto">
            <a:xfrm>
              <a:off x="8671908" y="798513"/>
              <a:ext cx="9542" cy="50800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36"/>
            <p:cNvSpPr>
              <a:spLocks/>
            </p:cNvSpPr>
            <p:nvPr userDrawn="1"/>
          </p:nvSpPr>
          <p:spPr bwMode="auto">
            <a:xfrm>
              <a:off x="8690991" y="798513"/>
              <a:ext cx="84286" cy="50800"/>
            </a:xfrm>
            <a:custGeom>
              <a:avLst/>
              <a:gdLst>
                <a:gd name="T0" fmla="*/ 29 w 53"/>
                <a:gd name="T1" fmla="*/ 0 h 32"/>
                <a:gd name="T2" fmla="*/ 0 w 53"/>
                <a:gd name="T3" fmla="*/ 0 h 32"/>
                <a:gd name="T4" fmla="*/ 0 w 53"/>
                <a:gd name="T5" fmla="*/ 4 h 32"/>
                <a:gd name="T6" fmla="*/ 9 w 53"/>
                <a:gd name="T7" fmla="*/ 4 h 32"/>
                <a:gd name="T8" fmla="*/ 9 w 53"/>
                <a:gd name="T9" fmla="*/ 32 h 32"/>
                <a:gd name="T10" fmla="*/ 15 w 53"/>
                <a:gd name="T11" fmla="*/ 32 h 32"/>
                <a:gd name="T12" fmla="*/ 15 w 53"/>
                <a:gd name="T13" fmla="*/ 4 h 32"/>
                <a:gd name="T14" fmla="*/ 25 w 53"/>
                <a:gd name="T15" fmla="*/ 4 h 32"/>
                <a:gd name="T16" fmla="*/ 35 w 53"/>
                <a:gd name="T17" fmla="*/ 18 h 32"/>
                <a:gd name="T18" fmla="*/ 35 w 53"/>
                <a:gd name="T19" fmla="*/ 32 h 32"/>
                <a:gd name="T20" fmla="*/ 41 w 53"/>
                <a:gd name="T21" fmla="*/ 32 h 32"/>
                <a:gd name="T22" fmla="*/ 41 w 53"/>
                <a:gd name="T23" fmla="*/ 18 h 32"/>
                <a:gd name="T24" fmla="*/ 53 w 53"/>
                <a:gd name="T25" fmla="*/ 0 h 32"/>
                <a:gd name="T26" fmla="*/ 53 w 53"/>
                <a:gd name="T27" fmla="*/ 0 h 32"/>
                <a:gd name="T28" fmla="*/ 53 w 53"/>
                <a:gd name="T29" fmla="*/ 0 h 32"/>
                <a:gd name="T30" fmla="*/ 47 w 53"/>
                <a:gd name="T31" fmla="*/ 0 h 32"/>
                <a:gd name="T32" fmla="*/ 37 w 53"/>
                <a:gd name="T33" fmla="*/ 14 h 32"/>
                <a:gd name="T34" fmla="*/ 29 w 53"/>
                <a:gd name="T35" fmla="*/ 0 h 32"/>
                <a:gd name="T36" fmla="*/ 29 w 53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3" h="32">
                  <a:moveTo>
                    <a:pt x="29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9" y="4"/>
                  </a:lnTo>
                  <a:lnTo>
                    <a:pt x="9" y="32"/>
                  </a:lnTo>
                  <a:lnTo>
                    <a:pt x="15" y="32"/>
                  </a:lnTo>
                  <a:lnTo>
                    <a:pt x="15" y="4"/>
                  </a:lnTo>
                  <a:lnTo>
                    <a:pt x="25" y="4"/>
                  </a:lnTo>
                  <a:lnTo>
                    <a:pt x="35" y="18"/>
                  </a:lnTo>
                  <a:lnTo>
                    <a:pt x="35" y="32"/>
                  </a:lnTo>
                  <a:lnTo>
                    <a:pt x="41" y="32"/>
                  </a:lnTo>
                  <a:lnTo>
                    <a:pt x="41" y="18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47" y="0"/>
                  </a:lnTo>
                  <a:lnTo>
                    <a:pt x="37" y="1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37"/>
            <p:cNvSpPr>
              <a:spLocks/>
            </p:cNvSpPr>
            <p:nvPr userDrawn="1"/>
          </p:nvSpPr>
          <p:spPr bwMode="auto">
            <a:xfrm>
              <a:off x="8484252" y="371475"/>
              <a:ext cx="291025" cy="363538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8"/>
            <p:cNvSpPr>
              <a:spLocks/>
            </p:cNvSpPr>
            <p:nvPr userDrawn="1"/>
          </p:nvSpPr>
          <p:spPr bwMode="auto">
            <a:xfrm>
              <a:off x="8096219" y="365125"/>
              <a:ext cx="337144" cy="369888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9"/>
            <p:cNvSpPr>
              <a:spLocks noEditPoints="1"/>
            </p:cNvSpPr>
            <p:nvPr userDrawn="1"/>
          </p:nvSpPr>
          <p:spPr bwMode="auto">
            <a:xfrm>
              <a:off x="7760666" y="371475"/>
              <a:ext cx="329192" cy="357188"/>
            </a:xfrm>
            <a:custGeom>
              <a:avLst/>
              <a:gdLst>
                <a:gd name="T0" fmla="*/ 163 w 207"/>
                <a:gd name="T1" fmla="*/ 225 h 225"/>
                <a:gd name="T2" fmla="*/ 207 w 207"/>
                <a:gd name="T3" fmla="*/ 225 h 225"/>
                <a:gd name="T4" fmla="*/ 119 w 207"/>
                <a:gd name="T5" fmla="*/ 0 h 225"/>
                <a:gd name="T6" fmla="*/ 85 w 207"/>
                <a:gd name="T7" fmla="*/ 0 h 225"/>
                <a:gd name="T8" fmla="*/ 0 w 207"/>
                <a:gd name="T9" fmla="*/ 225 h 225"/>
                <a:gd name="T10" fmla="*/ 21 w 207"/>
                <a:gd name="T11" fmla="*/ 225 h 225"/>
                <a:gd name="T12" fmla="*/ 47 w 207"/>
                <a:gd name="T13" fmla="*/ 161 h 225"/>
                <a:gd name="T14" fmla="*/ 139 w 207"/>
                <a:gd name="T15" fmla="*/ 161 h 225"/>
                <a:gd name="T16" fmla="*/ 163 w 207"/>
                <a:gd name="T17" fmla="*/ 225 h 225"/>
                <a:gd name="T18" fmla="*/ 163 w 207"/>
                <a:gd name="T19" fmla="*/ 225 h 225"/>
                <a:gd name="T20" fmla="*/ 53 w 207"/>
                <a:gd name="T21" fmla="*/ 141 h 225"/>
                <a:gd name="T22" fmla="*/ 93 w 207"/>
                <a:gd name="T23" fmla="*/ 36 h 225"/>
                <a:gd name="T24" fmla="*/ 133 w 207"/>
                <a:gd name="T25" fmla="*/ 141 h 225"/>
                <a:gd name="T26" fmla="*/ 53 w 207"/>
                <a:gd name="T27" fmla="*/ 141 h 225"/>
                <a:gd name="T28" fmla="*/ 53 w 207"/>
                <a:gd name="T29" fmla="*/ 14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7" h="225">
                  <a:moveTo>
                    <a:pt x="163" y="225"/>
                  </a:moveTo>
                  <a:lnTo>
                    <a:pt x="207" y="225"/>
                  </a:lnTo>
                  <a:lnTo>
                    <a:pt x="119" y="0"/>
                  </a:lnTo>
                  <a:lnTo>
                    <a:pt x="85" y="0"/>
                  </a:lnTo>
                  <a:lnTo>
                    <a:pt x="0" y="225"/>
                  </a:lnTo>
                  <a:lnTo>
                    <a:pt x="21" y="225"/>
                  </a:lnTo>
                  <a:lnTo>
                    <a:pt x="47" y="161"/>
                  </a:lnTo>
                  <a:lnTo>
                    <a:pt x="139" y="161"/>
                  </a:lnTo>
                  <a:lnTo>
                    <a:pt x="163" y="225"/>
                  </a:lnTo>
                  <a:lnTo>
                    <a:pt x="163" y="225"/>
                  </a:lnTo>
                  <a:close/>
                  <a:moveTo>
                    <a:pt x="53" y="141"/>
                  </a:moveTo>
                  <a:lnTo>
                    <a:pt x="93" y="36"/>
                  </a:lnTo>
                  <a:lnTo>
                    <a:pt x="133" y="141"/>
                  </a:lnTo>
                  <a:lnTo>
                    <a:pt x="53" y="141"/>
                  </a:lnTo>
                  <a:lnTo>
                    <a:pt x="53" y="1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11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" name="Object 4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7153327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47" name="Object 4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40871" y="689568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50" name="Text Placeholder 49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40871" y="1463720"/>
            <a:ext cx="8284029" cy="427259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52" name="Text Placeholder 51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40871" y="-8733"/>
            <a:ext cx="4343399" cy="462758"/>
          </a:xfrm>
        </p:spPr>
        <p:txBody>
          <a:bodyPr anchor="ctr">
            <a:normAutofit/>
          </a:bodyPr>
          <a:lstStyle>
            <a:lvl1pPr marL="0" indent="0">
              <a:buNone/>
              <a:defRPr sz="15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Section heading</a:t>
            </a:r>
          </a:p>
        </p:txBody>
      </p:sp>
      <p:sp>
        <p:nvSpPr>
          <p:cNvPr id="8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  <p:sp>
        <p:nvSpPr>
          <p:cNvPr id="8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4188129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Faculty of Business and Law | Peter Faber Business School</a:t>
            </a:r>
          </a:p>
        </p:txBody>
      </p:sp>
    </p:spTree>
    <p:extLst>
      <p:ext uri="{BB962C8B-B14F-4D97-AF65-F5344CB8AC3E}">
        <p14:creationId xmlns:p14="http://schemas.microsoft.com/office/powerpoint/2010/main" val="271879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70735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2" name="Text Placeholder 45"/>
          <p:cNvSpPr>
            <a:spLocks noGrp="1"/>
          </p:cNvSpPr>
          <p:nvPr>
            <p:ph type="body" sz="quarter" idx="13" hasCustomPrompt="1"/>
          </p:nvPr>
        </p:nvSpPr>
        <p:spPr>
          <a:xfrm>
            <a:off x="440871" y="1339935"/>
            <a:ext cx="6734398" cy="507831"/>
          </a:xfrm>
        </p:spPr>
        <p:txBody>
          <a:bodyPr anchor="ctr">
            <a:spAutoFit/>
          </a:bodyPr>
          <a:lstStyle>
            <a:lvl1pPr marL="0" indent="0">
              <a:lnSpc>
                <a:spcPct val="100000"/>
              </a:lnSpc>
              <a:buNone/>
              <a:defRPr sz="27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Title</a:t>
            </a:r>
          </a:p>
        </p:txBody>
      </p:sp>
      <p:sp>
        <p:nvSpPr>
          <p:cNvPr id="43" name="Text Placeholder 47"/>
          <p:cNvSpPr>
            <a:spLocks noGrp="1"/>
          </p:cNvSpPr>
          <p:nvPr>
            <p:ph type="body" sz="quarter" idx="14" hasCustomPrompt="1"/>
          </p:nvPr>
        </p:nvSpPr>
        <p:spPr>
          <a:xfrm>
            <a:off x="440872" y="2275570"/>
            <a:ext cx="8284028" cy="359681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2000" b="1" baseline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Sub heading</a:t>
            </a:r>
          </a:p>
        </p:txBody>
      </p:sp>
      <p:sp>
        <p:nvSpPr>
          <p:cNvPr id="83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2640809"/>
            <a:ext cx="8284029" cy="309551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8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872246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20893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1" y="1626054"/>
            <a:ext cx="3867150" cy="4271941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51000"/>
            <a:ext cx="3887788" cy="4246995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7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793049"/>
            <a:ext cx="6734398" cy="493981"/>
          </a:xfrm>
        </p:spPr>
        <p:txBody>
          <a:bodyPr>
            <a:sp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8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7" y="6510471"/>
            <a:ext cx="3887787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8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2895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3888" y="1864188"/>
            <a:ext cx="7886700" cy="4070577"/>
          </a:xfr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8929" y="1056579"/>
            <a:ext cx="6734398" cy="493981"/>
          </a:xfrm>
        </p:spPr>
        <p:txBody>
          <a:bodyPr>
            <a:normAutofit/>
          </a:bodyPr>
          <a:lstStyle>
            <a:lvl1pPr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340636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hit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 userDrawn="1"/>
        </p:nvSpPr>
        <p:spPr bwMode="auto">
          <a:xfrm>
            <a:off x="7399338" y="371475"/>
            <a:ext cx="288925" cy="371475"/>
          </a:xfrm>
          <a:custGeom>
            <a:avLst/>
            <a:gdLst>
              <a:gd name="T0" fmla="*/ 91 w 91"/>
              <a:gd name="T1" fmla="*/ 0 h 117"/>
              <a:gd name="T2" fmla="*/ 91 w 91"/>
              <a:gd name="T3" fmla="*/ 51 h 117"/>
              <a:gd name="T4" fmla="*/ 46 w 91"/>
              <a:gd name="T5" fmla="*/ 117 h 117"/>
              <a:gd name="T6" fmla="*/ 0 w 91"/>
              <a:gd name="T7" fmla="*/ 51 h 117"/>
              <a:gd name="T8" fmla="*/ 0 w 91"/>
              <a:gd name="T9" fmla="*/ 0 h 117"/>
              <a:gd name="T10" fmla="*/ 91 w 91"/>
              <a:gd name="T11" fmla="*/ 0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1" h="117">
                <a:moveTo>
                  <a:pt x="91" y="0"/>
                </a:moveTo>
                <a:cubicBezTo>
                  <a:pt x="91" y="51"/>
                  <a:pt x="91" y="51"/>
                  <a:pt x="91" y="51"/>
                </a:cubicBezTo>
                <a:cubicBezTo>
                  <a:pt x="91" y="77"/>
                  <a:pt x="74" y="105"/>
                  <a:pt x="46" y="117"/>
                </a:cubicBezTo>
                <a:cubicBezTo>
                  <a:pt x="18" y="105"/>
                  <a:pt x="0" y="77"/>
                  <a:pt x="0" y="51"/>
                </a:cubicBezTo>
                <a:cubicBezTo>
                  <a:pt x="0" y="0"/>
                  <a:pt x="0" y="0"/>
                  <a:pt x="0" y="0"/>
                </a:cubicBezTo>
                <a:cubicBezTo>
                  <a:pt x="91" y="0"/>
                  <a:pt x="91" y="0"/>
                  <a:pt x="91" y="0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 userDrawn="1"/>
        </p:nvSpPr>
        <p:spPr bwMode="auto">
          <a:xfrm>
            <a:off x="7453313" y="415925"/>
            <a:ext cx="180975" cy="238125"/>
          </a:xfrm>
          <a:custGeom>
            <a:avLst/>
            <a:gdLst>
              <a:gd name="T0" fmla="*/ 0 w 114"/>
              <a:gd name="T1" fmla="*/ 74 h 150"/>
              <a:gd name="T2" fmla="*/ 58 w 114"/>
              <a:gd name="T3" fmla="*/ 0 h 150"/>
              <a:gd name="T4" fmla="*/ 114 w 114"/>
              <a:gd name="T5" fmla="*/ 74 h 150"/>
              <a:gd name="T6" fmla="*/ 58 w 114"/>
              <a:gd name="T7" fmla="*/ 150 h 150"/>
              <a:gd name="T8" fmla="*/ 0 w 114"/>
              <a:gd name="T9" fmla="*/ 74 h 150"/>
              <a:gd name="T10" fmla="*/ 0 w 114"/>
              <a:gd name="T11" fmla="*/ 74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" h="150">
                <a:moveTo>
                  <a:pt x="0" y="74"/>
                </a:moveTo>
                <a:lnTo>
                  <a:pt x="58" y="0"/>
                </a:lnTo>
                <a:lnTo>
                  <a:pt x="114" y="74"/>
                </a:lnTo>
                <a:lnTo>
                  <a:pt x="58" y="150"/>
                </a:lnTo>
                <a:lnTo>
                  <a:pt x="0" y="74"/>
                </a:lnTo>
                <a:lnTo>
                  <a:pt x="0" y="7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Freeform 11"/>
          <p:cNvSpPr>
            <a:spLocks/>
          </p:cNvSpPr>
          <p:nvPr userDrawn="1"/>
        </p:nvSpPr>
        <p:spPr bwMode="auto">
          <a:xfrm>
            <a:off x="7478713" y="466725"/>
            <a:ext cx="130175" cy="155575"/>
          </a:xfrm>
          <a:custGeom>
            <a:avLst/>
            <a:gdLst>
              <a:gd name="T0" fmla="*/ 18 w 41"/>
              <a:gd name="T1" fmla="*/ 26 h 49"/>
              <a:gd name="T2" fmla="*/ 21 w 41"/>
              <a:gd name="T3" fmla="*/ 49 h 49"/>
              <a:gd name="T4" fmla="*/ 21 w 41"/>
              <a:gd name="T5" fmla="*/ 49 h 49"/>
              <a:gd name="T6" fmla="*/ 21 w 41"/>
              <a:gd name="T7" fmla="*/ 49 h 49"/>
              <a:gd name="T8" fmla="*/ 23 w 41"/>
              <a:gd name="T9" fmla="*/ 26 h 49"/>
              <a:gd name="T10" fmla="*/ 23 w 41"/>
              <a:gd name="T11" fmla="*/ 24 h 49"/>
              <a:gd name="T12" fmla="*/ 32 w 41"/>
              <a:gd name="T13" fmla="*/ 24 h 49"/>
              <a:gd name="T14" fmla="*/ 32 w 41"/>
              <a:gd name="T15" fmla="*/ 25 h 49"/>
              <a:gd name="T16" fmla="*/ 35 w 41"/>
              <a:gd name="T17" fmla="*/ 28 h 49"/>
              <a:gd name="T18" fmla="*/ 37 w 41"/>
              <a:gd name="T19" fmla="*/ 25 h 49"/>
              <a:gd name="T20" fmla="*/ 37 w 41"/>
              <a:gd name="T21" fmla="*/ 24 h 49"/>
              <a:gd name="T22" fmla="*/ 38 w 41"/>
              <a:gd name="T23" fmla="*/ 24 h 49"/>
              <a:gd name="T24" fmla="*/ 41 w 41"/>
              <a:gd name="T25" fmla="*/ 21 h 49"/>
              <a:gd name="T26" fmla="*/ 38 w 41"/>
              <a:gd name="T27" fmla="*/ 19 h 49"/>
              <a:gd name="T28" fmla="*/ 37 w 41"/>
              <a:gd name="T29" fmla="*/ 19 h 49"/>
              <a:gd name="T30" fmla="*/ 37 w 41"/>
              <a:gd name="T31" fmla="*/ 18 h 49"/>
              <a:gd name="T32" fmla="*/ 35 w 41"/>
              <a:gd name="T33" fmla="*/ 15 h 49"/>
              <a:gd name="T34" fmla="*/ 32 w 41"/>
              <a:gd name="T35" fmla="*/ 18 h 49"/>
              <a:gd name="T36" fmla="*/ 32 w 41"/>
              <a:gd name="T37" fmla="*/ 19 h 49"/>
              <a:gd name="T38" fmla="*/ 23 w 41"/>
              <a:gd name="T39" fmla="*/ 19 h 49"/>
              <a:gd name="T40" fmla="*/ 23 w 41"/>
              <a:gd name="T41" fmla="*/ 9 h 49"/>
              <a:gd name="T42" fmla="*/ 24 w 41"/>
              <a:gd name="T43" fmla="*/ 9 h 49"/>
              <a:gd name="T44" fmla="*/ 27 w 41"/>
              <a:gd name="T45" fmla="*/ 6 h 49"/>
              <a:gd name="T46" fmla="*/ 24 w 41"/>
              <a:gd name="T47" fmla="*/ 3 h 49"/>
              <a:gd name="T48" fmla="*/ 23 w 41"/>
              <a:gd name="T49" fmla="*/ 3 h 49"/>
              <a:gd name="T50" fmla="*/ 23 w 41"/>
              <a:gd name="T51" fmla="*/ 3 h 49"/>
              <a:gd name="T52" fmla="*/ 21 w 41"/>
              <a:gd name="T53" fmla="*/ 0 h 49"/>
              <a:gd name="T54" fmla="*/ 18 w 41"/>
              <a:gd name="T55" fmla="*/ 3 h 49"/>
              <a:gd name="T56" fmla="*/ 18 w 41"/>
              <a:gd name="T57" fmla="*/ 3 h 49"/>
              <a:gd name="T58" fmla="*/ 17 w 41"/>
              <a:gd name="T59" fmla="*/ 3 h 49"/>
              <a:gd name="T60" fmla="*/ 14 w 41"/>
              <a:gd name="T61" fmla="*/ 6 h 49"/>
              <a:gd name="T62" fmla="*/ 17 w 41"/>
              <a:gd name="T63" fmla="*/ 9 h 49"/>
              <a:gd name="T64" fmla="*/ 18 w 41"/>
              <a:gd name="T65" fmla="*/ 9 h 49"/>
              <a:gd name="T66" fmla="*/ 18 w 41"/>
              <a:gd name="T67" fmla="*/ 19 h 49"/>
              <a:gd name="T68" fmla="*/ 18 w 41"/>
              <a:gd name="T69" fmla="*/ 19 h 49"/>
              <a:gd name="T70" fmla="*/ 10 w 41"/>
              <a:gd name="T71" fmla="*/ 19 h 49"/>
              <a:gd name="T72" fmla="*/ 10 w 41"/>
              <a:gd name="T73" fmla="*/ 18 h 49"/>
              <a:gd name="T74" fmla="*/ 7 w 41"/>
              <a:gd name="T75" fmla="*/ 15 h 49"/>
              <a:gd name="T76" fmla="*/ 4 w 41"/>
              <a:gd name="T77" fmla="*/ 18 h 49"/>
              <a:gd name="T78" fmla="*/ 4 w 41"/>
              <a:gd name="T79" fmla="*/ 19 h 49"/>
              <a:gd name="T80" fmla="*/ 4 w 41"/>
              <a:gd name="T81" fmla="*/ 19 h 49"/>
              <a:gd name="T82" fmla="*/ 0 w 41"/>
              <a:gd name="T83" fmla="*/ 21 h 49"/>
              <a:gd name="T84" fmla="*/ 4 w 41"/>
              <a:gd name="T85" fmla="*/ 24 h 49"/>
              <a:gd name="T86" fmla="*/ 4 w 41"/>
              <a:gd name="T87" fmla="*/ 24 h 49"/>
              <a:gd name="T88" fmla="*/ 4 w 41"/>
              <a:gd name="T89" fmla="*/ 25 h 49"/>
              <a:gd name="T90" fmla="*/ 7 w 41"/>
              <a:gd name="T91" fmla="*/ 28 h 49"/>
              <a:gd name="T92" fmla="*/ 10 w 41"/>
              <a:gd name="T93" fmla="*/ 25 h 49"/>
              <a:gd name="T94" fmla="*/ 10 w 41"/>
              <a:gd name="T95" fmla="*/ 24 h 49"/>
              <a:gd name="T96" fmla="*/ 18 w 41"/>
              <a:gd name="T97" fmla="*/ 24 h 49"/>
              <a:gd name="T98" fmla="*/ 18 w 41"/>
              <a:gd name="T99" fmla="*/ 26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1" h="49">
                <a:moveTo>
                  <a:pt x="18" y="26"/>
                </a:moveTo>
                <a:cubicBezTo>
                  <a:pt x="18" y="36"/>
                  <a:pt x="20" y="48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9"/>
                  <a:pt x="21" y="49"/>
                  <a:pt x="21" y="49"/>
                </a:cubicBezTo>
                <a:cubicBezTo>
                  <a:pt x="21" y="48"/>
                  <a:pt x="23" y="36"/>
                  <a:pt x="23" y="26"/>
                </a:cubicBezTo>
                <a:cubicBezTo>
                  <a:pt x="23" y="24"/>
                  <a:pt x="23" y="24"/>
                  <a:pt x="23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32" y="25"/>
                  <a:pt x="32" y="25"/>
                  <a:pt x="32" y="25"/>
                </a:cubicBezTo>
                <a:cubicBezTo>
                  <a:pt x="32" y="26"/>
                  <a:pt x="33" y="28"/>
                  <a:pt x="35" y="28"/>
                </a:cubicBezTo>
                <a:cubicBezTo>
                  <a:pt x="36" y="28"/>
                  <a:pt x="37" y="26"/>
                  <a:pt x="37" y="25"/>
                </a:cubicBezTo>
                <a:cubicBezTo>
                  <a:pt x="37" y="24"/>
                  <a:pt x="37" y="24"/>
                  <a:pt x="37" y="24"/>
                </a:cubicBezTo>
                <a:cubicBezTo>
                  <a:pt x="38" y="24"/>
                  <a:pt x="38" y="24"/>
                  <a:pt x="38" y="24"/>
                </a:cubicBezTo>
                <a:cubicBezTo>
                  <a:pt x="39" y="24"/>
                  <a:pt x="41" y="23"/>
                  <a:pt x="41" y="21"/>
                </a:cubicBezTo>
                <a:cubicBezTo>
                  <a:pt x="41" y="20"/>
                  <a:pt x="39" y="19"/>
                  <a:pt x="38" y="19"/>
                </a:cubicBezTo>
                <a:cubicBezTo>
                  <a:pt x="37" y="19"/>
                  <a:pt x="37" y="19"/>
                  <a:pt x="37" y="19"/>
                </a:cubicBezTo>
                <a:cubicBezTo>
                  <a:pt x="37" y="18"/>
                  <a:pt x="37" y="18"/>
                  <a:pt x="37" y="18"/>
                </a:cubicBezTo>
                <a:cubicBezTo>
                  <a:pt x="37" y="17"/>
                  <a:pt x="36" y="15"/>
                  <a:pt x="35" y="15"/>
                </a:cubicBezTo>
                <a:cubicBezTo>
                  <a:pt x="33" y="15"/>
                  <a:pt x="32" y="17"/>
                  <a:pt x="32" y="18"/>
                </a:cubicBezTo>
                <a:cubicBezTo>
                  <a:pt x="32" y="19"/>
                  <a:pt x="32" y="19"/>
                  <a:pt x="32" y="19"/>
                </a:cubicBezTo>
                <a:cubicBezTo>
                  <a:pt x="23" y="19"/>
                  <a:pt x="23" y="19"/>
                  <a:pt x="23" y="19"/>
                </a:cubicBezTo>
                <a:cubicBezTo>
                  <a:pt x="23" y="9"/>
                  <a:pt x="23" y="9"/>
                  <a:pt x="23" y="9"/>
                </a:cubicBezTo>
                <a:cubicBezTo>
                  <a:pt x="24" y="9"/>
                  <a:pt x="24" y="9"/>
                  <a:pt x="24" y="9"/>
                </a:cubicBezTo>
                <a:cubicBezTo>
                  <a:pt x="25" y="9"/>
                  <a:pt x="27" y="8"/>
                  <a:pt x="27" y="6"/>
                </a:cubicBezTo>
                <a:cubicBezTo>
                  <a:pt x="27" y="5"/>
                  <a:pt x="25" y="3"/>
                  <a:pt x="24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2" y="0"/>
                  <a:pt x="21" y="0"/>
                </a:cubicBezTo>
                <a:cubicBezTo>
                  <a:pt x="19" y="0"/>
                  <a:pt x="18" y="1"/>
                  <a:pt x="18" y="3"/>
                </a:cubicBezTo>
                <a:cubicBezTo>
                  <a:pt x="18" y="3"/>
                  <a:pt x="18" y="3"/>
                  <a:pt x="18" y="3"/>
                </a:cubicBezTo>
                <a:cubicBezTo>
                  <a:pt x="17" y="3"/>
                  <a:pt x="17" y="3"/>
                  <a:pt x="17" y="3"/>
                </a:cubicBezTo>
                <a:cubicBezTo>
                  <a:pt x="16" y="3"/>
                  <a:pt x="14" y="5"/>
                  <a:pt x="14" y="6"/>
                </a:cubicBezTo>
                <a:cubicBezTo>
                  <a:pt x="14" y="8"/>
                  <a:pt x="16" y="9"/>
                  <a:pt x="17" y="9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19"/>
                  <a:pt x="18" y="19"/>
                  <a:pt x="18" y="19"/>
                </a:cubicBezTo>
                <a:cubicBezTo>
                  <a:pt x="18" y="19"/>
                  <a:pt x="18" y="19"/>
                  <a:pt x="18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18"/>
                  <a:pt x="10" y="18"/>
                  <a:pt x="10" y="18"/>
                </a:cubicBezTo>
                <a:cubicBezTo>
                  <a:pt x="10" y="17"/>
                  <a:pt x="8" y="15"/>
                  <a:pt x="7" y="15"/>
                </a:cubicBezTo>
                <a:cubicBezTo>
                  <a:pt x="5" y="15"/>
                  <a:pt x="4" y="17"/>
                  <a:pt x="4" y="18"/>
                </a:cubicBezTo>
                <a:cubicBezTo>
                  <a:pt x="4" y="19"/>
                  <a:pt x="4" y="19"/>
                  <a:pt x="4" y="19"/>
                </a:cubicBezTo>
                <a:cubicBezTo>
                  <a:pt x="4" y="19"/>
                  <a:pt x="4" y="19"/>
                  <a:pt x="4" y="19"/>
                </a:cubicBezTo>
                <a:cubicBezTo>
                  <a:pt x="2" y="19"/>
                  <a:pt x="0" y="20"/>
                  <a:pt x="0" y="21"/>
                </a:cubicBezTo>
                <a:cubicBezTo>
                  <a:pt x="0" y="23"/>
                  <a:pt x="2" y="24"/>
                  <a:pt x="4" y="24"/>
                </a:cubicBezTo>
                <a:cubicBezTo>
                  <a:pt x="4" y="24"/>
                  <a:pt x="4" y="24"/>
                  <a:pt x="4" y="24"/>
                </a:cubicBezTo>
                <a:cubicBezTo>
                  <a:pt x="4" y="25"/>
                  <a:pt x="4" y="25"/>
                  <a:pt x="4" y="25"/>
                </a:cubicBezTo>
                <a:cubicBezTo>
                  <a:pt x="4" y="26"/>
                  <a:pt x="5" y="28"/>
                  <a:pt x="7" y="28"/>
                </a:cubicBezTo>
                <a:cubicBezTo>
                  <a:pt x="8" y="28"/>
                  <a:pt x="10" y="26"/>
                  <a:pt x="10" y="25"/>
                </a:cubicBezTo>
                <a:cubicBezTo>
                  <a:pt x="10" y="24"/>
                  <a:pt x="10" y="24"/>
                  <a:pt x="10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26"/>
                  <a:pt x="18" y="26"/>
                  <a:pt x="18" y="26"/>
                </a:cubicBezTo>
                <a:close/>
              </a:path>
            </a:pathLst>
          </a:custGeom>
          <a:solidFill>
            <a:srgbClr val="E2231A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Freeform 12"/>
          <p:cNvSpPr>
            <a:spLocks noEditPoints="1"/>
          </p:cNvSpPr>
          <p:nvPr userDrawn="1"/>
        </p:nvSpPr>
        <p:spPr bwMode="auto">
          <a:xfrm>
            <a:off x="73993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10 w 34"/>
              <a:gd name="T9" fmla="*/ 26 h 32"/>
              <a:gd name="T10" fmla="*/ 26 w 34"/>
              <a:gd name="T11" fmla="*/ 26 h 32"/>
              <a:gd name="T12" fmla="*/ 30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2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10" y="26"/>
                </a:lnTo>
                <a:lnTo>
                  <a:pt x="26" y="26"/>
                </a:lnTo>
                <a:lnTo>
                  <a:pt x="30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2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Freeform 13"/>
          <p:cNvSpPr>
            <a:spLocks/>
          </p:cNvSpPr>
          <p:nvPr userDrawn="1"/>
        </p:nvSpPr>
        <p:spPr bwMode="auto">
          <a:xfrm>
            <a:off x="7456488" y="800100"/>
            <a:ext cx="44450" cy="50800"/>
          </a:xfrm>
          <a:custGeom>
            <a:avLst/>
            <a:gdLst>
              <a:gd name="T0" fmla="*/ 11 w 14"/>
              <a:gd name="T1" fmla="*/ 9 h 16"/>
              <a:gd name="T2" fmla="*/ 7 w 14"/>
              <a:gd name="T3" fmla="*/ 14 h 16"/>
              <a:gd name="T4" fmla="*/ 3 w 14"/>
              <a:gd name="T5" fmla="*/ 9 h 16"/>
              <a:gd name="T6" fmla="*/ 3 w 14"/>
              <a:gd name="T7" fmla="*/ 0 h 16"/>
              <a:gd name="T8" fmla="*/ 0 w 14"/>
              <a:gd name="T9" fmla="*/ 0 h 16"/>
              <a:gd name="T10" fmla="*/ 0 w 14"/>
              <a:gd name="T11" fmla="*/ 9 h 16"/>
              <a:gd name="T12" fmla="*/ 7 w 14"/>
              <a:gd name="T13" fmla="*/ 16 h 16"/>
              <a:gd name="T14" fmla="*/ 14 w 14"/>
              <a:gd name="T15" fmla="*/ 9 h 16"/>
              <a:gd name="T16" fmla="*/ 14 w 14"/>
              <a:gd name="T17" fmla="*/ 0 h 16"/>
              <a:gd name="T18" fmla="*/ 11 w 14"/>
              <a:gd name="T19" fmla="*/ 0 h 16"/>
              <a:gd name="T20" fmla="*/ 11 w 14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3" y="12"/>
                  <a:pt x="3" y="9"/>
                </a:cubicBezTo>
                <a:cubicBezTo>
                  <a:pt x="3" y="0"/>
                  <a:pt x="3" y="0"/>
                  <a:pt x="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4" y="16"/>
                  <a:pt x="7" y="16"/>
                </a:cubicBezTo>
                <a:cubicBezTo>
                  <a:pt x="10" y="16"/>
                  <a:pt x="14" y="14"/>
                  <a:pt x="14" y="9"/>
                </a:cubicBezTo>
                <a:cubicBezTo>
                  <a:pt x="14" y="0"/>
                  <a:pt x="14" y="0"/>
                  <a:pt x="14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Freeform 14"/>
          <p:cNvSpPr>
            <a:spLocks/>
          </p:cNvSpPr>
          <p:nvPr userDrawn="1"/>
        </p:nvSpPr>
        <p:spPr bwMode="auto">
          <a:xfrm>
            <a:off x="7510463" y="796925"/>
            <a:ext cx="41275" cy="53975"/>
          </a:xfrm>
          <a:custGeom>
            <a:avLst/>
            <a:gdLst>
              <a:gd name="T0" fmla="*/ 7 w 13"/>
              <a:gd name="T1" fmla="*/ 7 h 17"/>
              <a:gd name="T2" fmla="*/ 3 w 13"/>
              <a:gd name="T3" fmla="*/ 5 h 17"/>
              <a:gd name="T4" fmla="*/ 7 w 13"/>
              <a:gd name="T5" fmla="*/ 3 h 17"/>
              <a:gd name="T6" fmla="*/ 11 w 13"/>
              <a:gd name="T7" fmla="*/ 5 h 17"/>
              <a:gd name="T8" fmla="*/ 11 w 13"/>
              <a:gd name="T9" fmla="*/ 5 h 17"/>
              <a:gd name="T10" fmla="*/ 13 w 13"/>
              <a:gd name="T11" fmla="*/ 4 h 17"/>
              <a:gd name="T12" fmla="*/ 13 w 13"/>
              <a:gd name="T13" fmla="*/ 3 h 17"/>
              <a:gd name="T14" fmla="*/ 7 w 13"/>
              <a:gd name="T15" fmla="*/ 0 h 17"/>
              <a:gd name="T16" fmla="*/ 2 w 13"/>
              <a:gd name="T17" fmla="*/ 2 h 17"/>
              <a:gd name="T18" fmla="*/ 0 w 13"/>
              <a:gd name="T19" fmla="*/ 5 h 17"/>
              <a:gd name="T20" fmla="*/ 7 w 13"/>
              <a:gd name="T21" fmla="*/ 10 h 17"/>
              <a:gd name="T22" fmla="*/ 11 w 13"/>
              <a:gd name="T23" fmla="*/ 12 h 17"/>
              <a:gd name="T24" fmla="*/ 7 w 13"/>
              <a:gd name="T25" fmla="*/ 15 h 17"/>
              <a:gd name="T26" fmla="*/ 2 w 13"/>
              <a:gd name="T27" fmla="*/ 12 h 17"/>
              <a:gd name="T28" fmla="*/ 2 w 13"/>
              <a:gd name="T29" fmla="*/ 12 h 17"/>
              <a:gd name="T30" fmla="*/ 0 w 13"/>
              <a:gd name="T31" fmla="*/ 13 h 17"/>
              <a:gd name="T32" fmla="*/ 0 w 13"/>
              <a:gd name="T33" fmla="*/ 14 h 17"/>
              <a:gd name="T34" fmla="*/ 7 w 13"/>
              <a:gd name="T35" fmla="*/ 17 h 17"/>
              <a:gd name="T36" fmla="*/ 13 w 13"/>
              <a:gd name="T37" fmla="*/ 12 h 17"/>
              <a:gd name="T38" fmla="*/ 7 w 13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3" h="17">
                <a:moveTo>
                  <a:pt x="7" y="7"/>
                </a:moveTo>
                <a:cubicBezTo>
                  <a:pt x="5" y="7"/>
                  <a:pt x="3" y="6"/>
                  <a:pt x="3" y="5"/>
                </a:cubicBezTo>
                <a:cubicBezTo>
                  <a:pt x="3" y="4"/>
                  <a:pt x="5" y="3"/>
                  <a:pt x="7" y="3"/>
                </a:cubicBezTo>
                <a:cubicBezTo>
                  <a:pt x="9" y="3"/>
                  <a:pt x="10" y="3"/>
                  <a:pt x="11" y="5"/>
                </a:cubicBezTo>
                <a:cubicBezTo>
                  <a:pt x="11" y="5"/>
                  <a:pt x="11" y="5"/>
                  <a:pt x="11" y="5"/>
                </a:cubicBezTo>
                <a:cubicBezTo>
                  <a:pt x="13" y="4"/>
                  <a:pt x="13" y="4"/>
                  <a:pt x="13" y="4"/>
                </a:cubicBezTo>
                <a:cubicBezTo>
                  <a:pt x="13" y="3"/>
                  <a:pt x="13" y="3"/>
                  <a:pt x="13" y="3"/>
                </a:cubicBezTo>
                <a:cubicBezTo>
                  <a:pt x="12" y="1"/>
                  <a:pt x="10" y="0"/>
                  <a:pt x="7" y="0"/>
                </a:cubicBezTo>
                <a:cubicBezTo>
                  <a:pt x="5" y="0"/>
                  <a:pt x="3" y="1"/>
                  <a:pt x="2" y="2"/>
                </a:cubicBezTo>
                <a:cubicBezTo>
                  <a:pt x="1" y="3"/>
                  <a:pt x="0" y="4"/>
                  <a:pt x="0" y="5"/>
                </a:cubicBezTo>
                <a:cubicBezTo>
                  <a:pt x="0" y="9"/>
                  <a:pt x="4" y="9"/>
                  <a:pt x="7" y="10"/>
                </a:cubicBezTo>
                <a:cubicBezTo>
                  <a:pt x="9" y="10"/>
                  <a:pt x="11" y="11"/>
                  <a:pt x="11" y="12"/>
                </a:cubicBezTo>
                <a:cubicBezTo>
                  <a:pt x="11" y="15"/>
                  <a:pt x="8" y="15"/>
                  <a:pt x="7" y="15"/>
                </a:cubicBezTo>
                <a:cubicBezTo>
                  <a:pt x="5" y="15"/>
                  <a:pt x="3" y="14"/>
                  <a:pt x="2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1" y="16"/>
                  <a:pt x="3" y="17"/>
                  <a:pt x="7" y="17"/>
                </a:cubicBezTo>
                <a:cubicBezTo>
                  <a:pt x="10" y="17"/>
                  <a:pt x="13" y="16"/>
                  <a:pt x="13" y="12"/>
                </a:cubicBezTo>
                <a:cubicBezTo>
                  <a:pt x="13" y="9"/>
                  <a:pt x="10" y="8"/>
                  <a:pt x="7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Freeform 15"/>
          <p:cNvSpPr>
            <a:spLocks/>
          </p:cNvSpPr>
          <p:nvPr userDrawn="1"/>
        </p:nvSpPr>
        <p:spPr bwMode="auto">
          <a:xfrm>
            <a:off x="7558088" y="800100"/>
            <a:ext cx="41275" cy="50800"/>
          </a:xfrm>
          <a:custGeom>
            <a:avLst/>
            <a:gdLst>
              <a:gd name="T0" fmla="*/ 0 w 26"/>
              <a:gd name="T1" fmla="*/ 4 h 32"/>
              <a:gd name="T2" fmla="*/ 10 w 26"/>
              <a:gd name="T3" fmla="*/ 4 h 32"/>
              <a:gd name="T4" fmla="*/ 10 w 26"/>
              <a:gd name="T5" fmla="*/ 32 h 32"/>
              <a:gd name="T6" fmla="*/ 16 w 26"/>
              <a:gd name="T7" fmla="*/ 32 h 32"/>
              <a:gd name="T8" fmla="*/ 16 w 26"/>
              <a:gd name="T9" fmla="*/ 4 h 32"/>
              <a:gd name="T10" fmla="*/ 26 w 26"/>
              <a:gd name="T11" fmla="*/ 4 h 32"/>
              <a:gd name="T12" fmla="*/ 26 w 26"/>
              <a:gd name="T13" fmla="*/ 0 h 32"/>
              <a:gd name="T14" fmla="*/ 0 w 26"/>
              <a:gd name="T15" fmla="*/ 0 h 32"/>
              <a:gd name="T16" fmla="*/ 0 w 26"/>
              <a:gd name="T17" fmla="*/ 4 h 32"/>
              <a:gd name="T18" fmla="*/ 0 w 26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" h="32">
                <a:moveTo>
                  <a:pt x="0" y="4"/>
                </a:move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26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Freeform 16"/>
          <p:cNvSpPr>
            <a:spLocks noEditPoints="1"/>
          </p:cNvSpPr>
          <p:nvPr userDrawn="1"/>
        </p:nvSpPr>
        <p:spPr bwMode="auto">
          <a:xfrm>
            <a:off x="760888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0 w 14"/>
              <a:gd name="T15" fmla="*/ 16 h 16"/>
              <a:gd name="T16" fmla="*/ 14 w 14"/>
              <a:gd name="T17" fmla="*/ 16 h 16"/>
              <a:gd name="T18" fmla="*/ 8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0" y="16"/>
                  <a:pt x="10" y="16"/>
                  <a:pt x="10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8" y="10"/>
                  <a:pt x="8" y="10"/>
                  <a:pt x="8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Freeform 17"/>
          <p:cNvSpPr>
            <a:spLocks noEditPoints="1"/>
          </p:cNvSpPr>
          <p:nvPr userDrawn="1"/>
        </p:nvSpPr>
        <p:spPr bwMode="auto">
          <a:xfrm>
            <a:off x="7656513" y="800100"/>
            <a:ext cx="53975" cy="50800"/>
          </a:xfrm>
          <a:custGeom>
            <a:avLst/>
            <a:gdLst>
              <a:gd name="T0" fmla="*/ 18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4 w 34"/>
              <a:gd name="T7" fmla="*/ 32 h 32"/>
              <a:gd name="T8" fmla="*/ 8 w 34"/>
              <a:gd name="T9" fmla="*/ 26 h 32"/>
              <a:gd name="T10" fmla="*/ 24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18 w 34"/>
              <a:gd name="T19" fmla="*/ 0 h 32"/>
              <a:gd name="T20" fmla="*/ 18 w 34"/>
              <a:gd name="T21" fmla="*/ 0 h 32"/>
              <a:gd name="T22" fmla="*/ 22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2 w 34"/>
              <a:gd name="T29" fmla="*/ 20 h 32"/>
              <a:gd name="T30" fmla="*/ 22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18" y="0"/>
                </a:moveTo>
                <a:lnTo>
                  <a:pt x="14" y="0"/>
                </a:lnTo>
                <a:lnTo>
                  <a:pt x="0" y="32"/>
                </a:lnTo>
                <a:lnTo>
                  <a:pt x="4" y="32"/>
                </a:lnTo>
                <a:lnTo>
                  <a:pt x="8" y="26"/>
                </a:lnTo>
                <a:lnTo>
                  <a:pt x="24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18" y="0"/>
                </a:lnTo>
                <a:lnTo>
                  <a:pt x="18" y="0"/>
                </a:lnTo>
                <a:close/>
                <a:moveTo>
                  <a:pt x="22" y="20"/>
                </a:moveTo>
                <a:lnTo>
                  <a:pt x="10" y="20"/>
                </a:lnTo>
                <a:lnTo>
                  <a:pt x="16" y="6"/>
                </a:lnTo>
                <a:lnTo>
                  <a:pt x="22" y="20"/>
                </a:lnTo>
                <a:lnTo>
                  <a:pt x="22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reeform 18"/>
          <p:cNvSpPr>
            <a:spLocks/>
          </p:cNvSpPr>
          <p:nvPr userDrawn="1"/>
        </p:nvSpPr>
        <p:spPr bwMode="auto">
          <a:xfrm>
            <a:off x="77168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reeform 19"/>
          <p:cNvSpPr>
            <a:spLocks/>
          </p:cNvSpPr>
          <p:nvPr userDrawn="1"/>
        </p:nvSpPr>
        <p:spPr bwMode="auto">
          <a:xfrm>
            <a:off x="77612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reeform 20"/>
          <p:cNvSpPr>
            <a:spLocks noEditPoints="1"/>
          </p:cNvSpPr>
          <p:nvPr userDrawn="1"/>
        </p:nvSpPr>
        <p:spPr bwMode="auto">
          <a:xfrm>
            <a:off x="7777163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8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8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reeform 21"/>
          <p:cNvSpPr>
            <a:spLocks/>
          </p:cNvSpPr>
          <p:nvPr userDrawn="1"/>
        </p:nvSpPr>
        <p:spPr bwMode="auto">
          <a:xfrm>
            <a:off x="7840663" y="800100"/>
            <a:ext cx="41275" cy="50800"/>
          </a:xfrm>
          <a:custGeom>
            <a:avLst/>
            <a:gdLst>
              <a:gd name="T0" fmla="*/ 22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2 w 26"/>
              <a:gd name="T19" fmla="*/ 0 h 32"/>
              <a:gd name="T20" fmla="*/ 22 w 26"/>
              <a:gd name="T21" fmla="*/ 22 h 32"/>
              <a:gd name="T22" fmla="*/ 22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2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2" y="0"/>
                </a:lnTo>
                <a:lnTo>
                  <a:pt x="22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Freeform 22"/>
          <p:cNvSpPr>
            <a:spLocks/>
          </p:cNvSpPr>
          <p:nvPr userDrawn="1"/>
        </p:nvSpPr>
        <p:spPr bwMode="auto">
          <a:xfrm>
            <a:off x="7920038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2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4" y="15"/>
                  <a:pt x="3" y="12"/>
                  <a:pt x="3" y="9"/>
                </a:cubicBezTo>
                <a:cubicBezTo>
                  <a:pt x="3" y="6"/>
                  <a:pt x="4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2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Freeform 23"/>
          <p:cNvSpPr>
            <a:spLocks noEditPoints="1"/>
          </p:cNvSpPr>
          <p:nvPr userDrawn="1"/>
        </p:nvSpPr>
        <p:spPr bwMode="auto">
          <a:xfrm>
            <a:off x="7970838" y="800100"/>
            <a:ext cx="53975" cy="50800"/>
          </a:xfrm>
          <a:custGeom>
            <a:avLst/>
            <a:gdLst>
              <a:gd name="T0" fmla="*/ 20 w 34"/>
              <a:gd name="T1" fmla="*/ 0 h 32"/>
              <a:gd name="T2" fmla="*/ 14 w 34"/>
              <a:gd name="T3" fmla="*/ 0 h 32"/>
              <a:gd name="T4" fmla="*/ 0 w 34"/>
              <a:gd name="T5" fmla="*/ 32 h 32"/>
              <a:gd name="T6" fmla="*/ 6 w 34"/>
              <a:gd name="T7" fmla="*/ 32 h 32"/>
              <a:gd name="T8" fmla="*/ 8 w 34"/>
              <a:gd name="T9" fmla="*/ 26 h 32"/>
              <a:gd name="T10" fmla="*/ 26 w 34"/>
              <a:gd name="T11" fmla="*/ 26 h 32"/>
              <a:gd name="T12" fmla="*/ 28 w 34"/>
              <a:gd name="T13" fmla="*/ 32 h 32"/>
              <a:gd name="T14" fmla="*/ 34 w 34"/>
              <a:gd name="T15" fmla="*/ 32 h 32"/>
              <a:gd name="T16" fmla="*/ 20 w 34"/>
              <a:gd name="T17" fmla="*/ 0 h 32"/>
              <a:gd name="T18" fmla="*/ 20 w 34"/>
              <a:gd name="T19" fmla="*/ 0 h 32"/>
              <a:gd name="T20" fmla="*/ 20 w 34"/>
              <a:gd name="T21" fmla="*/ 0 h 32"/>
              <a:gd name="T22" fmla="*/ 24 w 34"/>
              <a:gd name="T23" fmla="*/ 20 h 32"/>
              <a:gd name="T24" fmla="*/ 10 w 34"/>
              <a:gd name="T25" fmla="*/ 20 h 32"/>
              <a:gd name="T26" fmla="*/ 16 w 34"/>
              <a:gd name="T27" fmla="*/ 6 h 32"/>
              <a:gd name="T28" fmla="*/ 24 w 34"/>
              <a:gd name="T29" fmla="*/ 20 h 32"/>
              <a:gd name="T30" fmla="*/ 24 w 34"/>
              <a:gd name="T31" fmla="*/ 2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4" h="32">
                <a:moveTo>
                  <a:pt x="20" y="0"/>
                </a:moveTo>
                <a:lnTo>
                  <a:pt x="14" y="0"/>
                </a:lnTo>
                <a:lnTo>
                  <a:pt x="0" y="32"/>
                </a:lnTo>
                <a:lnTo>
                  <a:pt x="6" y="32"/>
                </a:lnTo>
                <a:lnTo>
                  <a:pt x="8" y="26"/>
                </a:lnTo>
                <a:lnTo>
                  <a:pt x="26" y="26"/>
                </a:lnTo>
                <a:lnTo>
                  <a:pt x="28" y="32"/>
                </a:lnTo>
                <a:lnTo>
                  <a:pt x="34" y="32"/>
                </a:lnTo>
                <a:lnTo>
                  <a:pt x="20" y="0"/>
                </a:lnTo>
                <a:lnTo>
                  <a:pt x="20" y="0"/>
                </a:lnTo>
                <a:lnTo>
                  <a:pt x="20" y="0"/>
                </a:lnTo>
                <a:close/>
                <a:moveTo>
                  <a:pt x="24" y="20"/>
                </a:moveTo>
                <a:lnTo>
                  <a:pt x="10" y="20"/>
                </a:lnTo>
                <a:lnTo>
                  <a:pt x="16" y="6"/>
                </a:lnTo>
                <a:lnTo>
                  <a:pt x="24" y="20"/>
                </a:lnTo>
                <a:lnTo>
                  <a:pt x="24" y="2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Freeform 24"/>
          <p:cNvSpPr>
            <a:spLocks/>
          </p:cNvSpPr>
          <p:nvPr userDrawn="1"/>
        </p:nvSpPr>
        <p:spPr bwMode="auto">
          <a:xfrm>
            <a:off x="8021638" y="800100"/>
            <a:ext cx="44450" cy="50800"/>
          </a:xfrm>
          <a:custGeom>
            <a:avLst/>
            <a:gdLst>
              <a:gd name="T0" fmla="*/ 0 w 28"/>
              <a:gd name="T1" fmla="*/ 4 h 32"/>
              <a:gd name="T2" fmla="*/ 12 w 28"/>
              <a:gd name="T3" fmla="*/ 4 h 32"/>
              <a:gd name="T4" fmla="*/ 12 w 28"/>
              <a:gd name="T5" fmla="*/ 32 h 32"/>
              <a:gd name="T6" fmla="*/ 16 w 28"/>
              <a:gd name="T7" fmla="*/ 32 h 32"/>
              <a:gd name="T8" fmla="*/ 16 w 28"/>
              <a:gd name="T9" fmla="*/ 4 h 32"/>
              <a:gd name="T10" fmla="*/ 28 w 28"/>
              <a:gd name="T11" fmla="*/ 4 h 32"/>
              <a:gd name="T12" fmla="*/ 28 w 28"/>
              <a:gd name="T13" fmla="*/ 0 h 32"/>
              <a:gd name="T14" fmla="*/ 0 w 28"/>
              <a:gd name="T15" fmla="*/ 0 h 32"/>
              <a:gd name="T16" fmla="*/ 0 w 28"/>
              <a:gd name="T17" fmla="*/ 4 h 32"/>
              <a:gd name="T18" fmla="*/ 0 w 28"/>
              <a:gd name="T19" fmla="*/ 4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8" h="32">
                <a:moveTo>
                  <a:pt x="0" y="4"/>
                </a:moveTo>
                <a:lnTo>
                  <a:pt x="12" y="4"/>
                </a:lnTo>
                <a:lnTo>
                  <a:pt x="12" y="32"/>
                </a:lnTo>
                <a:lnTo>
                  <a:pt x="16" y="32"/>
                </a:lnTo>
                <a:lnTo>
                  <a:pt x="16" y="4"/>
                </a:lnTo>
                <a:lnTo>
                  <a:pt x="28" y="4"/>
                </a:lnTo>
                <a:lnTo>
                  <a:pt x="28" y="0"/>
                </a:lnTo>
                <a:lnTo>
                  <a:pt x="0" y="0"/>
                </a:lnTo>
                <a:lnTo>
                  <a:pt x="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Freeform 25"/>
          <p:cNvSpPr>
            <a:spLocks/>
          </p:cNvSpPr>
          <p:nvPr userDrawn="1"/>
        </p:nvSpPr>
        <p:spPr bwMode="auto">
          <a:xfrm>
            <a:off x="8072438" y="800100"/>
            <a:ext cx="44450" cy="50800"/>
          </a:xfrm>
          <a:custGeom>
            <a:avLst/>
            <a:gdLst>
              <a:gd name="T0" fmla="*/ 22 w 28"/>
              <a:gd name="T1" fmla="*/ 12 h 32"/>
              <a:gd name="T2" fmla="*/ 6 w 28"/>
              <a:gd name="T3" fmla="*/ 12 h 32"/>
              <a:gd name="T4" fmla="*/ 6 w 28"/>
              <a:gd name="T5" fmla="*/ 0 h 32"/>
              <a:gd name="T6" fmla="*/ 0 w 28"/>
              <a:gd name="T7" fmla="*/ 0 h 32"/>
              <a:gd name="T8" fmla="*/ 0 w 28"/>
              <a:gd name="T9" fmla="*/ 32 h 32"/>
              <a:gd name="T10" fmla="*/ 6 w 28"/>
              <a:gd name="T11" fmla="*/ 32 h 32"/>
              <a:gd name="T12" fmla="*/ 6 w 28"/>
              <a:gd name="T13" fmla="*/ 18 h 32"/>
              <a:gd name="T14" fmla="*/ 22 w 28"/>
              <a:gd name="T15" fmla="*/ 18 h 32"/>
              <a:gd name="T16" fmla="*/ 22 w 28"/>
              <a:gd name="T17" fmla="*/ 32 h 32"/>
              <a:gd name="T18" fmla="*/ 28 w 28"/>
              <a:gd name="T19" fmla="*/ 32 h 32"/>
              <a:gd name="T20" fmla="*/ 28 w 28"/>
              <a:gd name="T21" fmla="*/ 0 h 32"/>
              <a:gd name="T22" fmla="*/ 22 w 28"/>
              <a:gd name="T23" fmla="*/ 0 h 32"/>
              <a:gd name="T24" fmla="*/ 22 w 28"/>
              <a:gd name="T25" fmla="*/ 12 h 32"/>
              <a:gd name="T26" fmla="*/ 22 w 28"/>
              <a:gd name="T27" fmla="*/ 1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" h="32">
                <a:moveTo>
                  <a:pt x="22" y="12"/>
                </a:moveTo>
                <a:lnTo>
                  <a:pt x="6" y="1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6" y="32"/>
                </a:lnTo>
                <a:lnTo>
                  <a:pt x="6" y="18"/>
                </a:lnTo>
                <a:lnTo>
                  <a:pt x="22" y="18"/>
                </a:lnTo>
                <a:lnTo>
                  <a:pt x="22" y="32"/>
                </a:lnTo>
                <a:lnTo>
                  <a:pt x="28" y="32"/>
                </a:lnTo>
                <a:lnTo>
                  <a:pt x="28" y="0"/>
                </a:lnTo>
                <a:lnTo>
                  <a:pt x="22" y="0"/>
                </a:lnTo>
                <a:lnTo>
                  <a:pt x="22" y="12"/>
                </a:lnTo>
                <a:lnTo>
                  <a:pt x="22" y="1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Freeform 26"/>
          <p:cNvSpPr>
            <a:spLocks noEditPoints="1"/>
          </p:cNvSpPr>
          <p:nvPr userDrawn="1"/>
        </p:nvSpPr>
        <p:spPr bwMode="auto">
          <a:xfrm>
            <a:off x="8126413" y="796925"/>
            <a:ext cx="50800" cy="53975"/>
          </a:xfrm>
          <a:custGeom>
            <a:avLst/>
            <a:gdLst>
              <a:gd name="T0" fmla="*/ 8 w 16"/>
              <a:gd name="T1" fmla="*/ 0 h 17"/>
              <a:gd name="T2" fmla="*/ 0 w 16"/>
              <a:gd name="T3" fmla="*/ 9 h 17"/>
              <a:gd name="T4" fmla="*/ 8 w 16"/>
              <a:gd name="T5" fmla="*/ 17 h 17"/>
              <a:gd name="T6" fmla="*/ 16 w 16"/>
              <a:gd name="T7" fmla="*/ 9 h 17"/>
              <a:gd name="T8" fmla="*/ 8 w 16"/>
              <a:gd name="T9" fmla="*/ 0 h 17"/>
              <a:gd name="T10" fmla="*/ 8 w 16"/>
              <a:gd name="T11" fmla="*/ 15 h 17"/>
              <a:gd name="T12" fmla="*/ 2 w 16"/>
              <a:gd name="T13" fmla="*/ 9 h 17"/>
              <a:gd name="T14" fmla="*/ 8 w 16"/>
              <a:gd name="T15" fmla="*/ 3 h 17"/>
              <a:gd name="T16" fmla="*/ 14 w 16"/>
              <a:gd name="T17" fmla="*/ 9 h 17"/>
              <a:gd name="T18" fmla="*/ 8 w 16"/>
              <a:gd name="T19" fmla="*/ 1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" h="17">
                <a:moveTo>
                  <a:pt x="8" y="0"/>
                </a:moveTo>
                <a:cubicBezTo>
                  <a:pt x="3" y="0"/>
                  <a:pt x="0" y="4"/>
                  <a:pt x="0" y="9"/>
                </a:cubicBezTo>
                <a:cubicBezTo>
                  <a:pt x="0" y="13"/>
                  <a:pt x="2" y="17"/>
                  <a:pt x="8" y="17"/>
                </a:cubicBezTo>
                <a:cubicBezTo>
                  <a:pt x="14" y="17"/>
                  <a:pt x="16" y="13"/>
                  <a:pt x="16" y="9"/>
                </a:cubicBezTo>
                <a:cubicBezTo>
                  <a:pt x="16" y="5"/>
                  <a:pt x="14" y="0"/>
                  <a:pt x="8" y="0"/>
                </a:cubicBezTo>
                <a:close/>
                <a:moveTo>
                  <a:pt x="8" y="15"/>
                </a:moveTo>
                <a:cubicBezTo>
                  <a:pt x="4" y="15"/>
                  <a:pt x="2" y="12"/>
                  <a:pt x="2" y="9"/>
                </a:cubicBezTo>
                <a:cubicBezTo>
                  <a:pt x="2" y="6"/>
                  <a:pt x="4" y="3"/>
                  <a:pt x="8" y="3"/>
                </a:cubicBezTo>
                <a:cubicBezTo>
                  <a:pt x="12" y="3"/>
                  <a:pt x="14" y="6"/>
                  <a:pt x="14" y="9"/>
                </a:cubicBezTo>
                <a:cubicBezTo>
                  <a:pt x="14" y="12"/>
                  <a:pt x="12" y="15"/>
                  <a:pt x="8" y="15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Freeform 27"/>
          <p:cNvSpPr>
            <a:spLocks/>
          </p:cNvSpPr>
          <p:nvPr userDrawn="1"/>
        </p:nvSpPr>
        <p:spPr bwMode="auto">
          <a:xfrm>
            <a:off x="8186738" y="800100"/>
            <a:ext cx="34925" cy="50800"/>
          </a:xfrm>
          <a:custGeom>
            <a:avLst/>
            <a:gdLst>
              <a:gd name="T0" fmla="*/ 6 w 22"/>
              <a:gd name="T1" fmla="*/ 0 h 32"/>
              <a:gd name="T2" fmla="*/ 0 w 22"/>
              <a:gd name="T3" fmla="*/ 0 h 32"/>
              <a:gd name="T4" fmla="*/ 0 w 22"/>
              <a:gd name="T5" fmla="*/ 32 h 32"/>
              <a:gd name="T6" fmla="*/ 22 w 22"/>
              <a:gd name="T7" fmla="*/ 32 h 32"/>
              <a:gd name="T8" fmla="*/ 22 w 22"/>
              <a:gd name="T9" fmla="*/ 28 h 32"/>
              <a:gd name="T10" fmla="*/ 6 w 22"/>
              <a:gd name="T11" fmla="*/ 28 h 32"/>
              <a:gd name="T12" fmla="*/ 6 w 22"/>
              <a:gd name="T13" fmla="*/ 0 h 32"/>
              <a:gd name="T14" fmla="*/ 6 w 22"/>
              <a:gd name="T15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" h="32">
                <a:moveTo>
                  <a:pt x="6" y="0"/>
                </a:moveTo>
                <a:lnTo>
                  <a:pt x="0" y="0"/>
                </a:lnTo>
                <a:lnTo>
                  <a:pt x="0" y="32"/>
                </a:lnTo>
                <a:lnTo>
                  <a:pt x="22" y="32"/>
                </a:lnTo>
                <a:lnTo>
                  <a:pt x="22" y="28"/>
                </a:lnTo>
                <a:lnTo>
                  <a:pt x="6" y="28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Freeform 28"/>
          <p:cNvSpPr>
            <a:spLocks/>
          </p:cNvSpPr>
          <p:nvPr userDrawn="1"/>
        </p:nvSpPr>
        <p:spPr bwMode="auto">
          <a:xfrm>
            <a:off x="8231188" y="800100"/>
            <a:ext cx="6350" cy="50800"/>
          </a:xfrm>
          <a:custGeom>
            <a:avLst/>
            <a:gdLst>
              <a:gd name="T0" fmla="*/ 0 w 4"/>
              <a:gd name="T1" fmla="*/ 32 h 32"/>
              <a:gd name="T2" fmla="*/ 4 w 4"/>
              <a:gd name="T3" fmla="*/ 32 h 32"/>
              <a:gd name="T4" fmla="*/ 4 w 4"/>
              <a:gd name="T5" fmla="*/ 0 h 32"/>
              <a:gd name="T6" fmla="*/ 0 w 4"/>
              <a:gd name="T7" fmla="*/ 0 h 32"/>
              <a:gd name="T8" fmla="*/ 0 w 4"/>
              <a:gd name="T9" fmla="*/ 32 h 32"/>
              <a:gd name="T10" fmla="*/ 0 w 4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32">
                <a:moveTo>
                  <a:pt x="0" y="32"/>
                </a:moveTo>
                <a:lnTo>
                  <a:pt x="4" y="32"/>
                </a:lnTo>
                <a:lnTo>
                  <a:pt x="4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Freeform 29"/>
          <p:cNvSpPr>
            <a:spLocks/>
          </p:cNvSpPr>
          <p:nvPr userDrawn="1"/>
        </p:nvSpPr>
        <p:spPr bwMode="auto">
          <a:xfrm>
            <a:off x="8247063" y="796925"/>
            <a:ext cx="47625" cy="53975"/>
          </a:xfrm>
          <a:custGeom>
            <a:avLst/>
            <a:gdLst>
              <a:gd name="T0" fmla="*/ 13 w 15"/>
              <a:gd name="T1" fmla="*/ 13 h 17"/>
              <a:gd name="T2" fmla="*/ 9 w 15"/>
              <a:gd name="T3" fmla="*/ 15 h 17"/>
              <a:gd name="T4" fmla="*/ 3 w 15"/>
              <a:gd name="T5" fmla="*/ 9 h 17"/>
              <a:gd name="T6" fmla="*/ 9 w 15"/>
              <a:gd name="T7" fmla="*/ 3 h 17"/>
              <a:gd name="T8" fmla="*/ 13 w 15"/>
              <a:gd name="T9" fmla="*/ 5 h 17"/>
              <a:gd name="T10" fmla="*/ 13 w 15"/>
              <a:gd name="T11" fmla="*/ 5 h 17"/>
              <a:gd name="T12" fmla="*/ 15 w 15"/>
              <a:gd name="T13" fmla="*/ 3 h 17"/>
              <a:gd name="T14" fmla="*/ 15 w 15"/>
              <a:gd name="T15" fmla="*/ 3 h 17"/>
              <a:gd name="T16" fmla="*/ 9 w 15"/>
              <a:gd name="T17" fmla="*/ 0 h 17"/>
              <a:gd name="T18" fmla="*/ 3 w 15"/>
              <a:gd name="T19" fmla="*/ 3 h 17"/>
              <a:gd name="T20" fmla="*/ 0 w 15"/>
              <a:gd name="T21" fmla="*/ 9 h 17"/>
              <a:gd name="T22" fmla="*/ 9 w 15"/>
              <a:gd name="T23" fmla="*/ 17 h 17"/>
              <a:gd name="T24" fmla="*/ 15 w 15"/>
              <a:gd name="T25" fmla="*/ 15 h 17"/>
              <a:gd name="T26" fmla="*/ 15 w 15"/>
              <a:gd name="T27" fmla="*/ 15 h 17"/>
              <a:gd name="T28" fmla="*/ 13 w 15"/>
              <a:gd name="T29" fmla="*/ 13 h 17"/>
              <a:gd name="T30" fmla="*/ 13 w 15"/>
              <a:gd name="T31" fmla="*/ 13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5" h="17">
                <a:moveTo>
                  <a:pt x="13" y="13"/>
                </a:moveTo>
                <a:cubicBezTo>
                  <a:pt x="12" y="14"/>
                  <a:pt x="10" y="15"/>
                  <a:pt x="9" y="15"/>
                </a:cubicBezTo>
                <a:cubicBezTo>
                  <a:pt x="5" y="15"/>
                  <a:pt x="3" y="12"/>
                  <a:pt x="3" y="9"/>
                </a:cubicBezTo>
                <a:cubicBezTo>
                  <a:pt x="3" y="6"/>
                  <a:pt x="5" y="3"/>
                  <a:pt x="9" y="3"/>
                </a:cubicBezTo>
                <a:cubicBezTo>
                  <a:pt x="10" y="3"/>
                  <a:pt x="12" y="3"/>
                  <a:pt x="13" y="5"/>
                </a:cubicBezTo>
                <a:cubicBezTo>
                  <a:pt x="13" y="5"/>
                  <a:pt x="13" y="5"/>
                  <a:pt x="13" y="5"/>
                </a:cubicBezTo>
                <a:cubicBezTo>
                  <a:pt x="15" y="3"/>
                  <a:pt x="15" y="3"/>
                  <a:pt x="15" y="3"/>
                </a:cubicBezTo>
                <a:cubicBezTo>
                  <a:pt x="15" y="3"/>
                  <a:pt x="15" y="3"/>
                  <a:pt x="15" y="3"/>
                </a:cubicBezTo>
                <a:cubicBezTo>
                  <a:pt x="13" y="1"/>
                  <a:pt x="11" y="0"/>
                  <a:pt x="9" y="0"/>
                </a:cubicBezTo>
                <a:cubicBezTo>
                  <a:pt x="6" y="0"/>
                  <a:pt x="4" y="1"/>
                  <a:pt x="3" y="3"/>
                </a:cubicBezTo>
                <a:cubicBezTo>
                  <a:pt x="1" y="4"/>
                  <a:pt x="0" y="7"/>
                  <a:pt x="0" y="9"/>
                </a:cubicBezTo>
                <a:cubicBezTo>
                  <a:pt x="0" y="13"/>
                  <a:pt x="3" y="17"/>
                  <a:pt x="9" y="17"/>
                </a:cubicBezTo>
                <a:cubicBezTo>
                  <a:pt x="11" y="17"/>
                  <a:pt x="13" y="16"/>
                  <a:pt x="15" y="15"/>
                </a:cubicBezTo>
                <a:cubicBezTo>
                  <a:pt x="15" y="15"/>
                  <a:pt x="15" y="15"/>
                  <a:pt x="15" y="15"/>
                </a:cubicBezTo>
                <a:cubicBezTo>
                  <a:pt x="13" y="13"/>
                  <a:pt x="13" y="13"/>
                  <a:pt x="13" y="13"/>
                </a:cubicBezTo>
                <a:cubicBezTo>
                  <a:pt x="13" y="13"/>
                  <a:pt x="13" y="13"/>
                  <a:pt x="13" y="13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0"/>
          <p:cNvSpPr>
            <a:spLocks/>
          </p:cNvSpPr>
          <p:nvPr userDrawn="1"/>
        </p:nvSpPr>
        <p:spPr bwMode="auto">
          <a:xfrm>
            <a:off x="8329613" y="800100"/>
            <a:ext cx="41275" cy="50800"/>
          </a:xfrm>
          <a:custGeom>
            <a:avLst/>
            <a:gdLst>
              <a:gd name="T0" fmla="*/ 11 w 13"/>
              <a:gd name="T1" fmla="*/ 9 h 16"/>
              <a:gd name="T2" fmla="*/ 7 w 13"/>
              <a:gd name="T3" fmla="*/ 14 h 16"/>
              <a:gd name="T4" fmla="*/ 2 w 13"/>
              <a:gd name="T5" fmla="*/ 9 h 16"/>
              <a:gd name="T6" fmla="*/ 2 w 13"/>
              <a:gd name="T7" fmla="*/ 0 h 16"/>
              <a:gd name="T8" fmla="*/ 0 w 13"/>
              <a:gd name="T9" fmla="*/ 0 h 16"/>
              <a:gd name="T10" fmla="*/ 0 w 13"/>
              <a:gd name="T11" fmla="*/ 9 h 16"/>
              <a:gd name="T12" fmla="*/ 7 w 13"/>
              <a:gd name="T13" fmla="*/ 16 h 16"/>
              <a:gd name="T14" fmla="*/ 13 w 13"/>
              <a:gd name="T15" fmla="*/ 9 h 16"/>
              <a:gd name="T16" fmla="*/ 13 w 13"/>
              <a:gd name="T17" fmla="*/ 0 h 16"/>
              <a:gd name="T18" fmla="*/ 11 w 13"/>
              <a:gd name="T19" fmla="*/ 0 h 16"/>
              <a:gd name="T20" fmla="*/ 11 w 13"/>
              <a:gd name="T21" fmla="*/ 9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3" h="16">
                <a:moveTo>
                  <a:pt x="11" y="9"/>
                </a:moveTo>
                <a:cubicBezTo>
                  <a:pt x="11" y="12"/>
                  <a:pt x="9" y="14"/>
                  <a:pt x="7" y="14"/>
                </a:cubicBezTo>
                <a:cubicBezTo>
                  <a:pt x="5" y="14"/>
                  <a:pt x="2" y="12"/>
                  <a:pt x="2" y="9"/>
                </a:cubicBezTo>
                <a:cubicBezTo>
                  <a:pt x="2" y="0"/>
                  <a:pt x="2" y="0"/>
                  <a:pt x="2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"/>
                  <a:pt x="0" y="9"/>
                  <a:pt x="0" y="9"/>
                </a:cubicBezTo>
                <a:cubicBezTo>
                  <a:pt x="0" y="14"/>
                  <a:pt x="3" y="16"/>
                  <a:pt x="7" y="16"/>
                </a:cubicBezTo>
                <a:cubicBezTo>
                  <a:pt x="10" y="16"/>
                  <a:pt x="13" y="14"/>
                  <a:pt x="13" y="9"/>
                </a:cubicBezTo>
                <a:cubicBezTo>
                  <a:pt x="13" y="0"/>
                  <a:pt x="13" y="0"/>
                  <a:pt x="13" y="0"/>
                </a:cubicBezTo>
                <a:cubicBezTo>
                  <a:pt x="11" y="0"/>
                  <a:pt x="11" y="0"/>
                  <a:pt x="11" y="0"/>
                </a:cubicBezTo>
                <a:cubicBezTo>
                  <a:pt x="11" y="9"/>
                  <a:pt x="11" y="9"/>
                  <a:pt x="11" y="9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Freeform 31"/>
          <p:cNvSpPr>
            <a:spLocks/>
          </p:cNvSpPr>
          <p:nvPr userDrawn="1"/>
        </p:nvSpPr>
        <p:spPr bwMode="auto">
          <a:xfrm>
            <a:off x="8386763" y="800100"/>
            <a:ext cx="41275" cy="50800"/>
          </a:xfrm>
          <a:custGeom>
            <a:avLst/>
            <a:gdLst>
              <a:gd name="T0" fmla="*/ 20 w 26"/>
              <a:gd name="T1" fmla="*/ 22 h 32"/>
              <a:gd name="T2" fmla="*/ 2 w 26"/>
              <a:gd name="T3" fmla="*/ 0 h 32"/>
              <a:gd name="T4" fmla="*/ 0 w 26"/>
              <a:gd name="T5" fmla="*/ 0 h 32"/>
              <a:gd name="T6" fmla="*/ 0 w 26"/>
              <a:gd name="T7" fmla="*/ 32 h 32"/>
              <a:gd name="T8" fmla="*/ 4 w 26"/>
              <a:gd name="T9" fmla="*/ 32 h 32"/>
              <a:gd name="T10" fmla="*/ 4 w 26"/>
              <a:gd name="T11" fmla="*/ 10 h 32"/>
              <a:gd name="T12" fmla="*/ 22 w 26"/>
              <a:gd name="T13" fmla="*/ 32 h 32"/>
              <a:gd name="T14" fmla="*/ 26 w 26"/>
              <a:gd name="T15" fmla="*/ 32 h 32"/>
              <a:gd name="T16" fmla="*/ 26 w 26"/>
              <a:gd name="T17" fmla="*/ 0 h 32"/>
              <a:gd name="T18" fmla="*/ 20 w 26"/>
              <a:gd name="T19" fmla="*/ 0 h 32"/>
              <a:gd name="T20" fmla="*/ 20 w 26"/>
              <a:gd name="T21" fmla="*/ 22 h 32"/>
              <a:gd name="T22" fmla="*/ 20 w 26"/>
              <a:gd name="T23" fmla="*/ 2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6" h="32">
                <a:moveTo>
                  <a:pt x="20" y="22"/>
                </a:moveTo>
                <a:lnTo>
                  <a:pt x="2" y="0"/>
                </a:lnTo>
                <a:lnTo>
                  <a:pt x="0" y="0"/>
                </a:lnTo>
                <a:lnTo>
                  <a:pt x="0" y="32"/>
                </a:lnTo>
                <a:lnTo>
                  <a:pt x="4" y="32"/>
                </a:lnTo>
                <a:lnTo>
                  <a:pt x="4" y="10"/>
                </a:lnTo>
                <a:lnTo>
                  <a:pt x="22" y="32"/>
                </a:lnTo>
                <a:lnTo>
                  <a:pt x="26" y="32"/>
                </a:lnTo>
                <a:lnTo>
                  <a:pt x="26" y="0"/>
                </a:lnTo>
                <a:lnTo>
                  <a:pt x="20" y="0"/>
                </a:lnTo>
                <a:lnTo>
                  <a:pt x="20" y="22"/>
                </a:lnTo>
                <a:lnTo>
                  <a:pt x="20" y="2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reeform 32"/>
          <p:cNvSpPr>
            <a:spLocks/>
          </p:cNvSpPr>
          <p:nvPr userDrawn="1"/>
        </p:nvSpPr>
        <p:spPr bwMode="auto">
          <a:xfrm>
            <a:off x="84407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Freeform 33"/>
          <p:cNvSpPr>
            <a:spLocks/>
          </p:cNvSpPr>
          <p:nvPr userDrawn="1"/>
        </p:nvSpPr>
        <p:spPr bwMode="auto">
          <a:xfrm>
            <a:off x="8459788" y="800100"/>
            <a:ext cx="50800" cy="50800"/>
          </a:xfrm>
          <a:custGeom>
            <a:avLst/>
            <a:gdLst>
              <a:gd name="T0" fmla="*/ 6 w 32"/>
              <a:gd name="T1" fmla="*/ 0 h 32"/>
              <a:gd name="T2" fmla="*/ 0 w 32"/>
              <a:gd name="T3" fmla="*/ 0 h 32"/>
              <a:gd name="T4" fmla="*/ 12 w 32"/>
              <a:gd name="T5" fmla="*/ 32 h 32"/>
              <a:gd name="T6" fmla="*/ 18 w 32"/>
              <a:gd name="T7" fmla="*/ 32 h 32"/>
              <a:gd name="T8" fmla="*/ 32 w 32"/>
              <a:gd name="T9" fmla="*/ 0 h 32"/>
              <a:gd name="T10" fmla="*/ 26 w 32"/>
              <a:gd name="T11" fmla="*/ 0 h 32"/>
              <a:gd name="T12" fmla="*/ 16 w 32"/>
              <a:gd name="T13" fmla="*/ 26 h 32"/>
              <a:gd name="T14" fmla="*/ 6 w 32"/>
              <a:gd name="T15" fmla="*/ 0 h 32"/>
              <a:gd name="T16" fmla="*/ 6 w 32"/>
              <a:gd name="T1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2" h="32">
                <a:moveTo>
                  <a:pt x="6" y="0"/>
                </a:moveTo>
                <a:lnTo>
                  <a:pt x="0" y="0"/>
                </a:lnTo>
                <a:lnTo>
                  <a:pt x="12" y="32"/>
                </a:lnTo>
                <a:lnTo>
                  <a:pt x="18" y="32"/>
                </a:lnTo>
                <a:lnTo>
                  <a:pt x="32" y="0"/>
                </a:lnTo>
                <a:lnTo>
                  <a:pt x="26" y="0"/>
                </a:lnTo>
                <a:lnTo>
                  <a:pt x="16" y="26"/>
                </a:lnTo>
                <a:lnTo>
                  <a:pt x="6" y="0"/>
                </a:lnTo>
                <a:lnTo>
                  <a:pt x="6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Freeform 34"/>
          <p:cNvSpPr>
            <a:spLocks/>
          </p:cNvSpPr>
          <p:nvPr userDrawn="1"/>
        </p:nvSpPr>
        <p:spPr bwMode="auto">
          <a:xfrm>
            <a:off x="8516938" y="800100"/>
            <a:ext cx="38100" cy="50800"/>
          </a:xfrm>
          <a:custGeom>
            <a:avLst/>
            <a:gdLst>
              <a:gd name="T0" fmla="*/ 6 w 24"/>
              <a:gd name="T1" fmla="*/ 18 h 32"/>
              <a:gd name="T2" fmla="*/ 24 w 24"/>
              <a:gd name="T3" fmla="*/ 18 h 32"/>
              <a:gd name="T4" fmla="*/ 24 w 24"/>
              <a:gd name="T5" fmla="*/ 12 h 32"/>
              <a:gd name="T6" fmla="*/ 6 w 24"/>
              <a:gd name="T7" fmla="*/ 12 h 32"/>
              <a:gd name="T8" fmla="*/ 6 w 24"/>
              <a:gd name="T9" fmla="*/ 4 h 32"/>
              <a:gd name="T10" fmla="*/ 24 w 24"/>
              <a:gd name="T11" fmla="*/ 4 h 32"/>
              <a:gd name="T12" fmla="*/ 24 w 24"/>
              <a:gd name="T13" fmla="*/ 0 h 32"/>
              <a:gd name="T14" fmla="*/ 0 w 24"/>
              <a:gd name="T15" fmla="*/ 0 h 32"/>
              <a:gd name="T16" fmla="*/ 0 w 24"/>
              <a:gd name="T17" fmla="*/ 32 h 32"/>
              <a:gd name="T18" fmla="*/ 24 w 24"/>
              <a:gd name="T19" fmla="*/ 32 h 32"/>
              <a:gd name="T20" fmla="*/ 24 w 24"/>
              <a:gd name="T21" fmla="*/ 26 h 32"/>
              <a:gd name="T22" fmla="*/ 6 w 24"/>
              <a:gd name="T23" fmla="*/ 26 h 32"/>
              <a:gd name="T24" fmla="*/ 6 w 24"/>
              <a:gd name="T25" fmla="*/ 18 h 32"/>
              <a:gd name="T26" fmla="*/ 6 w 24"/>
              <a:gd name="T27" fmla="*/ 18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4" h="32">
                <a:moveTo>
                  <a:pt x="6" y="18"/>
                </a:moveTo>
                <a:lnTo>
                  <a:pt x="24" y="18"/>
                </a:lnTo>
                <a:lnTo>
                  <a:pt x="24" y="12"/>
                </a:lnTo>
                <a:lnTo>
                  <a:pt x="6" y="12"/>
                </a:lnTo>
                <a:lnTo>
                  <a:pt x="6" y="4"/>
                </a:lnTo>
                <a:lnTo>
                  <a:pt x="24" y="4"/>
                </a:lnTo>
                <a:lnTo>
                  <a:pt x="24" y="0"/>
                </a:lnTo>
                <a:lnTo>
                  <a:pt x="0" y="0"/>
                </a:lnTo>
                <a:lnTo>
                  <a:pt x="0" y="32"/>
                </a:lnTo>
                <a:lnTo>
                  <a:pt x="24" y="32"/>
                </a:lnTo>
                <a:lnTo>
                  <a:pt x="24" y="26"/>
                </a:lnTo>
                <a:lnTo>
                  <a:pt x="6" y="26"/>
                </a:lnTo>
                <a:lnTo>
                  <a:pt x="6" y="18"/>
                </a:lnTo>
                <a:lnTo>
                  <a:pt x="6" y="18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Freeform 35"/>
          <p:cNvSpPr>
            <a:spLocks noEditPoints="1"/>
          </p:cNvSpPr>
          <p:nvPr userDrawn="1"/>
        </p:nvSpPr>
        <p:spPr bwMode="auto">
          <a:xfrm>
            <a:off x="8567738" y="800100"/>
            <a:ext cx="44450" cy="50800"/>
          </a:xfrm>
          <a:custGeom>
            <a:avLst/>
            <a:gdLst>
              <a:gd name="T0" fmla="*/ 13 w 14"/>
              <a:gd name="T1" fmla="*/ 5 h 16"/>
              <a:gd name="T2" fmla="*/ 7 w 14"/>
              <a:gd name="T3" fmla="*/ 0 h 16"/>
              <a:gd name="T4" fmla="*/ 0 w 14"/>
              <a:gd name="T5" fmla="*/ 0 h 16"/>
              <a:gd name="T6" fmla="*/ 0 w 14"/>
              <a:gd name="T7" fmla="*/ 16 h 16"/>
              <a:gd name="T8" fmla="*/ 2 w 14"/>
              <a:gd name="T9" fmla="*/ 16 h 16"/>
              <a:gd name="T10" fmla="*/ 2 w 14"/>
              <a:gd name="T11" fmla="*/ 10 h 16"/>
              <a:gd name="T12" fmla="*/ 6 w 14"/>
              <a:gd name="T13" fmla="*/ 10 h 16"/>
              <a:gd name="T14" fmla="*/ 11 w 14"/>
              <a:gd name="T15" fmla="*/ 16 h 16"/>
              <a:gd name="T16" fmla="*/ 14 w 14"/>
              <a:gd name="T17" fmla="*/ 16 h 16"/>
              <a:gd name="T18" fmla="*/ 9 w 14"/>
              <a:gd name="T19" fmla="*/ 10 h 16"/>
              <a:gd name="T20" fmla="*/ 13 w 14"/>
              <a:gd name="T21" fmla="*/ 5 h 16"/>
              <a:gd name="T22" fmla="*/ 2 w 14"/>
              <a:gd name="T23" fmla="*/ 2 h 16"/>
              <a:gd name="T24" fmla="*/ 7 w 14"/>
              <a:gd name="T25" fmla="*/ 2 h 16"/>
              <a:gd name="T26" fmla="*/ 10 w 14"/>
              <a:gd name="T27" fmla="*/ 5 h 16"/>
              <a:gd name="T28" fmla="*/ 7 w 14"/>
              <a:gd name="T29" fmla="*/ 8 h 16"/>
              <a:gd name="T30" fmla="*/ 2 w 14"/>
              <a:gd name="T31" fmla="*/ 8 h 16"/>
              <a:gd name="T32" fmla="*/ 2 w 14"/>
              <a:gd name="T33" fmla="*/ 2 h 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4" h="16">
                <a:moveTo>
                  <a:pt x="13" y="5"/>
                </a:moveTo>
                <a:cubicBezTo>
                  <a:pt x="13" y="2"/>
                  <a:pt x="11" y="0"/>
                  <a:pt x="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"/>
                  <a:pt x="0" y="16"/>
                  <a:pt x="0" y="16"/>
                </a:cubicBezTo>
                <a:cubicBezTo>
                  <a:pt x="2" y="16"/>
                  <a:pt x="2" y="16"/>
                  <a:pt x="2" y="16"/>
                </a:cubicBezTo>
                <a:cubicBezTo>
                  <a:pt x="2" y="10"/>
                  <a:pt x="2" y="10"/>
                  <a:pt x="2" y="10"/>
                </a:cubicBezTo>
                <a:cubicBezTo>
                  <a:pt x="6" y="10"/>
                  <a:pt x="6" y="10"/>
                  <a:pt x="6" y="10"/>
                </a:cubicBezTo>
                <a:cubicBezTo>
                  <a:pt x="11" y="16"/>
                  <a:pt x="11" y="16"/>
                  <a:pt x="11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9" y="10"/>
                  <a:pt x="9" y="10"/>
                  <a:pt x="9" y="10"/>
                </a:cubicBezTo>
                <a:cubicBezTo>
                  <a:pt x="11" y="10"/>
                  <a:pt x="13" y="8"/>
                  <a:pt x="13" y="5"/>
                </a:cubicBezTo>
                <a:close/>
                <a:moveTo>
                  <a:pt x="2" y="2"/>
                </a:moveTo>
                <a:cubicBezTo>
                  <a:pt x="7" y="2"/>
                  <a:pt x="7" y="2"/>
                  <a:pt x="7" y="2"/>
                </a:cubicBezTo>
                <a:cubicBezTo>
                  <a:pt x="9" y="2"/>
                  <a:pt x="10" y="4"/>
                  <a:pt x="10" y="5"/>
                </a:cubicBezTo>
                <a:cubicBezTo>
                  <a:pt x="10" y="6"/>
                  <a:pt x="9" y="8"/>
                  <a:pt x="7" y="8"/>
                </a:cubicBezTo>
                <a:cubicBezTo>
                  <a:pt x="2" y="8"/>
                  <a:pt x="2" y="8"/>
                  <a:pt x="2" y="8"/>
                </a:cubicBezTo>
                <a:cubicBezTo>
                  <a:pt x="2" y="2"/>
                  <a:pt x="2" y="2"/>
                  <a:pt x="2" y="2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Freeform 36"/>
          <p:cNvSpPr>
            <a:spLocks/>
          </p:cNvSpPr>
          <p:nvPr userDrawn="1"/>
        </p:nvSpPr>
        <p:spPr bwMode="auto">
          <a:xfrm>
            <a:off x="8615363" y="796925"/>
            <a:ext cx="44450" cy="53975"/>
          </a:xfrm>
          <a:custGeom>
            <a:avLst/>
            <a:gdLst>
              <a:gd name="T0" fmla="*/ 8 w 14"/>
              <a:gd name="T1" fmla="*/ 7 h 17"/>
              <a:gd name="T2" fmla="*/ 4 w 14"/>
              <a:gd name="T3" fmla="*/ 5 h 17"/>
              <a:gd name="T4" fmla="*/ 7 w 14"/>
              <a:gd name="T5" fmla="*/ 3 h 17"/>
              <a:gd name="T6" fmla="*/ 12 w 14"/>
              <a:gd name="T7" fmla="*/ 5 h 17"/>
              <a:gd name="T8" fmla="*/ 12 w 14"/>
              <a:gd name="T9" fmla="*/ 5 h 17"/>
              <a:gd name="T10" fmla="*/ 14 w 14"/>
              <a:gd name="T11" fmla="*/ 4 h 17"/>
              <a:gd name="T12" fmla="*/ 14 w 14"/>
              <a:gd name="T13" fmla="*/ 3 h 17"/>
              <a:gd name="T14" fmla="*/ 7 w 14"/>
              <a:gd name="T15" fmla="*/ 0 h 17"/>
              <a:gd name="T16" fmla="*/ 2 w 14"/>
              <a:gd name="T17" fmla="*/ 2 h 17"/>
              <a:gd name="T18" fmla="*/ 1 w 14"/>
              <a:gd name="T19" fmla="*/ 5 h 17"/>
              <a:gd name="T20" fmla="*/ 7 w 14"/>
              <a:gd name="T21" fmla="*/ 10 h 17"/>
              <a:gd name="T22" fmla="*/ 12 w 14"/>
              <a:gd name="T23" fmla="*/ 12 h 17"/>
              <a:gd name="T24" fmla="*/ 7 w 14"/>
              <a:gd name="T25" fmla="*/ 15 h 17"/>
              <a:gd name="T26" fmla="*/ 3 w 14"/>
              <a:gd name="T27" fmla="*/ 12 h 17"/>
              <a:gd name="T28" fmla="*/ 2 w 14"/>
              <a:gd name="T29" fmla="*/ 12 h 17"/>
              <a:gd name="T30" fmla="*/ 0 w 14"/>
              <a:gd name="T31" fmla="*/ 13 h 17"/>
              <a:gd name="T32" fmla="*/ 0 w 14"/>
              <a:gd name="T33" fmla="*/ 14 h 17"/>
              <a:gd name="T34" fmla="*/ 7 w 14"/>
              <a:gd name="T35" fmla="*/ 17 h 17"/>
              <a:gd name="T36" fmla="*/ 14 w 14"/>
              <a:gd name="T37" fmla="*/ 12 h 17"/>
              <a:gd name="T38" fmla="*/ 8 w 14"/>
              <a:gd name="T39" fmla="*/ 7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" h="17">
                <a:moveTo>
                  <a:pt x="8" y="7"/>
                </a:moveTo>
                <a:cubicBezTo>
                  <a:pt x="5" y="7"/>
                  <a:pt x="4" y="6"/>
                  <a:pt x="4" y="5"/>
                </a:cubicBezTo>
                <a:cubicBezTo>
                  <a:pt x="4" y="4"/>
                  <a:pt x="5" y="3"/>
                  <a:pt x="7" y="3"/>
                </a:cubicBezTo>
                <a:cubicBezTo>
                  <a:pt x="9" y="3"/>
                  <a:pt x="11" y="3"/>
                  <a:pt x="12" y="5"/>
                </a:cubicBezTo>
                <a:cubicBezTo>
                  <a:pt x="12" y="5"/>
                  <a:pt x="12" y="5"/>
                  <a:pt x="12" y="5"/>
                </a:cubicBezTo>
                <a:cubicBezTo>
                  <a:pt x="14" y="4"/>
                  <a:pt x="14" y="4"/>
                  <a:pt x="14" y="4"/>
                </a:cubicBezTo>
                <a:cubicBezTo>
                  <a:pt x="14" y="3"/>
                  <a:pt x="14" y="3"/>
                  <a:pt x="14" y="3"/>
                </a:cubicBezTo>
                <a:cubicBezTo>
                  <a:pt x="12" y="1"/>
                  <a:pt x="10" y="0"/>
                  <a:pt x="7" y="0"/>
                </a:cubicBezTo>
                <a:cubicBezTo>
                  <a:pt x="6" y="0"/>
                  <a:pt x="3" y="1"/>
                  <a:pt x="2" y="2"/>
                </a:cubicBezTo>
                <a:cubicBezTo>
                  <a:pt x="1" y="3"/>
                  <a:pt x="1" y="4"/>
                  <a:pt x="1" y="5"/>
                </a:cubicBezTo>
                <a:cubicBezTo>
                  <a:pt x="1" y="9"/>
                  <a:pt x="5" y="9"/>
                  <a:pt x="7" y="10"/>
                </a:cubicBezTo>
                <a:cubicBezTo>
                  <a:pt x="10" y="10"/>
                  <a:pt x="12" y="11"/>
                  <a:pt x="12" y="12"/>
                </a:cubicBezTo>
                <a:cubicBezTo>
                  <a:pt x="12" y="15"/>
                  <a:pt x="8" y="15"/>
                  <a:pt x="7" y="15"/>
                </a:cubicBezTo>
                <a:cubicBezTo>
                  <a:pt x="6" y="15"/>
                  <a:pt x="4" y="14"/>
                  <a:pt x="3" y="12"/>
                </a:cubicBezTo>
                <a:cubicBezTo>
                  <a:pt x="2" y="12"/>
                  <a:pt x="2" y="12"/>
                  <a:pt x="2" y="12"/>
                </a:cubicBezTo>
                <a:cubicBezTo>
                  <a:pt x="0" y="13"/>
                  <a:pt x="0" y="13"/>
                  <a:pt x="0" y="13"/>
                </a:cubicBezTo>
                <a:cubicBezTo>
                  <a:pt x="0" y="14"/>
                  <a:pt x="0" y="14"/>
                  <a:pt x="0" y="14"/>
                </a:cubicBezTo>
                <a:cubicBezTo>
                  <a:pt x="2" y="16"/>
                  <a:pt x="4" y="17"/>
                  <a:pt x="7" y="17"/>
                </a:cubicBezTo>
                <a:cubicBezTo>
                  <a:pt x="11" y="17"/>
                  <a:pt x="14" y="16"/>
                  <a:pt x="14" y="12"/>
                </a:cubicBezTo>
                <a:cubicBezTo>
                  <a:pt x="14" y="9"/>
                  <a:pt x="11" y="8"/>
                  <a:pt x="8" y="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Freeform 37"/>
          <p:cNvSpPr>
            <a:spLocks/>
          </p:cNvSpPr>
          <p:nvPr userDrawn="1"/>
        </p:nvSpPr>
        <p:spPr bwMode="auto">
          <a:xfrm>
            <a:off x="8669338" y="800100"/>
            <a:ext cx="9525" cy="50800"/>
          </a:xfrm>
          <a:custGeom>
            <a:avLst/>
            <a:gdLst>
              <a:gd name="T0" fmla="*/ 0 w 6"/>
              <a:gd name="T1" fmla="*/ 32 h 32"/>
              <a:gd name="T2" fmla="*/ 6 w 6"/>
              <a:gd name="T3" fmla="*/ 32 h 32"/>
              <a:gd name="T4" fmla="*/ 6 w 6"/>
              <a:gd name="T5" fmla="*/ 0 h 32"/>
              <a:gd name="T6" fmla="*/ 0 w 6"/>
              <a:gd name="T7" fmla="*/ 0 h 32"/>
              <a:gd name="T8" fmla="*/ 0 w 6"/>
              <a:gd name="T9" fmla="*/ 32 h 32"/>
              <a:gd name="T10" fmla="*/ 0 w 6"/>
              <a:gd name="T11" fmla="*/ 32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" h="32">
                <a:moveTo>
                  <a:pt x="0" y="32"/>
                </a:moveTo>
                <a:lnTo>
                  <a:pt x="6" y="32"/>
                </a:lnTo>
                <a:lnTo>
                  <a:pt x="6" y="0"/>
                </a:lnTo>
                <a:lnTo>
                  <a:pt x="0" y="0"/>
                </a:lnTo>
                <a:lnTo>
                  <a:pt x="0" y="32"/>
                </a:lnTo>
                <a:lnTo>
                  <a:pt x="0" y="3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Freeform 38"/>
          <p:cNvSpPr>
            <a:spLocks/>
          </p:cNvSpPr>
          <p:nvPr userDrawn="1"/>
        </p:nvSpPr>
        <p:spPr bwMode="auto">
          <a:xfrm>
            <a:off x="8688388" y="800100"/>
            <a:ext cx="85725" cy="50800"/>
          </a:xfrm>
          <a:custGeom>
            <a:avLst/>
            <a:gdLst>
              <a:gd name="T0" fmla="*/ 30 w 54"/>
              <a:gd name="T1" fmla="*/ 0 h 32"/>
              <a:gd name="T2" fmla="*/ 0 w 54"/>
              <a:gd name="T3" fmla="*/ 0 h 32"/>
              <a:gd name="T4" fmla="*/ 0 w 54"/>
              <a:gd name="T5" fmla="*/ 4 h 32"/>
              <a:gd name="T6" fmla="*/ 10 w 54"/>
              <a:gd name="T7" fmla="*/ 4 h 32"/>
              <a:gd name="T8" fmla="*/ 10 w 54"/>
              <a:gd name="T9" fmla="*/ 32 h 32"/>
              <a:gd name="T10" fmla="*/ 16 w 54"/>
              <a:gd name="T11" fmla="*/ 32 h 32"/>
              <a:gd name="T12" fmla="*/ 16 w 54"/>
              <a:gd name="T13" fmla="*/ 4 h 32"/>
              <a:gd name="T14" fmla="*/ 26 w 54"/>
              <a:gd name="T15" fmla="*/ 4 h 32"/>
              <a:gd name="T16" fmla="*/ 36 w 54"/>
              <a:gd name="T17" fmla="*/ 18 h 32"/>
              <a:gd name="T18" fmla="*/ 36 w 54"/>
              <a:gd name="T19" fmla="*/ 32 h 32"/>
              <a:gd name="T20" fmla="*/ 42 w 54"/>
              <a:gd name="T21" fmla="*/ 32 h 32"/>
              <a:gd name="T22" fmla="*/ 42 w 54"/>
              <a:gd name="T23" fmla="*/ 18 h 32"/>
              <a:gd name="T24" fmla="*/ 54 w 54"/>
              <a:gd name="T25" fmla="*/ 0 h 32"/>
              <a:gd name="T26" fmla="*/ 54 w 54"/>
              <a:gd name="T27" fmla="*/ 0 h 32"/>
              <a:gd name="T28" fmla="*/ 54 w 54"/>
              <a:gd name="T29" fmla="*/ 0 h 32"/>
              <a:gd name="T30" fmla="*/ 48 w 54"/>
              <a:gd name="T31" fmla="*/ 0 h 32"/>
              <a:gd name="T32" fmla="*/ 38 w 54"/>
              <a:gd name="T33" fmla="*/ 14 h 32"/>
              <a:gd name="T34" fmla="*/ 30 w 54"/>
              <a:gd name="T35" fmla="*/ 0 h 32"/>
              <a:gd name="T36" fmla="*/ 30 w 54"/>
              <a:gd name="T37" fmla="*/ 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4" h="32">
                <a:moveTo>
                  <a:pt x="30" y="0"/>
                </a:moveTo>
                <a:lnTo>
                  <a:pt x="0" y="0"/>
                </a:lnTo>
                <a:lnTo>
                  <a:pt x="0" y="4"/>
                </a:lnTo>
                <a:lnTo>
                  <a:pt x="10" y="4"/>
                </a:lnTo>
                <a:lnTo>
                  <a:pt x="10" y="32"/>
                </a:lnTo>
                <a:lnTo>
                  <a:pt x="16" y="32"/>
                </a:lnTo>
                <a:lnTo>
                  <a:pt x="16" y="4"/>
                </a:lnTo>
                <a:lnTo>
                  <a:pt x="26" y="4"/>
                </a:lnTo>
                <a:lnTo>
                  <a:pt x="36" y="18"/>
                </a:lnTo>
                <a:lnTo>
                  <a:pt x="36" y="32"/>
                </a:lnTo>
                <a:lnTo>
                  <a:pt x="42" y="32"/>
                </a:lnTo>
                <a:lnTo>
                  <a:pt x="42" y="18"/>
                </a:lnTo>
                <a:lnTo>
                  <a:pt x="54" y="0"/>
                </a:lnTo>
                <a:lnTo>
                  <a:pt x="54" y="0"/>
                </a:lnTo>
                <a:lnTo>
                  <a:pt x="54" y="0"/>
                </a:lnTo>
                <a:lnTo>
                  <a:pt x="48" y="0"/>
                </a:lnTo>
                <a:lnTo>
                  <a:pt x="38" y="14"/>
                </a:lnTo>
                <a:lnTo>
                  <a:pt x="30" y="0"/>
                </a:lnTo>
                <a:lnTo>
                  <a:pt x="30" y="0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reeform 39"/>
          <p:cNvSpPr>
            <a:spLocks/>
          </p:cNvSpPr>
          <p:nvPr userDrawn="1"/>
        </p:nvSpPr>
        <p:spPr bwMode="auto">
          <a:xfrm>
            <a:off x="8482013" y="371475"/>
            <a:ext cx="292100" cy="365125"/>
          </a:xfrm>
          <a:custGeom>
            <a:avLst/>
            <a:gdLst>
              <a:gd name="T0" fmla="*/ 92 w 92"/>
              <a:gd name="T1" fmla="*/ 0 h 115"/>
              <a:gd name="T2" fmla="*/ 92 w 92"/>
              <a:gd name="T3" fmla="*/ 71 h 115"/>
              <a:gd name="T4" fmla="*/ 49 w 92"/>
              <a:gd name="T5" fmla="*/ 115 h 115"/>
              <a:gd name="T6" fmla="*/ 0 w 92"/>
              <a:gd name="T7" fmla="*/ 70 h 115"/>
              <a:gd name="T8" fmla="*/ 0 w 92"/>
              <a:gd name="T9" fmla="*/ 0 h 115"/>
              <a:gd name="T10" fmla="*/ 22 w 92"/>
              <a:gd name="T11" fmla="*/ 0 h 115"/>
              <a:gd name="T12" fmla="*/ 22 w 92"/>
              <a:gd name="T13" fmla="*/ 72 h 115"/>
              <a:gd name="T14" fmla="*/ 50 w 92"/>
              <a:gd name="T15" fmla="*/ 105 h 115"/>
              <a:gd name="T16" fmla="*/ 79 w 92"/>
              <a:gd name="T17" fmla="*/ 73 h 115"/>
              <a:gd name="T18" fmla="*/ 79 w 92"/>
              <a:gd name="T19" fmla="*/ 0 h 115"/>
              <a:gd name="T20" fmla="*/ 92 w 92"/>
              <a:gd name="T21" fmla="*/ 0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2" h="115">
                <a:moveTo>
                  <a:pt x="92" y="0"/>
                </a:moveTo>
                <a:cubicBezTo>
                  <a:pt x="92" y="71"/>
                  <a:pt x="92" y="71"/>
                  <a:pt x="92" y="71"/>
                </a:cubicBezTo>
                <a:cubicBezTo>
                  <a:pt x="92" y="109"/>
                  <a:pt x="62" y="115"/>
                  <a:pt x="49" y="115"/>
                </a:cubicBezTo>
                <a:cubicBezTo>
                  <a:pt x="25" y="115"/>
                  <a:pt x="0" y="107"/>
                  <a:pt x="0" y="70"/>
                </a:cubicBezTo>
                <a:cubicBezTo>
                  <a:pt x="0" y="0"/>
                  <a:pt x="0" y="0"/>
                  <a:pt x="0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22" y="72"/>
                  <a:pt x="22" y="72"/>
                  <a:pt x="22" y="72"/>
                </a:cubicBezTo>
                <a:cubicBezTo>
                  <a:pt x="22" y="93"/>
                  <a:pt x="32" y="105"/>
                  <a:pt x="50" y="105"/>
                </a:cubicBezTo>
                <a:cubicBezTo>
                  <a:pt x="66" y="105"/>
                  <a:pt x="79" y="95"/>
                  <a:pt x="79" y="73"/>
                </a:cubicBezTo>
                <a:cubicBezTo>
                  <a:pt x="79" y="0"/>
                  <a:pt x="79" y="0"/>
                  <a:pt x="79" y="0"/>
                </a:cubicBezTo>
                <a:cubicBezTo>
                  <a:pt x="92" y="0"/>
                  <a:pt x="92" y="0"/>
                  <a:pt x="92" y="0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Freeform 40"/>
          <p:cNvSpPr>
            <a:spLocks/>
          </p:cNvSpPr>
          <p:nvPr userDrawn="1"/>
        </p:nvSpPr>
        <p:spPr bwMode="auto">
          <a:xfrm>
            <a:off x="8094663" y="365125"/>
            <a:ext cx="336550" cy="371475"/>
          </a:xfrm>
          <a:custGeom>
            <a:avLst/>
            <a:gdLst>
              <a:gd name="T0" fmla="*/ 61 w 106"/>
              <a:gd name="T1" fmla="*/ 117 h 117"/>
              <a:gd name="T2" fmla="*/ 0 w 106"/>
              <a:gd name="T3" fmla="*/ 60 h 117"/>
              <a:gd name="T4" fmla="*/ 63 w 106"/>
              <a:gd name="T5" fmla="*/ 0 h 117"/>
              <a:gd name="T6" fmla="*/ 97 w 106"/>
              <a:gd name="T7" fmla="*/ 13 h 117"/>
              <a:gd name="T8" fmla="*/ 106 w 106"/>
              <a:gd name="T9" fmla="*/ 28 h 117"/>
              <a:gd name="T10" fmla="*/ 94 w 106"/>
              <a:gd name="T11" fmla="*/ 39 h 117"/>
              <a:gd name="T12" fmla="*/ 83 w 106"/>
              <a:gd name="T13" fmla="*/ 28 h 117"/>
              <a:gd name="T14" fmla="*/ 86 w 106"/>
              <a:gd name="T15" fmla="*/ 20 h 117"/>
              <a:gd name="T16" fmla="*/ 63 w 106"/>
              <a:gd name="T17" fmla="*/ 10 h 117"/>
              <a:gd name="T18" fmla="*/ 21 w 106"/>
              <a:gd name="T19" fmla="*/ 58 h 117"/>
              <a:gd name="T20" fmla="*/ 65 w 106"/>
              <a:gd name="T21" fmla="*/ 108 h 117"/>
              <a:gd name="T22" fmla="*/ 102 w 106"/>
              <a:gd name="T23" fmla="*/ 93 h 117"/>
              <a:gd name="T24" fmla="*/ 106 w 106"/>
              <a:gd name="T25" fmla="*/ 99 h 117"/>
              <a:gd name="T26" fmla="*/ 61 w 106"/>
              <a:gd name="T27" fmla="*/ 11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06" h="117">
                <a:moveTo>
                  <a:pt x="61" y="117"/>
                </a:moveTo>
                <a:cubicBezTo>
                  <a:pt x="23" y="117"/>
                  <a:pt x="0" y="91"/>
                  <a:pt x="0" y="60"/>
                </a:cubicBezTo>
                <a:cubicBezTo>
                  <a:pt x="0" y="29"/>
                  <a:pt x="24" y="0"/>
                  <a:pt x="63" y="0"/>
                </a:cubicBezTo>
                <a:cubicBezTo>
                  <a:pt x="74" y="0"/>
                  <a:pt x="88" y="4"/>
                  <a:pt x="97" y="13"/>
                </a:cubicBezTo>
                <a:cubicBezTo>
                  <a:pt x="102" y="16"/>
                  <a:pt x="106" y="23"/>
                  <a:pt x="106" y="28"/>
                </a:cubicBezTo>
                <a:cubicBezTo>
                  <a:pt x="106" y="34"/>
                  <a:pt x="101" y="39"/>
                  <a:pt x="94" y="39"/>
                </a:cubicBezTo>
                <a:cubicBezTo>
                  <a:pt x="88" y="39"/>
                  <a:pt x="83" y="34"/>
                  <a:pt x="83" y="28"/>
                </a:cubicBezTo>
                <a:cubicBezTo>
                  <a:pt x="83" y="25"/>
                  <a:pt x="84" y="22"/>
                  <a:pt x="86" y="20"/>
                </a:cubicBezTo>
                <a:cubicBezTo>
                  <a:pt x="81" y="14"/>
                  <a:pt x="71" y="10"/>
                  <a:pt x="63" y="10"/>
                </a:cubicBezTo>
                <a:cubicBezTo>
                  <a:pt x="36" y="10"/>
                  <a:pt x="21" y="35"/>
                  <a:pt x="21" y="58"/>
                </a:cubicBezTo>
                <a:cubicBezTo>
                  <a:pt x="21" y="85"/>
                  <a:pt x="38" y="108"/>
                  <a:pt x="65" y="108"/>
                </a:cubicBezTo>
                <a:cubicBezTo>
                  <a:pt x="79" y="108"/>
                  <a:pt x="90" y="102"/>
                  <a:pt x="102" y="93"/>
                </a:cubicBezTo>
                <a:cubicBezTo>
                  <a:pt x="106" y="99"/>
                  <a:pt x="106" y="99"/>
                  <a:pt x="106" y="99"/>
                </a:cubicBezTo>
                <a:cubicBezTo>
                  <a:pt x="94" y="111"/>
                  <a:pt x="77" y="117"/>
                  <a:pt x="61" y="117"/>
                </a:cubicBez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 41"/>
          <p:cNvSpPr>
            <a:spLocks noEditPoints="1"/>
          </p:cNvSpPr>
          <p:nvPr userDrawn="1"/>
        </p:nvSpPr>
        <p:spPr bwMode="auto">
          <a:xfrm>
            <a:off x="7758113" y="371475"/>
            <a:ext cx="330200" cy="358775"/>
          </a:xfrm>
          <a:custGeom>
            <a:avLst/>
            <a:gdLst>
              <a:gd name="T0" fmla="*/ 164 w 208"/>
              <a:gd name="T1" fmla="*/ 226 h 226"/>
              <a:gd name="T2" fmla="*/ 208 w 208"/>
              <a:gd name="T3" fmla="*/ 226 h 226"/>
              <a:gd name="T4" fmla="*/ 120 w 208"/>
              <a:gd name="T5" fmla="*/ 0 h 226"/>
              <a:gd name="T6" fmla="*/ 86 w 208"/>
              <a:gd name="T7" fmla="*/ 0 h 226"/>
              <a:gd name="T8" fmla="*/ 0 w 208"/>
              <a:gd name="T9" fmla="*/ 226 h 226"/>
              <a:gd name="T10" fmla="*/ 22 w 208"/>
              <a:gd name="T11" fmla="*/ 226 h 226"/>
              <a:gd name="T12" fmla="*/ 48 w 208"/>
              <a:gd name="T13" fmla="*/ 162 h 226"/>
              <a:gd name="T14" fmla="*/ 140 w 208"/>
              <a:gd name="T15" fmla="*/ 162 h 226"/>
              <a:gd name="T16" fmla="*/ 164 w 208"/>
              <a:gd name="T17" fmla="*/ 226 h 226"/>
              <a:gd name="T18" fmla="*/ 164 w 208"/>
              <a:gd name="T19" fmla="*/ 226 h 226"/>
              <a:gd name="T20" fmla="*/ 54 w 208"/>
              <a:gd name="T21" fmla="*/ 142 h 226"/>
              <a:gd name="T22" fmla="*/ 94 w 208"/>
              <a:gd name="T23" fmla="*/ 36 h 226"/>
              <a:gd name="T24" fmla="*/ 134 w 208"/>
              <a:gd name="T25" fmla="*/ 142 h 226"/>
              <a:gd name="T26" fmla="*/ 54 w 208"/>
              <a:gd name="T27" fmla="*/ 142 h 226"/>
              <a:gd name="T28" fmla="*/ 54 w 208"/>
              <a:gd name="T29" fmla="*/ 142 h 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8" h="226">
                <a:moveTo>
                  <a:pt x="164" y="226"/>
                </a:moveTo>
                <a:lnTo>
                  <a:pt x="208" y="226"/>
                </a:lnTo>
                <a:lnTo>
                  <a:pt x="120" y="0"/>
                </a:lnTo>
                <a:lnTo>
                  <a:pt x="86" y="0"/>
                </a:lnTo>
                <a:lnTo>
                  <a:pt x="0" y="226"/>
                </a:lnTo>
                <a:lnTo>
                  <a:pt x="22" y="226"/>
                </a:lnTo>
                <a:lnTo>
                  <a:pt x="48" y="162"/>
                </a:lnTo>
                <a:lnTo>
                  <a:pt x="140" y="162"/>
                </a:lnTo>
                <a:lnTo>
                  <a:pt x="164" y="226"/>
                </a:lnTo>
                <a:lnTo>
                  <a:pt x="164" y="226"/>
                </a:lnTo>
                <a:close/>
                <a:moveTo>
                  <a:pt x="54" y="142"/>
                </a:moveTo>
                <a:lnTo>
                  <a:pt x="94" y="36"/>
                </a:lnTo>
                <a:lnTo>
                  <a:pt x="134" y="142"/>
                </a:lnTo>
                <a:lnTo>
                  <a:pt x="54" y="142"/>
                </a:lnTo>
                <a:lnTo>
                  <a:pt x="54" y="142"/>
                </a:lnTo>
                <a:close/>
              </a:path>
            </a:pathLst>
          </a:custGeom>
          <a:solidFill>
            <a:srgbClr val="3D0F54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49237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in with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/>
          <p:cNvSpPr>
            <a:spLocks noChangeAspect="1" noChangeArrowheads="1" noTextEdit="1"/>
          </p:cNvSpPr>
          <p:nvPr userDrawn="1"/>
        </p:nvSpPr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 userDrawn="1"/>
        </p:nvSpPr>
        <p:spPr bwMode="auto">
          <a:xfrm>
            <a:off x="1588" y="-3175"/>
            <a:ext cx="5030788" cy="457200"/>
          </a:xfrm>
          <a:custGeom>
            <a:avLst/>
            <a:gdLst>
              <a:gd name="T0" fmla="*/ 0 w 3169"/>
              <a:gd name="T1" fmla="*/ 0 h 288"/>
              <a:gd name="T2" fmla="*/ 3169 w 3169"/>
              <a:gd name="T3" fmla="*/ 0 h 288"/>
              <a:gd name="T4" fmla="*/ 2879 w 3169"/>
              <a:gd name="T5" fmla="*/ 288 h 288"/>
              <a:gd name="T6" fmla="*/ 0 w 3169"/>
              <a:gd name="T7" fmla="*/ 288 h 288"/>
              <a:gd name="T8" fmla="*/ 0 w 3169"/>
              <a:gd name="T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169" h="288">
                <a:moveTo>
                  <a:pt x="0" y="0"/>
                </a:moveTo>
                <a:lnTo>
                  <a:pt x="3169" y="0"/>
                </a:lnTo>
                <a:lnTo>
                  <a:pt x="2879" y="288"/>
                </a:lnTo>
                <a:lnTo>
                  <a:pt x="0" y="288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 userDrawn="1"/>
        </p:nvSpPr>
        <p:spPr bwMode="auto">
          <a:xfrm>
            <a:off x="4572001" y="6397625"/>
            <a:ext cx="4570413" cy="457200"/>
          </a:xfrm>
          <a:custGeom>
            <a:avLst/>
            <a:gdLst>
              <a:gd name="T0" fmla="*/ 2879 w 2879"/>
              <a:gd name="T1" fmla="*/ 288 h 288"/>
              <a:gd name="T2" fmla="*/ 0 w 2879"/>
              <a:gd name="T3" fmla="*/ 288 h 288"/>
              <a:gd name="T4" fmla="*/ 290 w 2879"/>
              <a:gd name="T5" fmla="*/ 0 h 288"/>
              <a:gd name="T6" fmla="*/ 2879 w 2879"/>
              <a:gd name="T7" fmla="*/ 0 h 288"/>
              <a:gd name="T8" fmla="*/ 2879 w 2879"/>
              <a:gd name="T9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879" h="288">
                <a:moveTo>
                  <a:pt x="2879" y="288"/>
                </a:moveTo>
                <a:lnTo>
                  <a:pt x="0" y="288"/>
                </a:lnTo>
                <a:lnTo>
                  <a:pt x="290" y="0"/>
                </a:lnTo>
                <a:lnTo>
                  <a:pt x="2879" y="0"/>
                </a:lnTo>
                <a:lnTo>
                  <a:pt x="2879" y="288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 userDrawn="1"/>
        </p:nvSpPr>
        <p:spPr>
          <a:xfrm>
            <a:off x="0" y="-3175"/>
            <a:ext cx="914241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Title 1"/>
          <p:cNvSpPr>
            <a:spLocks noGrp="1"/>
          </p:cNvSpPr>
          <p:nvPr>
            <p:ph type="title" hasCustomPrompt="1"/>
          </p:nvPr>
        </p:nvSpPr>
        <p:spPr>
          <a:xfrm>
            <a:off x="440871" y="1014757"/>
            <a:ext cx="6733042" cy="538609"/>
          </a:xfrm>
        </p:spPr>
        <p:txBody>
          <a:bodyPr>
            <a:spAutoFit/>
          </a:bodyPr>
          <a:lstStyle>
            <a:lvl1pPr>
              <a:lnSpc>
                <a:spcPct val="100000"/>
              </a:lnSpc>
              <a:defRPr sz="2900" b="1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Heading</a:t>
            </a:r>
            <a:endParaRPr lang="en-AU" dirty="0"/>
          </a:p>
        </p:txBody>
      </p:sp>
      <p:sp>
        <p:nvSpPr>
          <p:cNvPr id="47" name="Text Placeholder 49"/>
          <p:cNvSpPr>
            <a:spLocks noGrp="1"/>
          </p:cNvSpPr>
          <p:nvPr>
            <p:ph type="body" sz="quarter" idx="15" hasCustomPrompt="1"/>
          </p:nvPr>
        </p:nvSpPr>
        <p:spPr>
          <a:xfrm>
            <a:off x="440871" y="1751357"/>
            <a:ext cx="8284029" cy="39544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90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AU" dirty="0"/>
              <a:t>Body</a:t>
            </a:r>
          </a:p>
        </p:txBody>
      </p:sp>
      <p:sp>
        <p:nvSpPr>
          <p:cNvPr id="4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1079407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V="1">
            <a:off x="0" y="4137025"/>
            <a:ext cx="9144000" cy="4603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4" name="Rounded Rectangle 3"/>
          <p:cNvSpPr/>
          <p:nvPr/>
        </p:nvSpPr>
        <p:spPr bwMode="white">
          <a:xfrm>
            <a:off x="5410202" y="3962401"/>
            <a:ext cx="3063875" cy="26988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 useBgFill="1">
        <p:nvSpPr>
          <p:cNvPr id="5" name="Rounded Rectangle 4"/>
          <p:cNvSpPr/>
          <p:nvPr/>
        </p:nvSpPr>
        <p:spPr bwMode="white">
          <a:xfrm>
            <a:off x="7377113" y="4060826"/>
            <a:ext cx="1600200" cy="36513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3962401"/>
            <a:ext cx="9144000" cy="244475"/>
          </a:xfrm>
          <a:prstGeom prst="rect">
            <a:avLst/>
          </a:prstGeom>
          <a:solidFill>
            <a:schemeClr val="accent6">
              <a:lumMod val="40000"/>
              <a:lumOff val="60000"/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3970338"/>
            <a:ext cx="9144000" cy="141287"/>
          </a:xfrm>
          <a:prstGeom prst="rect">
            <a:avLst/>
          </a:prstGeom>
          <a:solidFill>
            <a:srgbClr val="00206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1"/>
            <a:ext cx="9144000" cy="3970338"/>
          </a:xfrm>
          <a:prstGeom prst="rect">
            <a:avLst/>
          </a:prstGeom>
          <a:solidFill>
            <a:schemeClr val="accent4">
              <a:lumMod val="7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307" dirty="0">
              <a:latin typeface="Arial" pitchFamily="34" charset="0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84293" y="4724400"/>
            <a:ext cx="6324600" cy="1295400"/>
          </a:xfrm>
        </p:spPr>
        <p:txBody>
          <a:bodyPr>
            <a:noAutofit/>
          </a:bodyPr>
          <a:lstStyle>
            <a:lvl1pPr marL="59739" indent="0" algn="ctr">
              <a:buNone/>
              <a:defRPr sz="3200">
                <a:solidFill>
                  <a:schemeClr val="accent3">
                    <a:lumMod val="75000"/>
                  </a:schemeClr>
                </a:solidFill>
              </a:defRPr>
            </a:lvl1pPr>
            <a:lvl2pPr marL="426705" indent="0" algn="ctr">
              <a:buNone/>
            </a:lvl2pPr>
            <a:lvl3pPr marL="853410" indent="0" algn="ctr">
              <a:buNone/>
            </a:lvl3pPr>
            <a:lvl4pPr marL="1280114" indent="0" algn="ctr">
              <a:buNone/>
            </a:lvl4pPr>
            <a:lvl5pPr marL="1706819" indent="0" algn="ctr">
              <a:buNone/>
            </a:lvl5pPr>
            <a:lvl6pPr marL="2133524" indent="0" algn="ctr">
              <a:buNone/>
            </a:lvl6pPr>
            <a:lvl7pPr marL="2560229" indent="0" algn="ctr">
              <a:buNone/>
            </a:lvl7pPr>
            <a:lvl8pPr marL="2986933" indent="0" algn="ctr">
              <a:buNone/>
            </a:lvl8pPr>
            <a:lvl9pPr marL="341363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63286"/>
            <a:ext cx="2667000" cy="3688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4472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39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992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072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08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913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1007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718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120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92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315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291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144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388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1324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8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93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435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8008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6359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2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78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093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123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5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345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970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072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8742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331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77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16748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270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44708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43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467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52023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732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4673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7207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6116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9359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22159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34682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6716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432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1028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05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486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504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7901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312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3613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6069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090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395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614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03913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438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977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321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6472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721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91584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5028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5255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8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728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0214"/>
            <a:ext cx="8026400" cy="4978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4"/>
            <a:ext cx="628992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4" y="6487630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4" y="6578466"/>
            <a:ext cx="6781693" cy="276999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7179" y="6324600"/>
            <a:ext cx="1439449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1691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rgbClr val="FFFFFF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" y="-3"/>
            <a:ext cx="11328385" cy="69194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2"/>
          <p:cNvGrpSpPr/>
          <p:nvPr/>
        </p:nvGrpSpPr>
        <p:grpSpPr>
          <a:xfrm>
            <a:off x="22" y="4740126"/>
            <a:ext cx="7314320" cy="1169029"/>
            <a:chOff x="-11" y="1378677"/>
            <a:chExt cx="7314320" cy="4116300"/>
          </a:xfrm>
        </p:grpSpPr>
        <p:sp>
          <p:nvSpPr>
            <p:cNvPr id="41" name="Google Shape;41;p2"/>
            <p:cNvSpPr/>
            <p:nvPr/>
          </p:nvSpPr>
          <p:spPr>
            <a:xfrm flipH="1">
              <a:off x="-11" y="1378677"/>
              <a:ext cx="187800" cy="41163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187809" y="1378677"/>
              <a:ext cx="7126500" cy="4116300"/>
            </a:xfrm>
            <a:prstGeom prst="rect">
              <a:avLst/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3" name="Google Shape;43;p2"/>
          <p:cNvSpPr txBox="1">
            <a:spLocks noGrp="1"/>
          </p:cNvSpPr>
          <p:nvPr>
            <p:ph type="ctrTitle"/>
          </p:nvPr>
        </p:nvSpPr>
        <p:spPr>
          <a:xfrm>
            <a:off x="414375" y="4842443"/>
            <a:ext cx="6400800" cy="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20151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5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59" name="Google Shape;59;p5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0" name="Google Shape;60;p5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939164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13" y="-12188"/>
            <a:ext cx="8005728" cy="1612563"/>
            <a:chOff x="-13" y="-12188"/>
            <a:chExt cx="8005728" cy="1161900"/>
          </a:xfrm>
        </p:grpSpPr>
        <p:sp>
          <p:nvSpPr>
            <p:cNvPr id="46" name="Google Shape;46;p3"/>
            <p:cNvSpPr/>
            <p:nvPr/>
          </p:nvSpPr>
          <p:spPr>
            <a:xfrm flipH="1">
              <a:off x="-13" y="-12188"/>
              <a:ext cx="1878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" name="Google Shape;47;p3"/>
            <p:cNvSpPr/>
            <p:nvPr/>
          </p:nvSpPr>
          <p:spPr>
            <a:xfrm flipH="1">
              <a:off x="187715" y="-12188"/>
              <a:ext cx="7818000" cy="1161900"/>
            </a:xfrm>
            <a:prstGeom prst="rect">
              <a:avLst/>
            </a:prstGeom>
            <a:solidFill>
              <a:srgbClr val="E670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457200" y="134801"/>
            <a:ext cx="7315500" cy="135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457200" y="1704688"/>
            <a:ext cx="8229600" cy="48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218105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9596" y="713233"/>
            <a:ext cx="3767469" cy="334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21929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22270082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19291"/>
          </a:xfrm>
        </p:spPr>
        <p:txBody>
          <a:bodyPr lIns="0" tIns="0" rIns="0" bIns="0"/>
          <a:lstStyle>
            <a:lvl1pPr>
              <a:defRPr sz="1425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23349916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271370994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334707"/>
          </a:xfrm>
        </p:spPr>
        <p:txBody>
          <a:bodyPr lIns="0" tIns="0" rIns="0" bIns="0"/>
          <a:lstStyle>
            <a:lvl1pPr>
              <a:defRPr sz="2175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326178090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190024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image" Target="../media/image1.emf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6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85"/>
            </p:custDataLst>
            <p:extLst>
              <p:ext uri="{D42A27DB-BD31-4B8C-83A1-F6EECF244321}">
                <p14:modId xmlns:p14="http://schemas.microsoft.com/office/powerpoint/2010/main" val="3475696465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6" imgW="347" imgH="348" progId="TCLayout.ActiveDocument.1">
                  <p:embed/>
                </p:oleObj>
              </mc:Choice>
              <mc:Fallback>
                <p:oleObj name="think-cell Slide" r:id="rId86" imgW="347" imgH="348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8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87" name="Group 4"/>
          <p:cNvGrpSpPr>
            <a:grpSpLocks noChangeAspect="1"/>
          </p:cNvGrpSpPr>
          <p:nvPr userDrawn="1"/>
        </p:nvGrpSpPr>
        <p:grpSpPr bwMode="auto">
          <a:xfrm>
            <a:off x="1588" y="0"/>
            <a:ext cx="9140825" cy="6858000"/>
            <a:chOff x="1" y="0"/>
            <a:chExt cx="5758" cy="4320"/>
          </a:xfrm>
        </p:grpSpPr>
        <p:sp>
          <p:nvSpPr>
            <p:cNvPr id="88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1" y="0"/>
              <a:ext cx="5758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 5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 6"/>
            <p:cNvSpPr>
              <a:spLocks/>
            </p:cNvSpPr>
            <p:nvPr userDrawn="1"/>
          </p:nvSpPr>
          <p:spPr bwMode="auto">
            <a:xfrm>
              <a:off x="1" y="-2"/>
              <a:ext cx="3169" cy="288"/>
            </a:xfrm>
            <a:custGeom>
              <a:avLst/>
              <a:gdLst>
                <a:gd name="T0" fmla="*/ 0 w 3169"/>
                <a:gd name="T1" fmla="*/ 0 h 288"/>
                <a:gd name="T2" fmla="*/ 3169 w 3169"/>
                <a:gd name="T3" fmla="*/ 0 h 288"/>
                <a:gd name="T4" fmla="*/ 2879 w 3169"/>
                <a:gd name="T5" fmla="*/ 288 h 288"/>
                <a:gd name="T6" fmla="*/ 0 w 3169"/>
                <a:gd name="T7" fmla="*/ 288 h 288"/>
                <a:gd name="T8" fmla="*/ 0 w 3169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69" h="288">
                  <a:moveTo>
                    <a:pt x="0" y="0"/>
                  </a:moveTo>
                  <a:lnTo>
                    <a:pt x="3169" y="0"/>
                  </a:lnTo>
                  <a:lnTo>
                    <a:pt x="2879" y="288"/>
                  </a:lnTo>
                  <a:lnTo>
                    <a:pt x="0" y="288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 7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  <a:close/>
                </a:path>
              </a:pathLst>
            </a:custGeom>
            <a:solidFill>
              <a:srgbClr val="E8E3DB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 8"/>
            <p:cNvSpPr>
              <a:spLocks/>
            </p:cNvSpPr>
            <p:nvPr userDrawn="1"/>
          </p:nvSpPr>
          <p:spPr bwMode="auto">
            <a:xfrm>
              <a:off x="2880" y="4030"/>
              <a:ext cx="2879" cy="288"/>
            </a:xfrm>
            <a:custGeom>
              <a:avLst/>
              <a:gdLst>
                <a:gd name="T0" fmla="*/ 2879 w 2879"/>
                <a:gd name="T1" fmla="*/ 288 h 288"/>
                <a:gd name="T2" fmla="*/ 0 w 2879"/>
                <a:gd name="T3" fmla="*/ 288 h 288"/>
                <a:gd name="T4" fmla="*/ 290 w 2879"/>
                <a:gd name="T5" fmla="*/ 0 h 288"/>
                <a:gd name="T6" fmla="*/ 2879 w 2879"/>
                <a:gd name="T7" fmla="*/ 0 h 288"/>
                <a:gd name="T8" fmla="*/ 2879 w 2879"/>
                <a:gd name="T9" fmla="*/ 288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79" h="288">
                  <a:moveTo>
                    <a:pt x="2879" y="288"/>
                  </a:moveTo>
                  <a:lnTo>
                    <a:pt x="0" y="288"/>
                  </a:lnTo>
                  <a:lnTo>
                    <a:pt x="290" y="0"/>
                  </a:lnTo>
                  <a:lnTo>
                    <a:pt x="2879" y="0"/>
                  </a:lnTo>
                  <a:lnTo>
                    <a:pt x="2879" y="28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 9"/>
            <p:cNvSpPr>
              <a:spLocks/>
            </p:cNvSpPr>
            <p:nvPr userDrawn="1"/>
          </p:nvSpPr>
          <p:spPr bwMode="auto">
            <a:xfrm>
              <a:off x="4661" y="234"/>
              <a:ext cx="182" cy="234"/>
            </a:xfrm>
            <a:custGeom>
              <a:avLst/>
              <a:gdLst>
                <a:gd name="T0" fmla="*/ 91 w 91"/>
                <a:gd name="T1" fmla="*/ 0 h 117"/>
                <a:gd name="T2" fmla="*/ 91 w 91"/>
                <a:gd name="T3" fmla="*/ 51 h 117"/>
                <a:gd name="T4" fmla="*/ 46 w 91"/>
                <a:gd name="T5" fmla="*/ 117 h 117"/>
                <a:gd name="T6" fmla="*/ 0 w 91"/>
                <a:gd name="T7" fmla="*/ 51 h 117"/>
                <a:gd name="T8" fmla="*/ 0 w 91"/>
                <a:gd name="T9" fmla="*/ 0 h 117"/>
                <a:gd name="T10" fmla="*/ 91 w 91"/>
                <a:gd name="T11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117">
                  <a:moveTo>
                    <a:pt x="91" y="0"/>
                  </a:moveTo>
                  <a:cubicBezTo>
                    <a:pt x="91" y="51"/>
                    <a:pt x="91" y="51"/>
                    <a:pt x="91" y="51"/>
                  </a:cubicBezTo>
                  <a:cubicBezTo>
                    <a:pt x="91" y="77"/>
                    <a:pt x="74" y="105"/>
                    <a:pt x="46" y="117"/>
                  </a:cubicBezTo>
                  <a:cubicBezTo>
                    <a:pt x="18" y="105"/>
                    <a:pt x="0" y="77"/>
                    <a:pt x="0" y="5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1" y="0"/>
                    <a:pt x="91" y="0"/>
                    <a:pt x="91" y="0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 10"/>
            <p:cNvSpPr>
              <a:spLocks/>
            </p:cNvSpPr>
            <p:nvPr userDrawn="1"/>
          </p:nvSpPr>
          <p:spPr bwMode="auto">
            <a:xfrm>
              <a:off x="4695" y="262"/>
              <a:ext cx="114" cy="150"/>
            </a:xfrm>
            <a:custGeom>
              <a:avLst/>
              <a:gdLst>
                <a:gd name="T0" fmla="*/ 0 w 114"/>
                <a:gd name="T1" fmla="*/ 74 h 150"/>
                <a:gd name="T2" fmla="*/ 58 w 114"/>
                <a:gd name="T3" fmla="*/ 0 h 150"/>
                <a:gd name="T4" fmla="*/ 114 w 114"/>
                <a:gd name="T5" fmla="*/ 74 h 150"/>
                <a:gd name="T6" fmla="*/ 58 w 114"/>
                <a:gd name="T7" fmla="*/ 150 h 150"/>
                <a:gd name="T8" fmla="*/ 0 w 114"/>
                <a:gd name="T9" fmla="*/ 74 h 150"/>
                <a:gd name="T10" fmla="*/ 0 w 114"/>
                <a:gd name="T11" fmla="*/ 74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150">
                  <a:moveTo>
                    <a:pt x="0" y="74"/>
                  </a:moveTo>
                  <a:lnTo>
                    <a:pt x="58" y="0"/>
                  </a:lnTo>
                  <a:lnTo>
                    <a:pt x="114" y="74"/>
                  </a:lnTo>
                  <a:lnTo>
                    <a:pt x="58" y="150"/>
                  </a:lnTo>
                  <a:lnTo>
                    <a:pt x="0" y="74"/>
                  </a:lnTo>
                  <a:lnTo>
                    <a:pt x="0" y="7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 11"/>
            <p:cNvSpPr>
              <a:spLocks/>
            </p:cNvSpPr>
            <p:nvPr userDrawn="1"/>
          </p:nvSpPr>
          <p:spPr bwMode="auto">
            <a:xfrm>
              <a:off x="4711" y="294"/>
              <a:ext cx="82" cy="98"/>
            </a:xfrm>
            <a:custGeom>
              <a:avLst/>
              <a:gdLst>
                <a:gd name="T0" fmla="*/ 18 w 41"/>
                <a:gd name="T1" fmla="*/ 26 h 49"/>
                <a:gd name="T2" fmla="*/ 21 w 41"/>
                <a:gd name="T3" fmla="*/ 49 h 49"/>
                <a:gd name="T4" fmla="*/ 21 w 41"/>
                <a:gd name="T5" fmla="*/ 49 h 49"/>
                <a:gd name="T6" fmla="*/ 21 w 41"/>
                <a:gd name="T7" fmla="*/ 49 h 49"/>
                <a:gd name="T8" fmla="*/ 23 w 41"/>
                <a:gd name="T9" fmla="*/ 26 h 49"/>
                <a:gd name="T10" fmla="*/ 23 w 41"/>
                <a:gd name="T11" fmla="*/ 24 h 49"/>
                <a:gd name="T12" fmla="*/ 32 w 41"/>
                <a:gd name="T13" fmla="*/ 24 h 49"/>
                <a:gd name="T14" fmla="*/ 32 w 41"/>
                <a:gd name="T15" fmla="*/ 25 h 49"/>
                <a:gd name="T16" fmla="*/ 35 w 41"/>
                <a:gd name="T17" fmla="*/ 28 h 49"/>
                <a:gd name="T18" fmla="*/ 37 w 41"/>
                <a:gd name="T19" fmla="*/ 25 h 49"/>
                <a:gd name="T20" fmla="*/ 37 w 41"/>
                <a:gd name="T21" fmla="*/ 24 h 49"/>
                <a:gd name="T22" fmla="*/ 38 w 41"/>
                <a:gd name="T23" fmla="*/ 24 h 49"/>
                <a:gd name="T24" fmla="*/ 41 w 41"/>
                <a:gd name="T25" fmla="*/ 21 h 49"/>
                <a:gd name="T26" fmla="*/ 38 w 41"/>
                <a:gd name="T27" fmla="*/ 19 h 49"/>
                <a:gd name="T28" fmla="*/ 37 w 41"/>
                <a:gd name="T29" fmla="*/ 19 h 49"/>
                <a:gd name="T30" fmla="*/ 37 w 41"/>
                <a:gd name="T31" fmla="*/ 18 h 49"/>
                <a:gd name="T32" fmla="*/ 35 w 41"/>
                <a:gd name="T33" fmla="*/ 15 h 49"/>
                <a:gd name="T34" fmla="*/ 32 w 41"/>
                <a:gd name="T35" fmla="*/ 18 h 49"/>
                <a:gd name="T36" fmla="*/ 32 w 41"/>
                <a:gd name="T37" fmla="*/ 19 h 49"/>
                <a:gd name="T38" fmla="*/ 23 w 41"/>
                <a:gd name="T39" fmla="*/ 19 h 49"/>
                <a:gd name="T40" fmla="*/ 23 w 41"/>
                <a:gd name="T41" fmla="*/ 9 h 49"/>
                <a:gd name="T42" fmla="*/ 24 w 41"/>
                <a:gd name="T43" fmla="*/ 9 h 49"/>
                <a:gd name="T44" fmla="*/ 27 w 41"/>
                <a:gd name="T45" fmla="*/ 6 h 49"/>
                <a:gd name="T46" fmla="*/ 24 w 41"/>
                <a:gd name="T47" fmla="*/ 3 h 49"/>
                <a:gd name="T48" fmla="*/ 23 w 41"/>
                <a:gd name="T49" fmla="*/ 3 h 49"/>
                <a:gd name="T50" fmla="*/ 23 w 41"/>
                <a:gd name="T51" fmla="*/ 3 h 49"/>
                <a:gd name="T52" fmla="*/ 21 w 41"/>
                <a:gd name="T53" fmla="*/ 0 h 49"/>
                <a:gd name="T54" fmla="*/ 18 w 41"/>
                <a:gd name="T55" fmla="*/ 3 h 49"/>
                <a:gd name="T56" fmla="*/ 18 w 41"/>
                <a:gd name="T57" fmla="*/ 3 h 49"/>
                <a:gd name="T58" fmla="*/ 17 w 41"/>
                <a:gd name="T59" fmla="*/ 3 h 49"/>
                <a:gd name="T60" fmla="*/ 14 w 41"/>
                <a:gd name="T61" fmla="*/ 6 h 49"/>
                <a:gd name="T62" fmla="*/ 17 w 41"/>
                <a:gd name="T63" fmla="*/ 9 h 49"/>
                <a:gd name="T64" fmla="*/ 18 w 41"/>
                <a:gd name="T65" fmla="*/ 9 h 49"/>
                <a:gd name="T66" fmla="*/ 18 w 41"/>
                <a:gd name="T67" fmla="*/ 19 h 49"/>
                <a:gd name="T68" fmla="*/ 18 w 41"/>
                <a:gd name="T69" fmla="*/ 19 h 49"/>
                <a:gd name="T70" fmla="*/ 10 w 41"/>
                <a:gd name="T71" fmla="*/ 19 h 49"/>
                <a:gd name="T72" fmla="*/ 10 w 41"/>
                <a:gd name="T73" fmla="*/ 18 h 49"/>
                <a:gd name="T74" fmla="*/ 7 w 41"/>
                <a:gd name="T75" fmla="*/ 15 h 49"/>
                <a:gd name="T76" fmla="*/ 4 w 41"/>
                <a:gd name="T77" fmla="*/ 18 h 49"/>
                <a:gd name="T78" fmla="*/ 4 w 41"/>
                <a:gd name="T79" fmla="*/ 19 h 49"/>
                <a:gd name="T80" fmla="*/ 4 w 41"/>
                <a:gd name="T81" fmla="*/ 19 h 49"/>
                <a:gd name="T82" fmla="*/ 0 w 41"/>
                <a:gd name="T83" fmla="*/ 21 h 49"/>
                <a:gd name="T84" fmla="*/ 4 w 41"/>
                <a:gd name="T85" fmla="*/ 24 h 49"/>
                <a:gd name="T86" fmla="*/ 4 w 41"/>
                <a:gd name="T87" fmla="*/ 24 h 49"/>
                <a:gd name="T88" fmla="*/ 4 w 41"/>
                <a:gd name="T89" fmla="*/ 25 h 49"/>
                <a:gd name="T90" fmla="*/ 7 w 41"/>
                <a:gd name="T91" fmla="*/ 28 h 49"/>
                <a:gd name="T92" fmla="*/ 10 w 41"/>
                <a:gd name="T93" fmla="*/ 25 h 49"/>
                <a:gd name="T94" fmla="*/ 10 w 41"/>
                <a:gd name="T95" fmla="*/ 24 h 49"/>
                <a:gd name="T96" fmla="*/ 18 w 41"/>
                <a:gd name="T97" fmla="*/ 24 h 49"/>
                <a:gd name="T98" fmla="*/ 18 w 41"/>
                <a:gd name="T99" fmla="*/ 26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" h="49">
                  <a:moveTo>
                    <a:pt x="18" y="26"/>
                  </a:moveTo>
                  <a:cubicBezTo>
                    <a:pt x="18" y="36"/>
                    <a:pt x="20" y="48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9"/>
                    <a:pt x="21" y="49"/>
                    <a:pt x="21" y="49"/>
                  </a:cubicBezTo>
                  <a:cubicBezTo>
                    <a:pt x="21" y="48"/>
                    <a:pt x="23" y="36"/>
                    <a:pt x="23" y="26"/>
                  </a:cubicBezTo>
                  <a:cubicBezTo>
                    <a:pt x="23" y="24"/>
                    <a:pt x="23" y="24"/>
                    <a:pt x="23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5"/>
                    <a:pt x="32" y="25"/>
                  </a:cubicBezTo>
                  <a:cubicBezTo>
                    <a:pt x="32" y="26"/>
                    <a:pt x="33" y="28"/>
                    <a:pt x="35" y="28"/>
                  </a:cubicBezTo>
                  <a:cubicBezTo>
                    <a:pt x="36" y="28"/>
                    <a:pt x="37" y="26"/>
                    <a:pt x="37" y="25"/>
                  </a:cubicBezTo>
                  <a:cubicBezTo>
                    <a:pt x="37" y="24"/>
                    <a:pt x="37" y="24"/>
                    <a:pt x="37" y="24"/>
                  </a:cubicBezTo>
                  <a:cubicBezTo>
                    <a:pt x="38" y="24"/>
                    <a:pt x="38" y="24"/>
                    <a:pt x="38" y="24"/>
                  </a:cubicBezTo>
                  <a:cubicBezTo>
                    <a:pt x="39" y="24"/>
                    <a:pt x="41" y="23"/>
                    <a:pt x="41" y="21"/>
                  </a:cubicBezTo>
                  <a:cubicBezTo>
                    <a:pt x="41" y="20"/>
                    <a:pt x="39" y="19"/>
                    <a:pt x="38" y="19"/>
                  </a:cubicBezTo>
                  <a:cubicBezTo>
                    <a:pt x="37" y="19"/>
                    <a:pt x="37" y="19"/>
                    <a:pt x="37" y="19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7"/>
                    <a:pt x="36" y="15"/>
                    <a:pt x="35" y="15"/>
                  </a:cubicBezTo>
                  <a:cubicBezTo>
                    <a:pt x="33" y="15"/>
                    <a:pt x="32" y="17"/>
                    <a:pt x="32" y="18"/>
                  </a:cubicBezTo>
                  <a:cubicBezTo>
                    <a:pt x="32" y="19"/>
                    <a:pt x="32" y="19"/>
                    <a:pt x="32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5" y="9"/>
                    <a:pt x="27" y="8"/>
                    <a:pt x="27" y="6"/>
                  </a:cubicBezTo>
                  <a:cubicBezTo>
                    <a:pt x="27" y="5"/>
                    <a:pt x="25" y="3"/>
                    <a:pt x="24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2" y="0"/>
                    <a:pt x="21" y="0"/>
                  </a:cubicBezTo>
                  <a:cubicBezTo>
                    <a:pt x="19" y="0"/>
                    <a:pt x="18" y="1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6" y="3"/>
                    <a:pt x="14" y="5"/>
                    <a:pt x="14" y="6"/>
                  </a:cubicBezTo>
                  <a:cubicBezTo>
                    <a:pt x="14" y="8"/>
                    <a:pt x="16" y="9"/>
                    <a:pt x="17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0" y="17"/>
                    <a:pt x="8" y="15"/>
                    <a:pt x="7" y="15"/>
                  </a:cubicBezTo>
                  <a:cubicBezTo>
                    <a:pt x="5" y="15"/>
                    <a:pt x="4" y="17"/>
                    <a:pt x="4" y="18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2" y="19"/>
                    <a:pt x="0" y="20"/>
                    <a:pt x="0" y="21"/>
                  </a:cubicBezTo>
                  <a:cubicBezTo>
                    <a:pt x="0" y="23"/>
                    <a:pt x="2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4" y="26"/>
                    <a:pt x="5" y="28"/>
                    <a:pt x="7" y="28"/>
                  </a:cubicBezTo>
                  <a:cubicBezTo>
                    <a:pt x="8" y="28"/>
                    <a:pt x="10" y="26"/>
                    <a:pt x="10" y="25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8" y="24"/>
                    <a:pt x="18" y="24"/>
                    <a:pt x="18" y="24"/>
                  </a:cubicBezTo>
                  <a:cubicBezTo>
                    <a:pt x="18" y="26"/>
                    <a:pt x="18" y="26"/>
                    <a:pt x="18" y="26"/>
                  </a:cubicBezTo>
                  <a:close/>
                </a:path>
              </a:pathLst>
            </a:custGeom>
            <a:solidFill>
              <a:srgbClr val="E2231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 12"/>
            <p:cNvSpPr>
              <a:spLocks noEditPoints="1"/>
            </p:cNvSpPr>
            <p:nvPr userDrawn="1"/>
          </p:nvSpPr>
          <p:spPr bwMode="auto">
            <a:xfrm>
              <a:off x="466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10 w 34"/>
                <a:gd name="T9" fmla="*/ 26 h 32"/>
                <a:gd name="T10" fmla="*/ 26 w 34"/>
                <a:gd name="T11" fmla="*/ 26 h 32"/>
                <a:gd name="T12" fmla="*/ 30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2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10" y="26"/>
                  </a:lnTo>
                  <a:lnTo>
                    <a:pt x="26" y="26"/>
                  </a:lnTo>
                  <a:lnTo>
                    <a:pt x="30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2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 13"/>
            <p:cNvSpPr>
              <a:spLocks/>
            </p:cNvSpPr>
            <p:nvPr userDrawn="1"/>
          </p:nvSpPr>
          <p:spPr bwMode="auto">
            <a:xfrm>
              <a:off x="4697" y="504"/>
              <a:ext cx="28" cy="32"/>
            </a:xfrm>
            <a:custGeom>
              <a:avLst/>
              <a:gdLst>
                <a:gd name="T0" fmla="*/ 11 w 14"/>
                <a:gd name="T1" fmla="*/ 9 h 16"/>
                <a:gd name="T2" fmla="*/ 7 w 14"/>
                <a:gd name="T3" fmla="*/ 14 h 16"/>
                <a:gd name="T4" fmla="*/ 3 w 14"/>
                <a:gd name="T5" fmla="*/ 9 h 16"/>
                <a:gd name="T6" fmla="*/ 3 w 14"/>
                <a:gd name="T7" fmla="*/ 0 h 16"/>
                <a:gd name="T8" fmla="*/ 0 w 14"/>
                <a:gd name="T9" fmla="*/ 0 h 16"/>
                <a:gd name="T10" fmla="*/ 0 w 14"/>
                <a:gd name="T11" fmla="*/ 9 h 16"/>
                <a:gd name="T12" fmla="*/ 7 w 14"/>
                <a:gd name="T13" fmla="*/ 16 h 16"/>
                <a:gd name="T14" fmla="*/ 14 w 14"/>
                <a:gd name="T15" fmla="*/ 9 h 16"/>
                <a:gd name="T16" fmla="*/ 14 w 14"/>
                <a:gd name="T17" fmla="*/ 0 h 16"/>
                <a:gd name="T18" fmla="*/ 11 w 14"/>
                <a:gd name="T19" fmla="*/ 0 h 16"/>
                <a:gd name="T20" fmla="*/ 11 w 14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3" y="12"/>
                    <a:pt x="3" y="9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4" y="16"/>
                    <a:pt x="7" y="16"/>
                  </a:cubicBezTo>
                  <a:cubicBezTo>
                    <a:pt x="10" y="16"/>
                    <a:pt x="14" y="14"/>
                    <a:pt x="14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 14"/>
            <p:cNvSpPr>
              <a:spLocks/>
            </p:cNvSpPr>
            <p:nvPr userDrawn="1"/>
          </p:nvSpPr>
          <p:spPr bwMode="auto">
            <a:xfrm>
              <a:off x="4731" y="502"/>
              <a:ext cx="26" cy="34"/>
            </a:xfrm>
            <a:custGeom>
              <a:avLst/>
              <a:gdLst>
                <a:gd name="T0" fmla="*/ 7 w 13"/>
                <a:gd name="T1" fmla="*/ 7 h 17"/>
                <a:gd name="T2" fmla="*/ 3 w 13"/>
                <a:gd name="T3" fmla="*/ 5 h 17"/>
                <a:gd name="T4" fmla="*/ 7 w 13"/>
                <a:gd name="T5" fmla="*/ 3 h 17"/>
                <a:gd name="T6" fmla="*/ 11 w 13"/>
                <a:gd name="T7" fmla="*/ 5 h 17"/>
                <a:gd name="T8" fmla="*/ 11 w 13"/>
                <a:gd name="T9" fmla="*/ 5 h 17"/>
                <a:gd name="T10" fmla="*/ 13 w 13"/>
                <a:gd name="T11" fmla="*/ 4 h 17"/>
                <a:gd name="T12" fmla="*/ 13 w 13"/>
                <a:gd name="T13" fmla="*/ 3 h 17"/>
                <a:gd name="T14" fmla="*/ 7 w 13"/>
                <a:gd name="T15" fmla="*/ 0 h 17"/>
                <a:gd name="T16" fmla="*/ 2 w 13"/>
                <a:gd name="T17" fmla="*/ 2 h 17"/>
                <a:gd name="T18" fmla="*/ 0 w 13"/>
                <a:gd name="T19" fmla="*/ 5 h 17"/>
                <a:gd name="T20" fmla="*/ 7 w 13"/>
                <a:gd name="T21" fmla="*/ 10 h 17"/>
                <a:gd name="T22" fmla="*/ 11 w 13"/>
                <a:gd name="T23" fmla="*/ 12 h 17"/>
                <a:gd name="T24" fmla="*/ 7 w 13"/>
                <a:gd name="T25" fmla="*/ 15 h 17"/>
                <a:gd name="T26" fmla="*/ 2 w 13"/>
                <a:gd name="T27" fmla="*/ 12 h 17"/>
                <a:gd name="T28" fmla="*/ 2 w 13"/>
                <a:gd name="T29" fmla="*/ 12 h 17"/>
                <a:gd name="T30" fmla="*/ 0 w 13"/>
                <a:gd name="T31" fmla="*/ 13 h 17"/>
                <a:gd name="T32" fmla="*/ 0 w 13"/>
                <a:gd name="T33" fmla="*/ 14 h 17"/>
                <a:gd name="T34" fmla="*/ 7 w 13"/>
                <a:gd name="T35" fmla="*/ 17 h 17"/>
                <a:gd name="T36" fmla="*/ 13 w 13"/>
                <a:gd name="T37" fmla="*/ 12 h 17"/>
                <a:gd name="T38" fmla="*/ 7 w 13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" h="17">
                  <a:moveTo>
                    <a:pt x="7" y="7"/>
                  </a:moveTo>
                  <a:cubicBezTo>
                    <a:pt x="5" y="7"/>
                    <a:pt x="3" y="6"/>
                    <a:pt x="3" y="5"/>
                  </a:cubicBezTo>
                  <a:cubicBezTo>
                    <a:pt x="3" y="4"/>
                    <a:pt x="5" y="3"/>
                    <a:pt x="7" y="3"/>
                  </a:cubicBezTo>
                  <a:cubicBezTo>
                    <a:pt x="9" y="3"/>
                    <a:pt x="10" y="3"/>
                    <a:pt x="11" y="5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5" y="0"/>
                    <a:pt x="3" y="1"/>
                    <a:pt x="2" y="2"/>
                  </a:cubicBezTo>
                  <a:cubicBezTo>
                    <a:pt x="1" y="3"/>
                    <a:pt x="0" y="4"/>
                    <a:pt x="0" y="5"/>
                  </a:cubicBezTo>
                  <a:cubicBezTo>
                    <a:pt x="0" y="9"/>
                    <a:pt x="4" y="9"/>
                    <a:pt x="7" y="10"/>
                  </a:cubicBezTo>
                  <a:cubicBezTo>
                    <a:pt x="9" y="10"/>
                    <a:pt x="11" y="11"/>
                    <a:pt x="11" y="12"/>
                  </a:cubicBezTo>
                  <a:cubicBezTo>
                    <a:pt x="11" y="15"/>
                    <a:pt x="8" y="15"/>
                    <a:pt x="7" y="15"/>
                  </a:cubicBezTo>
                  <a:cubicBezTo>
                    <a:pt x="5" y="15"/>
                    <a:pt x="3" y="14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" y="16"/>
                    <a:pt x="3" y="17"/>
                    <a:pt x="7" y="17"/>
                  </a:cubicBezTo>
                  <a:cubicBezTo>
                    <a:pt x="10" y="17"/>
                    <a:pt x="13" y="16"/>
                    <a:pt x="13" y="12"/>
                  </a:cubicBezTo>
                  <a:cubicBezTo>
                    <a:pt x="13" y="9"/>
                    <a:pt x="10" y="8"/>
                    <a:pt x="7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 15"/>
            <p:cNvSpPr>
              <a:spLocks/>
            </p:cNvSpPr>
            <p:nvPr userDrawn="1"/>
          </p:nvSpPr>
          <p:spPr bwMode="auto">
            <a:xfrm>
              <a:off x="4761" y="504"/>
              <a:ext cx="26" cy="32"/>
            </a:xfrm>
            <a:custGeom>
              <a:avLst/>
              <a:gdLst>
                <a:gd name="T0" fmla="*/ 0 w 26"/>
                <a:gd name="T1" fmla="*/ 4 h 32"/>
                <a:gd name="T2" fmla="*/ 10 w 26"/>
                <a:gd name="T3" fmla="*/ 4 h 32"/>
                <a:gd name="T4" fmla="*/ 10 w 26"/>
                <a:gd name="T5" fmla="*/ 32 h 32"/>
                <a:gd name="T6" fmla="*/ 16 w 26"/>
                <a:gd name="T7" fmla="*/ 32 h 32"/>
                <a:gd name="T8" fmla="*/ 16 w 26"/>
                <a:gd name="T9" fmla="*/ 4 h 32"/>
                <a:gd name="T10" fmla="*/ 26 w 26"/>
                <a:gd name="T11" fmla="*/ 4 h 32"/>
                <a:gd name="T12" fmla="*/ 26 w 26"/>
                <a:gd name="T13" fmla="*/ 0 h 32"/>
                <a:gd name="T14" fmla="*/ 0 w 26"/>
                <a:gd name="T15" fmla="*/ 0 h 32"/>
                <a:gd name="T16" fmla="*/ 0 w 26"/>
                <a:gd name="T17" fmla="*/ 4 h 32"/>
                <a:gd name="T18" fmla="*/ 0 w 26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6" h="32">
                  <a:moveTo>
                    <a:pt x="0" y="4"/>
                  </a:move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26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 16"/>
            <p:cNvSpPr>
              <a:spLocks noEditPoints="1"/>
            </p:cNvSpPr>
            <p:nvPr userDrawn="1"/>
          </p:nvSpPr>
          <p:spPr bwMode="auto">
            <a:xfrm>
              <a:off x="4793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0 w 14"/>
                <a:gd name="T15" fmla="*/ 16 h 16"/>
                <a:gd name="T16" fmla="*/ 14 w 14"/>
                <a:gd name="T17" fmla="*/ 16 h 16"/>
                <a:gd name="T18" fmla="*/ 8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8" y="10"/>
                    <a:pt x="8" y="10"/>
                    <a:pt x="8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 17"/>
            <p:cNvSpPr>
              <a:spLocks noEditPoints="1"/>
            </p:cNvSpPr>
            <p:nvPr userDrawn="1"/>
          </p:nvSpPr>
          <p:spPr bwMode="auto">
            <a:xfrm>
              <a:off x="4823" y="504"/>
              <a:ext cx="34" cy="32"/>
            </a:xfrm>
            <a:custGeom>
              <a:avLst/>
              <a:gdLst>
                <a:gd name="T0" fmla="*/ 18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4 w 34"/>
                <a:gd name="T7" fmla="*/ 32 h 32"/>
                <a:gd name="T8" fmla="*/ 8 w 34"/>
                <a:gd name="T9" fmla="*/ 26 h 32"/>
                <a:gd name="T10" fmla="*/ 24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18 w 34"/>
                <a:gd name="T19" fmla="*/ 0 h 32"/>
                <a:gd name="T20" fmla="*/ 18 w 34"/>
                <a:gd name="T21" fmla="*/ 0 h 32"/>
                <a:gd name="T22" fmla="*/ 22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2 w 34"/>
                <a:gd name="T29" fmla="*/ 20 h 32"/>
                <a:gd name="T30" fmla="*/ 22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18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8" y="26"/>
                  </a:lnTo>
                  <a:lnTo>
                    <a:pt x="24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18" y="0"/>
                  </a:lnTo>
                  <a:lnTo>
                    <a:pt x="18" y="0"/>
                  </a:lnTo>
                  <a:close/>
                  <a:moveTo>
                    <a:pt x="22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2" y="20"/>
                  </a:lnTo>
                  <a:lnTo>
                    <a:pt x="22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 18"/>
            <p:cNvSpPr>
              <a:spLocks/>
            </p:cNvSpPr>
            <p:nvPr userDrawn="1"/>
          </p:nvSpPr>
          <p:spPr bwMode="auto">
            <a:xfrm>
              <a:off x="4861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 19"/>
            <p:cNvSpPr>
              <a:spLocks/>
            </p:cNvSpPr>
            <p:nvPr userDrawn="1"/>
          </p:nvSpPr>
          <p:spPr bwMode="auto">
            <a:xfrm>
              <a:off x="4889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 20"/>
            <p:cNvSpPr>
              <a:spLocks noEditPoints="1"/>
            </p:cNvSpPr>
            <p:nvPr userDrawn="1"/>
          </p:nvSpPr>
          <p:spPr bwMode="auto">
            <a:xfrm>
              <a:off x="4899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8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8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 21"/>
            <p:cNvSpPr>
              <a:spLocks/>
            </p:cNvSpPr>
            <p:nvPr userDrawn="1"/>
          </p:nvSpPr>
          <p:spPr bwMode="auto">
            <a:xfrm>
              <a:off x="4939" y="504"/>
              <a:ext cx="26" cy="32"/>
            </a:xfrm>
            <a:custGeom>
              <a:avLst/>
              <a:gdLst>
                <a:gd name="T0" fmla="*/ 22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2 w 26"/>
                <a:gd name="T19" fmla="*/ 0 h 32"/>
                <a:gd name="T20" fmla="*/ 22 w 26"/>
                <a:gd name="T21" fmla="*/ 22 h 32"/>
                <a:gd name="T22" fmla="*/ 22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2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22" y="22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 22"/>
            <p:cNvSpPr>
              <a:spLocks/>
            </p:cNvSpPr>
            <p:nvPr userDrawn="1"/>
          </p:nvSpPr>
          <p:spPr bwMode="auto">
            <a:xfrm>
              <a:off x="4989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2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4" y="15"/>
                    <a:pt x="3" y="12"/>
                    <a:pt x="3" y="9"/>
                  </a:cubicBezTo>
                  <a:cubicBezTo>
                    <a:pt x="3" y="6"/>
                    <a:pt x="4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2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23"/>
            <p:cNvSpPr>
              <a:spLocks noEditPoints="1"/>
            </p:cNvSpPr>
            <p:nvPr userDrawn="1"/>
          </p:nvSpPr>
          <p:spPr bwMode="auto">
            <a:xfrm>
              <a:off x="5021" y="504"/>
              <a:ext cx="34" cy="32"/>
            </a:xfrm>
            <a:custGeom>
              <a:avLst/>
              <a:gdLst>
                <a:gd name="T0" fmla="*/ 20 w 34"/>
                <a:gd name="T1" fmla="*/ 0 h 32"/>
                <a:gd name="T2" fmla="*/ 14 w 34"/>
                <a:gd name="T3" fmla="*/ 0 h 32"/>
                <a:gd name="T4" fmla="*/ 0 w 34"/>
                <a:gd name="T5" fmla="*/ 32 h 32"/>
                <a:gd name="T6" fmla="*/ 6 w 34"/>
                <a:gd name="T7" fmla="*/ 32 h 32"/>
                <a:gd name="T8" fmla="*/ 8 w 34"/>
                <a:gd name="T9" fmla="*/ 26 h 32"/>
                <a:gd name="T10" fmla="*/ 26 w 34"/>
                <a:gd name="T11" fmla="*/ 26 h 32"/>
                <a:gd name="T12" fmla="*/ 28 w 34"/>
                <a:gd name="T13" fmla="*/ 32 h 32"/>
                <a:gd name="T14" fmla="*/ 34 w 34"/>
                <a:gd name="T15" fmla="*/ 32 h 32"/>
                <a:gd name="T16" fmla="*/ 20 w 34"/>
                <a:gd name="T17" fmla="*/ 0 h 32"/>
                <a:gd name="T18" fmla="*/ 20 w 34"/>
                <a:gd name="T19" fmla="*/ 0 h 32"/>
                <a:gd name="T20" fmla="*/ 20 w 34"/>
                <a:gd name="T21" fmla="*/ 0 h 32"/>
                <a:gd name="T22" fmla="*/ 24 w 34"/>
                <a:gd name="T23" fmla="*/ 20 h 32"/>
                <a:gd name="T24" fmla="*/ 10 w 34"/>
                <a:gd name="T25" fmla="*/ 20 h 32"/>
                <a:gd name="T26" fmla="*/ 16 w 34"/>
                <a:gd name="T27" fmla="*/ 6 h 32"/>
                <a:gd name="T28" fmla="*/ 24 w 34"/>
                <a:gd name="T29" fmla="*/ 20 h 32"/>
                <a:gd name="T30" fmla="*/ 24 w 34"/>
                <a:gd name="T31" fmla="*/ 2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32">
                  <a:moveTo>
                    <a:pt x="20" y="0"/>
                  </a:moveTo>
                  <a:lnTo>
                    <a:pt x="14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8" y="26"/>
                  </a:lnTo>
                  <a:lnTo>
                    <a:pt x="26" y="26"/>
                  </a:lnTo>
                  <a:lnTo>
                    <a:pt x="28" y="32"/>
                  </a:lnTo>
                  <a:lnTo>
                    <a:pt x="34" y="3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0"/>
                  </a:lnTo>
                  <a:close/>
                  <a:moveTo>
                    <a:pt x="24" y="20"/>
                  </a:moveTo>
                  <a:lnTo>
                    <a:pt x="10" y="20"/>
                  </a:lnTo>
                  <a:lnTo>
                    <a:pt x="16" y="6"/>
                  </a:lnTo>
                  <a:lnTo>
                    <a:pt x="24" y="20"/>
                  </a:lnTo>
                  <a:lnTo>
                    <a:pt x="24" y="2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 24"/>
            <p:cNvSpPr>
              <a:spLocks/>
            </p:cNvSpPr>
            <p:nvPr userDrawn="1"/>
          </p:nvSpPr>
          <p:spPr bwMode="auto">
            <a:xfrm>
              <a:off x="5053" y="504"/>
              <a:ext cx="28" cy="32"/>
            </a:xfrm>
            <a:custGeom>
              <a:avLst/>
              <a:gdLst>
                <a:gd name="T0" fmla="*/ 0 w 28"/>
                <a:gd name="T1" fmla="*/ 4 h 32"/>
                <a:gd name="T2" fmla="*/ 12 w 28"/>
                <a:gd name="T3" fmla="*/ 4 h 32"/>
                <a:gd name="T4" fmla="*/ 12 w 28"/>
                <a:gd name="T5" fmla="*/ 32 h 32"/>
                <a:gd name="T6" fmla="*/ 16 w 28"/>
                <a:gd name="T7" fmla="*/ 32 h 32"/>
                <a:gd name="T8" fmla="*/ 16 w 28"/>
                <a:gd name="T9" fmla="*/ 4 h 32"/>
                <a:gd name="T10" fmla="*/ 28 w 28"/>
                <a:gd name="T11" fmla="*/ 4 h 32"/>
                <a:gd name="T12" fmla="*/ 28 w 28"/>
                <a:gd name="T13" fmla="*/ 0 h 32"/>
                <a:gd name="T14" fmla="*/ 0 w 28"/>
                <a:gd name="T15" fmla="*/ 0 h 32"/>
                <a:gd name="T16" fmla="*/ 0 w 28"/>
                <a:gd name="T17" fmla="*/ 4 h 32"/>
                <a:gd name="T18" fmla="*/ 0 w 28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" h="32">
                  <a:moveTo>
                    <a:pt x="0" y="4"/>
                  </a:moveTo>
                  <a:lnTo>
                    <a:pt x="12" y="4"/>
                  </a:lnTo>
                  <a:lnTo>
                    <a:pt x="12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8" y="4"/>
                  </a:lnTo>
                  <a:lnTo>
                    <a:pt x="28" y="0"/>
                  </a:lnTo>
                  <a:lnTo>
                    <a:pt x="0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 25"/>
            <p:cNvSpPr>
              <a:spLocks/>
            </p:cNvSpPr>
            <p:nvPr userDrawn="1"/>
          </p:nvSpPr>
          <p:spPr bwMode="auto">
            <a:xfrm>
              <a:off x="5085" y="504"/>
              <a:ext cx="28" cy="32"/>
            </a:xfrm>
            <a:custGeom>
              <a:avLst/>
              <a:gdLst>
                <a:gd name="T0" fmla="*/ 22 w 28"/>
                <a:gd name="T1" fmla="*/ 12 h 32"/>
                <a:gd name="T2" fmla="*/ 6 w 28"/>
                <a:gd name="T3" fmla="*/ 12 h 32"/>
                <a:gd name="T4" fmla="*/ 6 w 28"/>
                <a:gd name="T5" fmla="*/ 0 h 32"/>
                <a:gd name="T6" fmla="*/ 0 w 28"/>
                <a:gd name="T7" fmla="*/ 0 h 32"/>
                <a:gd name="T8" fmla="*/ 0 w 28"/>
                <a:gd name="T9" fmla="*/ 32 h 32"/>
                <a:gd name="T10" fmla="*/ 6 w 28"/>
                <a:gd name="T11" fmla="*/ 32 h 32"/>
                <a:gd name="T12" fmla="*/ 6 w 28"/>
                <a:gd name="T13" fmla="*/ 18 h 32"/>
                <a:gd name="T14" fmla="*/ 22 w 28"/>
                <a:gd name="T15" fmla="*/ 18 h 32"/>
                <a:gd name="T16" fmla="*/ 22 w 28"/>
                <a:gd name="T17" fmla="*/ 32 h 32"/>
                <a:gd name="T18" fmla="*/ 28 w 28"/>
                <a:gd name="T19" fmla="*/ 32 h 32"/>
                <a:gd name="T20" fmla="*/ 28 w 28"/>
                <a:gd name="T21" fmla="*/ 0 h 32"/>
                <a:gd name="T22" fmla="*/ 22 w 28"/>
                <a:gd name="T23" fmla="*/ 0 h 32"/>
                <a:gd name="T24" fmla="*/ 22 w 28"/>
                <a:gd name="T25" fmla="*/ 12 h 32"/>
                <a:gd name="T26" fmla="*/ 22 w 28"/>
                <a:gd name="T27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8" h="32">
                  <a:moveTo>
                    <a:pt x="22" y="12"/>
                  </a:moveTo>
                  <a:lnTo>
                    <a:pt x="6" y="1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6" y="32"/>
                  </a:lnTo>
                  <a:lnTo>
                    <a:pt x="6" y="18"/>
                  </a:lnTo>
                  <a:lnTo>
                    <a:pt x="22" y="18"/>
                  </a:lnTo>
                  <a:lnTo>
                    <a:pt x="22" y="32"/>
                  </a:lnTo>
                  <a:lnTo>
                    <a:pt x="28" y="3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22" y="12"/>
                  </a:lnTo>
                  <a:lnTo>
                    <a:pt x="22" y="1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 26"/>
            <p:cNvSpPr>
              <a:spLocks noEditPoints="1"/>
            </p:cNvSpPr>
            <p:nvPr userDrawn="1"/>
          </p:nvSpPr>
          <p:spPr bwMode="auto">
            <a:xfrm>
              <a:off x="5119" y="502"/>
              <a:ext cx="32" cy="34"/>
            </a:xfrm>
            <a:custGeom>
              <a:avLst/>
              <a:gdLst>
                <a:gd name="T0" fmla="*/ 8 w 16"/>
                <a:gd name="T1" fmla="*/ 0 h 17"/>
                <a:gd name="T2" fmla="*/ 0 w 16"/>
                <a:gd name="T3" fmla="*/ 9 h 17"/>
                <a:gd name="T4" fmla="*/ 8 w 16"/>
                <a:gd name="T5" fmla="*/ 17 h 17"/>
                <a:gd name="T6" fmla="*/ 16 w 16"/>
                <a:gd name="T7" fmla="*/ 9 h 17"/>
                <a:gd name="T8" fmla="*/ 8 w 16"/>
                <a:gd name="T9" fmla="*/ 0 h 17"/>
                <a:gd name="T10" fmla="*/ 8 w 16"/>
                <a:gd name="T11" fmla="*/ 15 h 17"/>
                <a:gd name="T12" fmla="*/ 2 w 16"/>
                <a:gd name="T13" fmla="*/ 9 h 17"/>
                <a:gd name="T14" fmla="*/ 8 w 16"/>
                <a:gd name="T15" fmla="*/ 3 h 17"/>
                <a:gd name="T16" fmla="*/ 14 w 16"/>
                <a:gd name="T17" fmla="*/ 9 h 17"/>
                <a:gd name="T18" fmla="*/ 8 w 16"/>
                <a:gd name="T19" fmla="*/ 15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17"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2" y="17"/>
                    <a:pt x="8" y="17"/>
                  </a:cubicBezTo>
                  <a:cubicBezTo>
                    <a:pt x="14" y="17"/>
                    <a:pt x="16" y="13"/>
                    <a:pt x="16" y="9"/>
                  </a:cubicBezTo>
                  <a:cubicBezTo>
                    <a:pt x="16" y="5"/>
                    <a:pt x="14" y="0"/>
                    <a:pt x="8" y="0"/>
                  </a:cubicBezTo>
                  <a:close/>
                  <a:moveTo>
                    <a:pt x="8" y="15"/>
                  </a:moveTo>
                  <a:cubicBezTo>
                    <a:pt x="4" y="15"/>
                    <a:pt x="2" y="12"/>
                    <a:pt x="2" y="9"/>
                  </a:cubicBezTo>
                  <a:cubicBezTo>
                    <a:pt x="2" y="6"/>
                    <a:pt x="4" y="3"/>
                    <a:pt x="8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5"/>
                    <a:pt x="8" y="15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 27"/>
            <p:cNvSpPr>
              <a:spLocks/>
            </p:cNvSpPr>
            <p:nvPr userDrawn="1"/>
          </p:nvSpPr>
          <p:spPr bwMode="auto">
            <a:xfrm>
              <a:off x="5157" y="504"/>
              <a:ext cx="22" cy="32"/>
            </a:xfrm>
            <a:custGeom>
              <a:avLst/>
              <a:gdLst>
                <a:gd name="T0" fmla="*/ 6 w 22"/>
                <a:gd name="T1" fmla="*/ 0 h 32"/>
                <a:gd name="T2" fmla="*/ 0 w 22"/>
                <a:gd name="T3" fmla="*/ 0 h 32"/>
                <a:gd name="T4" fmla="*/ 0 w 22"/>
                <a:gd name="T5" fmla="*/ 32 h 32"/>
                <a:gd name="T6" fmla="*/ 22 w 22"/>
                <a:gd name="T7" fmla="*/ 32 h 32"/>
                <a:gd name="T8" fmla="*/ 22 w 22"/>
                <a:gd name="T9" fmla="*/ 28 h 32"/>
                <a:gd name="T10" fmla="*/ 6 w 22"/>
                <a:gd name="T11" fmla="*/ 28 h 32"/>
                <a:gd name="T12" fmla="*/ 6 w 22"/>
                <a:gd name="T13" fmla="*/ 0 h 32"/>
                <a:gd name="T14" fmla="*/ 6 w 22"/>
                <a:gd name="T15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2" h="32">
                  <a:moveTo>
                    <a:pt x="6" y="0"/>
                  </a:moveTo>
                  <a:lnTo>
                    <a:pt x="0" y="0"/>
                  </a:lnTo>
                  <a:lnTo>
                    <a:pt x="0" y="32"/>
                  </a:lnTo>
                  <a:lnTo>
                    <a:pt x="22" y="32"/>
                  </a:lnTo>
                  <a:lnTo>
                    <a:pt x="22" y="28"/>
                  </a:lnTo>
                  <a:lnTo>
                    <a:pt x="6" y="28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 28"/>
            <p:cNvSpPr>
              <a:spLocks/>
            </p:cNvSpPr>
            <p:nvPr userDrawn="1"/>
          </p:nvSpPr>
          <p:spPr bwMode="auto">
            <a:xfrm>
              <a:off x="5185" y="504"/>
              <a:ext cx="4" cy="32"/>
            </a:xfrm>
            <a:custGeom>
              <a:avLst/>
              <a:gdLst>
                <a:gd name="T0" fmla="*/ 0 w 4"/>
                <a:gd name="T1" fmla="*/ 32 h 32"/>
                <a:gd name="T2" fmla="*/ 4 w 4"/>
                <a:gd name="T3" fmla="*/ 32 h 32"/>
                <a:gd name="T4" fmla="*/ 4 w 4"/>
                <a:gd name="T5" fmla="*/ 0 h 32"/>
                <a:gd name="T6" fmla="*/ 0 w 4"/>
                <a:gd name="T7" fmla="*/ 0 h 32"/>
                <a:gd name="T8" fmla="*/ 0 w 4"/>
                <a:gd name="T9" fmla="*/ 32 h 32"/>
                <a:gd name="T10" fmla="*/ 0 w 4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32">
                  <a:moveTo>
                    <a:pt x="0" y="32"/>
                  </a:moveTo>
                  <a:lnTo>
                    <a:pt x="4" y="3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 29"/>
            <p:cNvSpPr>
              <a:spLocks/>
            </p:cNvSpPr>
            <p:nvPr userDrawn="1"/>
          </p:nvSpPr>
          <p:spPr bwMode="auto">
            <a:xfrm>
              <a:off x="5195" y="502"/>
              <a:ext cx="30" cy="34"/>
            </a:xfrm>
            <a:custGeom>
              <a:avLst/>
              <a:gdLst>
                <a:gd name="T0" fmla="*/ 13 w 15"/>
                <a:gd name="T1" fmla="*/ 13 h 17"/>
                <a:gd name="T2" fmla="*/ 9 w 15"/>
                <a:gd name="T3" fmla="*/ 15 h 17"/>
                <a:gd name="T4" fmla="*/ 3 w 15"/>
                <a:gd name="T5" fmla="*/ 9 h 17"/>
                <a:gd name="T6" fmla="*/ 9 w 15"/>
                <a:gd name="T7" fmla="*/ 3 h 17"/>
                <a:gd name="T8" fmla="*/ 13 w 15"/>
                <a:gd name="T9" fmla="*/ 5 h 17"/>
                <a:gd name="T10" fmla="*/ 13 w 15"/>
                <a:gd name="T11" fmla="*/ 5 h 17"/>
                <a:gd name="T12" fmla="*/ 15 w 15"/>
                <a:gd name="T13" fmla="*/ 3 h 17"/>
                <a:gd name="T14" fmla="*/ 15 w 15"/>
                <a:gd name="T15" fmla="*/ 3 h 17"/>
                <a:gd name="T16" fmla="*/ 9 w 15"/>
                <a:gd name="T17" fmla="*/ 0 h 17"/>
                <a:gd name="T18" fmla="*/ 3 w 15"/>
                <a:gd name="T19" fmla="*/ 3 h 17"/>
                <a:gd name="T20" fmla="*/ 0 w 15"/>
                <a:gd name="T21" fmla="*/ 9 h 17"/>
                <a:gd name="T22" fmla="*/ 9 w 15"/>
                <a:gd name="T23" fmla="*/ 17 h 17"/>
                <a:gd name="T24" fmla="*/ 15 w 15"/>
                <a:gd name="T25" fmla="*/ 15 h 17"/>
                <a:gd name="T26" fmla="*/ 15 w 15"/>
                <a:gd name="T27" fmla="*/ 15 h 17"/>
                <a:gd name="T28" fmla="*/ 13 w 15"/>
                <a:gd name="T29" fmla="*/ 13 h 17"/>
                <a:gd name="T30" fmla="*/ 13 w 15"/>
                <a:gd name="T31" fmla="*/ 1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17">
                  <a:moveTo>
                    <a:pt x="13" y="13"/>
                  </a:moveTo>
                  <a:cubicBezTo>
                    <a:pt x="12" y="14"/>
                    <a:pt x="10" y="15"/>
                    <a:pt x="9" y="15"/>
                  </a:cubicBezTo>
                  <a:cubicBezTo>
                    <a:pt x="5" y="15"/>
                    <a:pt x="3" y="12"/>
                    <a:pt x="3" y="9"/>
                  </a:cubicBezTo>
                  <a:cubicBezTo>
                    <a:pt x="3" y="6"/>
                    <a:pt x="5" y="3"/>
                    <a:pt x="9" y="3"/>
                  </a:cubicBezTo>
                  <a:cubicBezTo>
                    <a:pt x="10" y="3"/>
                    <a:pt x="12" y="3"/>
                    <a:pt x="13" y="5"/>
                  </a:cubicBezTo>
                  <a:cubicBezTo>
                    <a:pt x="13" y="5"/>
                    <a:pt x="13" y="5"/>
                    <a:pt x="13" y="5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3" y="1"/>
                    <a:pt x="11" y="0"/>
                    <a:pt x="9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1" y="4"/>
                    <a:pt x="0" y="7"/>
                    <a:pt x="0" y="9"/>
                  </a:cubicBezTo>
                  <a:cubicBezTo>
                    <a:pt x="0" y="13"/>
                    <a:pt x="3" y="17"/>
                    <a:pt x="9" y="17"/>
                  </a:cubicBezTo>
                  <a:cubicBezTo>
                    <a:pt x="11" y="17"/>
                    <a:pt x="13" y="16"/>
                    <a:pt x="15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 30"/>
            <p:cNvSpPr>
              <a:spLocks/>
            </p:cNvSpPr>
            <p:nvPr userDrawn="1"/>
          </p:nvSpPr>
          <p:spPr bwMode="auto">
            <a:xfrm>
              <a:off x="5247" y="504"/>
              <a:ext cx="26" cy="32"/>
            </a:xfrm>
            <a:custGeom>
              <a:avLst/>
              <a:gdLst>
                <a:gd name="T0" fmla="*/ 11 w 13"/>
                <a:gd name="T1" fmla="*/ 9 h 16"/>
                <a:gd name="T2" fmla="*/ 7 w 13"/>
                <a:gd name="T3" fmla="*/ 14 h 16"/>
                <a:gd name="T4" fmla="*/ 2 w 13"/>
                <a:gd name="T5" fmla="*/ 9 h 16"/>
                <a:gd name="T6" fmla="*/ 2 w 13"/>
                <a:gd name="T7" fmla="*/ 0 h 16"/>
                <a:gd name="T8" fmla="*/ 0 w 13"/>
                <a:gd name="T9" fmla="*/ 0 h 16"/>
                <a:gd name="T10" fmla="*/ 0 w 13"/>
                <a:gd name="T11" fmla="*/ 9 h 16"/>
                <a:gd name="T12" fmla="*/ 7 w 13"/>
                <a:gd name="T13" fmla="*/ 16 h 16"/>
                <a:gd name="T14" fmla="*/ 13 w 13"/>
                <a:gd name="T15" fmla="*/ 9 h 16"/>
                <a:gd name="T16" fmla="*/ 13 w 13"/>
                <a:gd name="T17" fmla="*/ 0 h 16"/>
                <a:gd name="T18" fmla="*/ 11 w 13"/>
                <a:gd name="T19" fmla="*/ 0 h 16"/>
                <a:gd name="T20" fmla="*/ 11 w 13"/>
                <a:gd name="T21" fmla="*/ 9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16">
                  <a:moveTo>
                    <a:pt x="11" y="9"/>
                  </a:moveTo>
                  <a:cubicBezTo>
                    <a:pt x="11" y="12"/>
                    <a:pt x="9" y="14"/>
                    <a:pt x="7" y="14"/>
                  </a:cubicBezTo>
                  <a:cubicBezTo>
                    <a:pt x="5" y="14"/>
                    <a:pt x="2" y="12"/>
                    <a:pt x="2" y="9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4"/>
                    <a:pt x="3" y="16"/>
                    <a:pt x="7" y="16"/>
                  </a:cubicBezTo>
                  <a:cubicBezTo>
                    <a:pt x="10" y="16"/>
                    <a:pt x="13" y="14"/>
                    <a:pt x="13" y="9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9"/>
                    <a:pt x="11" y="9"/>
                    <a:pt x="11" y="9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 31"/>
            <p:cNvSpPr>
              <a:spLocks/>
            </p:cNvSpPr>
            <p:nvPr userDrawn="1"/>
          </p:nvSpPr>
          <p:spPr bwMode="auto">
            <a:xfrm>
              <a:off x="5283" y="504"/>
              <a:ext cx="26" cy="32"/>
            </a:xfrm>
            <a:custGeom>
              <a:avLst/>
              <a:gdLst>
                <a:gd name="T0" fmla="*/ 20 w 26"/>
                <a:gd name="T1" fmla="*/ 22 h 32"/>
                <a:gd name="T2" fmla="*/ 2 w 26"/>
                <a:gd name="T3" fmla="*/ 0 h 32"/>
                <a:gd name="T4" fmla="*/ 0 w 26"/>
                <a:gd name="T5" fmla="*/ 0 h 32"/>
                <a:gd name="T6" fmla="*/ 0 w 26"/>
                <a:gd name="T7" fmla="*/ 32 h 32"/>
                <a:gd name="T8" fmla="*/ 4 w 26"/>
                <a:gd name="T9" fmla="*/ 32 h 32"/>
                <a:gd name="T10" fmla="*/ 4 w 26"/>
                <a:gd name="T11" fmla="*/ 10 h 32"/>
                <a:gd name="T12" fmla="*/ 22 w 26"/>
                <a:gd name="T13" fmla="*/ 32 h 32"/>
                <a:gd name="T14" fmla="*/ 26 w 26"/>
                <a:gd name="T15" fmla="*/ 32 h 32"/>
                <a:gd name="T16" fmla="*/ 26 w 26"/>
                <a:gd name="T17" fmla="*/ 0 h 32"/>
                <a:gd name="T18" fmla="*/ 20 w 26"/>
                <a:gd name="T19" fmla="*/ 0 h 32"/>
                <a:gd name="T20" fmla="*/ 20 w 26"/>
                <a:gd name="T21" fmla="*/ 22 h 32"/>
                <a:gd name="T22" fmla="*/ 20 w 26"/>
                <a:gd name="T23" fmla="*/ 2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6" h="32">
                  <a:moveTo>
                    <a:pt x="20" y="2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4" y="32"/>
                  </a:lnTo>
                  <a:lnTo>
                    <a:pt x="4" y="10"/>
                  </a:lnTo>
                  <a:lnTo>
                    <a:pt x="22" y="32"/>
                  </a:lnTo>
                  <a:lnTo>
                    <a:pt x="26" y="32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 32"/>
            <p:cNvSpPr>
              <a:spLocks/>
            </p:cNvSpPr>
            <p:nvPr userDrawn="1"/>
          </p:nvSpPr>
          <p:spPr bwMode="auto">
            <a:xfrm>
              <a:off x="5317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 33"/>
            <p:cNvSpPr>
              <a:spLocks/>
            </p:cNvSpPr>
            <p:nvPr userDrawn="1"/>
          </p:nvSpPr>
          <p:spPr bwMode="auto">
            <a:xfrm>
              <a:off x="5329" y="504"/>
              <a:ext cx="32" cy="32"/>
            </a:xfrm>
            <a:custGeom>
              <a:avLst/>
              <a:gdLst>
                <a:gd name="T0" fmla="*/ 6 w 32"/>
                <a:gd name="T1" fmla="*/ 0 h 32"/>
                <a:gd name="T2" fmla="*/ 0 w 32"/>
                <a:gd name="T3" fmla="*/ 0 h 32"/>
                <a:gd name="T4" fmla="*/ 12 w 32"/>
                <a:gd name="T5" fmla="*/ 32 h 32"/>
                <a:gd name="T6" fmla="*/ 18 w 32"/>
                <a:gd name="T7" fmla="*/ 32 h 32"/>
                <a:gd name="T8" fmla="*/ 32 w 32"/>
                <a:gd name="T9" fmla="*/ 0 h 32"/>
                <a:gd name="T10" fmla="*/ 26 w 32"/>
                <a:gd name="T11" fmla="*/ 0 h 32"/>
                <a:gd name="T12" fmla="*/ 16 w 32"/>
                <a:gd name="T13" fmla="*/ 26 h 32"/>
                <a:gd name="T14" fmla="*/ 6 w 32"/>
                <a:gd name="T15" fmla="*/ 0 h 32"/>
                <a:gd name="T16" fmla="*/ 6 w 32"/>
                <a:gd name="T1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32">
                  <a:moveTo>
                    <a:pt x="6" y="0"/>
                  </a:moveTo>
                  <a:lnTo>
                    <a:pt x="0" y="0"/>
                  </a:lnTo>
                  <a:lnTo>
                    <a:pt x="12" y="32"/>
                  </a:lnTo>
                  <a:lnTo>
                    <a:pt x="18" y="32"/>
                  </a:lnTo>
                  <a:lnTo>
                    <a:pt x="32" y="0"/>
                  </a:lnTo>
                  <a:lnTo>
                    <a:pt x="26" y="0"/>
                  </a:lnTo>
                  <a:lnTo>
                    <a:pt x="16" y="2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 34"/>
            <p:cNvSpPr>
              <a:spLocks/>
            </p:cNvSpPr>
            <p:nvPr userDrawn="1"/>
          </p:nvSpPr>
          <p:spPr bwMode="auto">
            <a:xfrm>
              <a:off x="5365" y="504"/>
              <a:ext cx="24" cy="32"/>
            </a:xfrm>
            <a:custGeom>
              <a:avLst/>
              <a:gdLst>
                <a:gd name="T0" fmla="*/ 6 w 24"/>
                <a:gd name="T1" fmla="*/ 18 h 32"/>
                <a:gd name="T2" fmla="*/ 24 w 24"/>
                <a:gd name="T3" fmla="*/ 18 h 32"/>
                <a:gd name="T4" fmla="*/ 24 w 24"/>
                <a:gd name="T5" fmla="*/ 12 h 32"/>
                <a:gd name="T6" fmla="*/ 6 w 24"/>
                <a:gd name="T7" fmla="*/ 12 h 32"/>
                <a:gd name="T8" fmla="*/ 6 w 24"/>
                <a:gd name="T9" fmla="*/ 4 h 32"/>
                <a:gd name="T10" fmla="*/ 24 w 24"/>
                <a:gd name="T11" fmla="*/ 4 h 32"/>
                <a:gd name="T12" fmla="*/ 24 w 24"/>
                <a:gd name="T13" fmla="*/ 0 h 32"/>
                <a:gd name="T14" fmla="*/ 0 w 24"/>
                <a:gd name="T15" fmla="*/ 0 h 32"/>
                <a:gd name="T16" fmla="*/ 0 w 24"/>
                <a:gd name="T17" fmla="*/ 32 h 32"/>
                <a:gd name="T18" fmla="*/ 24 w 24"/>
                <a:gd name="T19" fmla="*/ 32 h 32"/>
                <a:gd name="T20" fmla="*/ 24 w 24"/>
                <a:gd name="T21" fmla="*/ 26 h 32"/>
                <a:gd name="T22" fmla="*/ 6 w 24"/>
                <a:gd name="T23" fmla="*/ 26 h 32"/>
                <a:gd name="T24" fmla="*/ 6 w 24"/>
                <a:gd name="T25" fmla="*/ 18 h 32"/>
                <a:gd name="T26" fmla="*/ 6 w 24"/>
                <a:gd name="T27" fmla="*/ 1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2">
                  <a:moveTo>
                    <a:pt x="6" y="18"/>
                  </a:moveTo>
                  <a:lnTo>
                    <a:pt x="24" y="18"/>
                  </a:lnTo>
                  <a:lnTo>
                    <a:pt x="24" y="12"/>
                  </a:lnTo>
                  <a:lnTo>
                    <a:pt x="6" y="12"/>
                  </a:lnTo>
                  <a:lnTo>
                    <a:pt x="6" y="4"/>
                  </a:lnTo>
                  <a:lnTo>
                    <a:pt x="24" y="4"/>
                  </a:lnTo>
                  <a:lnTo>
                    <a:pt x="24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24" y="32"/>
                  </a:lnTo>
                  <a:lnTo>
                    <a:pt x="24" y="26"/>
                  </a:lnTo>
                  <a:lnTo>
                    <a:pt x="6" y="26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 35"/>
            <p:cNvSpPr>
              <a:spLocks noEditPoints="1"/>
            </p:cNvSpPr>
            <p:nvPr userDrawn="1"/>
          </p:nvSpPr>
          <p:spPr bwMode="auto">
            <a:xfrm>
              <a:off x="5397" y="504"/>
              <a:ext cx="28" cy="32"/>
            </a:xfrm>
            <a:custGeom>
              <a:avLst/>
              <a:gdLst>
                <a:gd name="T0" fmla="*/ 13 w 14"/>
                <a:gd name="T1" fmla="*/ 5 h 16"/>
                <a:gd name="T2" fmla="*/ 7 w 14"/>
                <a:gd name="T3" fmla="*/ 0 h 16"/>
                <a:gd name="T4" fmla="*/ 0 w 14"/>
                <a:gd name="T5" fmla="*/ 0 h 16"/>
                <a:gd name="T6" fmla="*/ 0 w 14"/>
                <a:gd name="T7" fmla="*/ 16 h 16"/>
                <a:gd name="T8" fmla="*/ 2 w 14"/>
                <a:gd name="T9" fmla="*/ 16 h 16"/>
                <a:gd name="T10" fmla="*/ 2 w 14"/>
                <a:gd name="T11" fmla="*/ 10 h 16"/>
                <a:gd name="T12" fmla="*/ 6 w 14"/>
                <a:gd name="T13" fmla="*/ 10 h 16"/>
                <a:gd name="T14" fmla="*/ 11 w 14"/>
                <a:gd name="T15" fmla="*/ 16 h 16"/>
                <a:gd name="T16" fmla="*/ 14 w 14"/>
                <a:gd name="T17" fmla="*/ 16 h 16"/>
                <a:gd name="T18" fmla="*/ 9 w 14"/>
                <a:gd name="T19" fmla="*/ 10 h 16"/>
                <a:gd name="T20" fmla="*/ 13 w 14"/>
                <a:gd name="T21" fmla="*/ 5 h 16"/>
                <a:gd name="T22" fmla="*/ 2 w 14"/>
                <a:gd name="T23" fmla="*/ 2 h 16"/>
                <a:gd name="T24" fmla="*/ 7 w 14"/>
                <a:gd name="T25" fmla="*/ 2 h 16"/>
                <a:gd name="T26" fmla="*/ 10 w 14"/>
                <a:gd name="T27" fmla="*/ 5 h 16"/>
                <a:gd name="T28" fmla="*/ 7 w 14"/>
                <a:gd name="T29" fmla="*/ 8 h 16"/>
                <a:gd name="T30" fmla="*/ 2 w 14"/>
                <a:gd name="T31" fmla="*/ 8 h 16"/>
                <a:gd name="T32" fmla="*/ 2 w 14"/>
                <a:gd name="T33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16">
                  <a:moveTo>
                    <a:pt x="13" y="5"/>
                  </a:moveTo>
                  <a:cubicBezTo>
                    <a:pt x="13" y="2"/>
                    <a:pt x="11" y="0"/>
                    <a:pt x="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6" y="10"/>
                    <a:pt x="6" y="10"/>
                    <a:pt x="6" y="10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11" y="10"/>
                    <a:pt x="13" y="8"/>
                    <a:pt x="13" y="5"/>
                  </a:cubicBezTo>
                  <a:close/>
                  <a:moveTo>
                    <a:pt x="2" y="2"/>
                  </a:moveTo>
                  <a:cubicBezTo>
                    <a:pt x="7" y="2"/>
                    <a:pt x="7" y="2"/>
                    <a:pt x="7" y="2"/>
                  </a:cubicBezTo>
                  <a:cubicBezTo>
                    <a:pt x="9" y="2"/>
                    <a:pt x="10" y="4"/>
                    <a:pt x="10" y="5"/>
                  </a:cubicBezTo>
                  <a:cubicBezTo>
                    <a:pt x="10" y="6"/>
                    <a:pt x="9" y="8"/>
                    <a:pt x="7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2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 36"/>
            <p:cNvSpPr>
              <a:spLocks/>
            </p:cNvSpPr>
            <p:nvPr userDrawn="1"/>
          </p:nvSpPr>
          <p:spPr bwMode="auto">
            <a:xfrm>
              <a:off x="5427" y="502"/>
              <a:ext cx="28" cy="34"/>
            </a:xfrm>
            <a:custGeom>
              <a:avLst/>
              <a:gdLst>
                <a:gd name="T0" fmla="*/ 8 w 14"/>
                <a:gd name="T1" fmla="*/ 7 h 17"/>
                <a:gd name="T2" fmla="*/ 4 w 14"/>
                <a:gd name="T3" fmla="*/ 5 h 17"/>
                <a:gd name="T4" fmla="*/ 7 w 14"/>
                <a:gd name="T5" fmla="*/ 3 h 17"/>
                <a:gd name="T6" fmla="*/ 12 w 14"/>
                <a:gd name="T7" fmla="*/ 5 h 17"/>
                <a:gd name="T8" fmla="*/ 12 w 14"/>
                <a:gd name="T9" fmla="*/ 5 h 17"/>
                <a:gd name="T10" fmla="*/ 14 w 14"/>
                <a:gd name="T11" fmla="*/ 4 h 17"/>
                <a:gd name="T12" fmla="*/ 14 w 14"/>
                <a:gd name="T13" fmla="*/ 3 h 17"/>
                <a:gd name="T14" fmla="*/ 7 w 14"/>
                <a:gd name="T15" fmla="*/ 0 h 17"/>
                <a:gd name="T16" fmla="*/ 2 w 14"/>
                <a:gd name="T17" fmla="*/ 2 h 17"/>
                <a:gd name="T18" fmla="*/ 1 w 14"/>
                <a:gd name="T19" fmla="*/ 5 h 17"/>
                <a:gd name="T20" fmla="*/ 7 w 14"/>
                <a:gd name="T21" fmla="*/ 10 h 17"/>
                <a:gd name="T22" fmla="*/ 12 w 14"/>
                <a:gd name="T23" fmla="*/ 12 h 17"/>
                <a:gd name="T24" fmla="*/ 7 w 14"/>
                <a:gd name="T25" fmla="*/ 15 h 17"/>
                <a:gd name="T26" fmla="*/ 3 w 14"/>
                <a:gd name="T27" fmla="*/ 12 h 17"/>
                <a:gd name="T28" fmla="*/ 2 w 14"/>
                <a:gd name="T29" fmla="*/ 12 h 17"/>
                <a:gd name="T30" fmla="*/ 0 w 14"/>
                <a:gd name="T31" fmla="*/ 13 h 17"/>
                <a:gd name="T32" fmla="*/ 0 w 14"/>
                <a:gd name="T33" fmla="*/ 14 h 17"/>
                <a:gd name="T34" fmla="*/ 7 w 14"/>
                <a:gd name="T35" fmla="*/ 17 h 17"/>
                <a:gd name="T36" fmla="*/ 14 w 14"/>
                <a:gd name="T37" fmla="*/ 12 h 17"/>
                <a:gd name="T38" fmla="*/ 8 w 14"/>
                <a:gd name="T39" fmla="*/ 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17">
                  <a:moveTo>
                    <a:pt x="8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3"/>
                    <a:pt x="7" y="3"/>
                  </a:cubicBezTo>
                  <a:cubicBezTo>
                    <a:pt x="9" y="3"/>
                    <a:pt x="11" y="3"/>
                    <a:pt x="12" y="5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2" y="1"/>
                    <a:pt x="10" y="0"/>
                    <a:pt x="7" y="0"/>
                  </a:cubicBezTo>
                  <a:cubicBezTo>
                    <a:pt x="6" y="0"/>
                    <a:pt x="3" y="1"/>
                    <a:pt x="2" y="2"/>
                  </a:cubicBezTo>
                  <a:cubicBezTo>
                    <a:pt x="1" y="3"/>
                    <a:pt x="1" y="4"/>
                    <a:pt x="1" y="5"/>
                  </a:cubicBezTo>
                  <a:cubicBezTo>
                    <a:pt x="1" y="9"/>
                    <a:pt x="5" y="9"/>
                    <a:pt x="7" y="10"/>
                  </a:cubicBezTo>
                  <a:cubicBezTo>
                    <a:pt x="10" y="10"/>
                    <a:pt x="12" y="11"/>
                    <a:pt x="12" y="12"/>
                  </a:cubicBezTo>
                  <a:cubicBezTo>
                    <a:pt x="12" y="15"/>
                    <a:pt x="8" y="15"/>
                    <a:pt x="7" y="15"/>
                  </a:cubicBezTo>
                  <a:cubicBezTo>
                    <a:pt x="6" y="15"/>
                    <a:pt x="4" y="14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2" y="16"/>
                    <a:pt x="4" y="17"/>
                    <a:pt x="7" y="17"/>
                  </a:cubicBezTo>
                  <a:cubicBezTo>
                    <a:pt x="11" y="17"/>
                    <a:pt x="14" y="16"/>
                    <a:pt x="14" y="12"/>
                  </a:cubicBezTo>
                  <a:cubicBezTo>
                    <a:pt x="14" y="9"/>
                    <a:pt x="11" y="8"/>
                    <a:pt x="8" y="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 37"/>
            <p:cNvSpPr>
              <a:spLocks/>
            </p:cNvSpPr>
            <p:nvPr userDrawn="1"/>
          </p:nvSpPr>
          <p:spPr bwMode="auto">
            <a:xfrm>
              <a:off x="5461" y="504"/>
              <a:ext cx="6" cy="32"/>
            </a:xfrm>
            <a:custGeom>
              <a:avLst/>
              <a:gdLst>
                <a:gd name="T0" fmla="*/ 0 w 6"/>
                <a:gd name="T1" fmla="*/ 32 h 32"/>
                <a:gd name="T2" fmla="*/ 6 w 6"/>
                <a:gd name="T3" fmla="*/ 32 h 32"/>
                <a:gd name="T4" fmla="*/ 6 w 6"/>
                <a:gd name="T5" fmla="*/ 0 h 32"/>
                <a:gd name="T6" fmla="*/ 0 w 6"/>
                <a:gd name="T7" fmla="*/ 0 h 32"/>
                <a:gd name="T8" fmla="*/ 0 w 6"/>
                <a:gd name="T9" fmla="*/ 32 h 32"/>
                <a:gd name="T10" fmla="*/ 0 w 6"/>
                <a:gd name="T11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32">
                  <a:moveTo>
                    <a:pt x="0" y="32"/>
                  </a:moveTo>
                  <a:lnTo>
                    <a:pt x="6" y="3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 38"/>
            <p:cNvSpPr>
              <a:spLocks/>
            </p:cNvSpPr>
            <p:nvPr userDrawn="1"/>
          </p:nvSpPr>
          <p:spPr bwMode="auto">
            <a:xfrm>
              <a:off x="5473" y="504"/>
              <a:ext cx="54" cy="32"/>
            </a:xfrm>
            <a:custGeom>
              <a:avLst/>
              <a:gdLst>
                <a:gd name="T0" fmla="*/ 30 w 54"/>
                <a:gd name="T1" fmla="*/ 0 h 32"/>
                <a:gd name="T2" fmla="*/ 0 w 54"/>
                <a:gd name="T3" fmla="*/ 0 h 32"/>
                <a:gd name="T4" fmla="*/ 0 w 54"/>
                <a:gd name="T5" fmla="*/ 4 h 32"/>
                <a:gd name="T6" fmla="*/ 10 w 54"/>
                <a:gd name="T7" fmla="*/ 4 h 32"/>
                <a:gd name="T8" fmla="*/ 10 w 54"/>
                <a:gd name="T9" fmla="*/ 32 h 32"/>
                <a:gd name="T10" fmla="*/ 16 w 54"/>
                <a:gd name="T11" fmla="*/ 32 h 32"/>
                <a:gd name="T12" fmla="*/ 16 w 54"/>
                <a:gd name="T13" fmla="*/ 4 h 32"/>
                <a:gd name="T14" fmla="*/ 26 w 54"/>
                <a:gd name="T15" fmla="*/ 4 h 32"/>
                <a:gd name="T16" fmla="*/ 36 w 54"/>
                <a:gd name="T17" fmla="*/ 18 h 32"/>
                <a:gd name="T18" fmla="*/ 36 w 54"/>
                <a:gd name="T19" fmla="*/ 32 h 32"/>
                <a:gd name="T20" fmla="*/ 42 w 54"/>
                <a:gd name="T21" fmla="*/ 32 h 32"/>
                <a:gd name="T22" fmla="*/ 42 w 54"/>
                <a:gd name="T23" fmla="*/ 18 h 32"/>
                <a:gd name="T24" fmla="*/ 54 w 54"/>
                <a:gd name="T25" fmla="*/ 0 h 32"/>
                <a:gd name="T26" fmla="*/ 54 w 54"/>
                <a:gd name="T27" fmla="*/ 0 h 32"/>
                <a:gd name="T28" fmla="*/ 54 w 54"/>
                <a:gd name="T29" fmla="*/ 0 h 32"/>
                <a:gd name="T30" fmla="*/ 48 w 54"/>
                <a:gd name="T31" fmla="*/ 0 h 32"/>
                <a:gd name="T32" fmla="*/ 38 w 54"/>
                <a:gd name="T33" fmla="*/ 14 h 32"/>
                <a:gd name="T34" fmla="*/ 30 w 54"/>
                <a:gd name="T35" fmla="*/ 0 h 32"/>
                <a:gd name="T36" fmla="*/ 30 w 54"/>
                <a:gd name="T3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4" h="32">
                  <a:moveTo>
                    <a:pt x="3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10" y="4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16" y="4"/>
                  </a:lnTo>
                  <a:lnTo>
                    <a:pt x="26" y="4"/>
                  </a:lnTo>
                  <a:lnTo>
                    <a:pt x="36" y="18"/>
                  </a:lnTo>
                  <a:lnTo>
                    <a:pt x="36" y="32"/>
                  </a:lnTo>
                  <a:lnTo>
                    <a:pt x="42" y="32"/>
                  </a:lnTo>
                  <a:lnTo>
                    <a:pt x="42" y="18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38" y="1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 39"/>
            <p:cNvSpPr>
              <a:spLocks/>
            </p:cNvSpPr>
            <p:nvPr userDrawn="1"/>
          </p:nvSpPr>
          <p:spPr bwMode="auto">
            <a:xfrm>
              <a:off x="5343" y="234"/>
              <a:ext cx="184" cy="230"/>
            </a:xfrm>
            <a:custGeom>
              <a:avLst/>
              <a:gdLst>
                <a:gd name="T0" fmla="*/ 92 w 92"/>
                <a:gd name="T1" fmla="*/ 0 h 115"/>
                <a:gd name="T2" fmla="*/ 92 w 92"/>
                <a:gd name="T3" fmla="*/ 71 h 115"/>
                <a:gd name="T4" fmla="*/ 49 w 92"/>
                <a:gd name="T5" fmla="*/ 115 h 115"/>
                <a:gd name="T6" fmla="*/ 0 w 92"/>
                <a:gd name="T7" fmla="*/ 70 h 115"/>
                <a:gd name="T8" fmla="*/ 0 w 92"/>
                <a:gd name="T9" fmla="*/ 0 h 115"/>
                <a:gd name="T10" fmla="*/ 22 w 92"/>
                <a:gd name="T11" fmla="*/ 0 h 115"/>
                <a:gd name="T12" fmla="*/ 22 w 92"/>
                <a:gd name="T13" fmla="*/ 72 h 115"/>
                <a:gd name="T14" fmla="*/ 50 w 92"/>
                <a:gd name="T15" fmla="*/ 105 h 115"/>
                <a:gd name="T16" fmla="*/ 79 w 92"/>
                <a:gd name="T17" fmla="*/ 73 h 115"/>
                <a:gd name="T18" fmla="*/ 79 w 92"/>
                <a:gd name="T19" fmla="*/ 0 h 115"/>
                <a:gd name="T20" fmla="*/ 92 w 92"/>
                <a:gd name="T21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2" h="115">
                  <a:moveTo>
                    <a:pt x="92" y="0"/>
                  </a:moveTo>
                  <a:cubicBezTo>
                    <a:pt x="92" y="71"/>
                    <a:pt x="92" y="71"/>
                    <a:pt x="92" y="71"/>
                  </a:cubicBezTo>
                  <a:cubicBezTo>
                    <a:pt x="92" y="109"/>
                    <a:pt x="62" y="115"/>
                    <a:pt x="49" y="115"/>
                  </a:cubicBezTo>
                  <a:cubicBezTo>
                    <a:pt x="25" y="115"/>
                    <a:pt x="0" y="107"/>
                    <a:pt x="0" y="7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72"/>
                    <a:pt x="22" y="72"/>
                    <a:pt x="22" y="72"/>
                  </a:cubicBezTo>
                  <a:cubicBezTo>
                    <a:pt x="22" y="93"/>
                    <a:pt x="32" y="105"/>
                    <a:pt x="50" y="105"/>
                  </a:cubicBezTo>
                  <a:cubicBezTo>
                    <a:pt x="66" y="105"/>
                    <a:pt x="79" y="95"/>
                    <a:pt x="79" y="73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92" y="0"/>
                    <a:pt x="92" y="0"/>
                    <a:pt x="92" y="0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 40"/>
            <p:cNvSpPr>
              <a:spLocks/>
            </p:cNvSpPr>
            <p:nvPr userDrawn="1"/>
          </p:nvSpPr>
          <p:spPr bwMode="auto">
            <a:xfrm>
              <a:off x="5099" y="230"/>
              <a:ext cx="212" cy="234"/>
            </a:xfrm>
            <a:custGeom>
              <a:avLst/>
              <a:gdLst>
                <a:gd name="T0" fmla="*/ 61 w 106"/>
                <a:gd name="T1" fmla="*/ 117 h 117"/>
                <a:gd name="T2" fmla="*/ 0 w 106"/>
                <a:gd name="T3" fmla="*/ 60 h 117"/>
                <a:gd name="T4" fmla="*/ 63 w 106"/>
                <a:gd name="T5" fmla="*/ 0 h 117"/>
                <a:gd name="T6" fmla="*/ 97 w 106"/>
                <a:gd name="T7" fmla="*/ 13 h 117"/>
                <a:gd name="T8" fmla="*/ 106 w 106"/>
                <a:gd name="T9" fmla="*/ 28 h 117"/>
                <a:gd name="T10" fmla="*/ 94 w 106"/>
                <a:gd name="T11" fmla="*/ 39 h 117"/>
                <a:gd name="T12" fmla="*/ 83 w 106"/>
                <a:gd name="T13" fmla="*/ 28 h 117"/>
                <a:gd name="T14" fmla="*/ 86 w 106"/>
                <a:gd name="T15" fmla="*/ 20 h 117"/>
                <a:gd name="T16" fmla="*/ 63 w 106"/>
                <a:gd name="T17" fmla="*/ 10 h 117"/>
                <a:gd name="T18" fmla="*/ 21 w 106"/>
                <a:gd name="T19" fmla="*/ 58 h 117"/>
                <a:gd name="T20" fmla="*/ 65 w 106"/>
                <a:gd name="T21" fmla="*/ 108 h 117"/>
                <a:gd name="T22" fmla="*/ 102 w 106"/>
                <a:gd name="T23" fmla="*/ 93 h 117"/>
                <a:gd name="T24" fmla="*/ 106 w 106"/>
                <a:gd name="T25" fmla="*/ 99 h 117"/>
                <a:gd name="T26" fmla="*/ 61 w 106"/>
                <a:gd name="T27" fmla="*/ 117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6" h="117">
                  <a:moveTo>
                    <a:pt x="61" y="117"/>
                  </a:moveTo>
                  <a:cubicBezTo>
                    <a:pt x="23" y="117"/>
                    <a:pt x="0" y="91"/>
                    <a:pt x="0" y="60"/>
                  </a:cubicBezTo>
                  <a:cubicBezTo>
                    <a:pt x="0" y="29"/>
                    <a:pt x="24" y="0"/>
                    <a:pt x="63" y="0"/>
                  </a:cubicBezTo>
                  <a:cubicBezTo>
                    <a:pt x="74" y="0"/>
                    <a:pt x="88" y="4"/>
                    <a:pt x="97" y="13"/>
                  </a:cubicBezTo>
                  <a:cubicBezTo>
                    <a:pt x="102" y="16"/>
                    <a:pt x="106" y="23"/>
                    <a:pt x="106" y="28"/>
                  </a:cubicBezTo>
                  <a:cubicBezTo>
                    <a:pt x="106" y="34"/>
                    <a:pt x="101" y="39"/>
                    <a:pt x="94" y="39"/>
                  </a:cubicBezTo>
                  <a:cubicBezTo>
                    <a:pt x="88" y="39"/>
                    <a:pt x="83" y="34"/>
                    <a:pt x="83" y="28"/>
                  </a:cubicBezTo>
                  <a:cubicBezTo>
                    <a:pt x="83" y="25"/>
                    <a:pt x="84" y="22"/>
                    <a:pt x="86" y="20"/>
                  </a:cubicBezTo>
                  <a:cubicBezTo>
                    <a:pt x="81" y="14"/>
                    <a:pt x="71" y="10"/>
                    <a:pt x="63" y="10"/>
                  </a:cubicBezTo>
                  <a:cubicBezTo>
                    <a:pt x="36" y="10"/>
                    <a:pt x="21" y="35"/>
                    <a:pt x="21" y="58"/>
                  </a:cubicBezTo>
                  <a:cubicBezTo>
                    <a:pt x="21" y="85"/>
                    <a:pt x="38" y="108"/>
                    <a:pt x="65" y="108"/>
                  </a:cubicBezTo>
                  <a:cubicBezTo>
                    <a:pt x="79" y="108"/>
                    <a:pt x="90" y="102"/>
                    <a:pt x="102" y="93"/>
                  </a:cubicBezTo>
                  <a:cubicBezTo>
                    <a:pt x="106" y="99"/>
                    <a:pt x="106" y="99"/>
                    <a:pt x="106" y="99"/>
                  </a:cubicBezTo>
                  <a:cubicBezTo>
                    <a:pt x="94" y="111"/>
                    <a:pt x="77" y="117"/>
                    <a:pt x="61" y="117"/>
                  </a:cubicBez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 41"/>
            <p:cNvSpPr>
              <a:spLocks noEditPoints="1"/>
            </p:cNvSpPr>
            <p:nvPr userDrawn="1"/>
          </p:nvSpPr>
          <p:spPr bwMode="auto">
            <a:xfrm>
              <a:off x="4887" y="234"/>
              <a:ext cx="208" cy="226"/>
            </a:xfrm>
            <a:custGeom>
              <a:avLst/>
              <a:gdLst>
                <a:gd name="T0" fmla="*/ 164 w 208"/>
                <a:gd name="T1" fmla="*/ 226 h 226"/>
                <a:gd name="T2" fmla="*/ 208 w 208"/>
                <a:gd name="T3" fmla="*/ 226 h 226"/>
                <a:gd name="T4" fmla="*/ 120 w 208"/>
                <a:gd name="T5" fmla="*/ 0 h 226"/>
                <a:gd name="T6" fmla="*/ 86 w 208"/>
                <a:gd name="T7" fmla="*/ 0 h 226"/>
                <a:gd name="T8" fmla="*/ 0 w 208"/>
                <a:gd name="T9" fmla="*/ 226 h 226"/>
                <a:gd name="T10" fmla="*/ 22 w 208"/>
                <a:gd name="T11" fmla="*/ 226 h 226"/>
                <a:gd name="T12" fmla="*/ 48 w 208"/>
                <a:gd name="T13" fmla="*/ 162 h 226"/>
                <a:gd name="T14" fmla="*/ 140 w 208"/>
                <a:gd name="T15" fmla="*/ 162 h 226"/>
                <a:gd name="T16" fmla="*/ 164 w 208"/>
                <a:gd name="T17" fmla="*/ 226 h 226"/>
                <a:gd name="T18" fmla="*/ 164 w 208"/>
                <a:gd name="T19" fmla="*/ 226 h 226"/>
                <a:gd name="T20" fmla="*/ 54 w 208"/>
                <a:gd name="T21" fmla="*/ 142 h 226"/>
                <a:gd name="T22" fmla="*/ 94 w 208"/>
                <a:gd name="T23" fmla="*/ 36 h 226"/>
                <a:gd name="T24" fmla="*/ 134 w 208"/>
                <a:gd name="T25" fmla="*/ 142 h 226"/>
                <a:gd name="T26" fmla="*/ 54 w 208"/>
                <a:gd name="T27" fmla="*/ 142 h 226"/>
                <a:gd name="T28" fmla="*/ 54 w 208"/>
                <a:gd name="T29" fmla="*/ 142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8" h="226">
                  <a:moveTo>
                    <a:pt x="164" y="226"/>
                  </a:moveTo>
                  <a:lnTo>
                    <a:pt x="208" y="226"/>
                  </a:lnTo>
                  <a:lnTo>
                    <a:pt x="120" y="0"/>
                  </a:lnTo>
                  <a:lnTo>
                    <a:pt x="86" y="0"/>
                  </a:lnTo>
                  <a:lnTo>
                    <a:pt x="0" y="226"/>
                  </a:lnTo>
                  <a:lnTo>
                    <a:pt x="22" y="226"/>
                  </a:lnTo>
                  <a:lnTo>
                    <a:pt x="48" y="162"/>
                  </a:lnTo>
                  <a:lnTo>
                    <a:pt x="140" y="162"/>
                  </a:lnTo>
                  <a:lnTo>
                    <a:pt x="164" y="226"/>
                  </a:lnTo>
                  <a:lnTo>
                    <a:pt x="164" y="226"/>
                  </a:lnTo>
                  <a:close/>
                  <a:moveTo>
                    <a:pt x="54" y="142"/>
                  </a:moveTo>
                  <a:lnTo>
                    <a:pt x="94" y="36"/>
                  </a:lnTo>
                  <a:lnTo>
                    <a:pt x="134" y="142"/>
                  </a:lnTo>
                  <a:lnTo>
                    <a:pt x="54" y="142"/>
                  </a:lnTo>
                  <a:lnTo>
                    <a:pt x="54" y="142"/>
                  </a:lnTo>
                  <a:close/>
                </a:path>
              </a:pathLst>
            </a:custGeom>
            <a:solidFill>
              <a:srgbClr val="3D0F54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2758" y="6510471"/>
            <a:ext cx="3086100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8929" y="6510471"/>
            <a:ext cx="448128" cy="246221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defRPr lang="en-AU" sz="1000" smtClean="0">
                <a:solidFill>
                  <a:srgbClr val="3D393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6A89BA3-132D-40E1-AAB4-CDCD0A14C216}" type="slidenum">
              <a:rPr lang="en-AU" smtClean="0"/>
              <a:pPr/>
              <a:t>‹#›</a:t>
            </a:fld>
            <a:r>
              <a:rPr lang="en-AU" dirty="0"/>
              <a:t>  |</a:t>
            </a:r>
          </a:p>
        </p:txBody>
      </p:sp>
    </p:spTree>
    <p:extLst>
      <p:ext uri="{BB962C8B-B14F-4D97-AF65-F5344CB8AC3E}">
        <p14:creationId xmlns:p14="http://schemas.microsoft.com/office/powerpoint/2010/main" val="2980067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1" r:id="rId2"/>
    <p:sldLayoutId id="2147483663" r:id="rId3"/>
    <p:sldLayoutId id="2147483664" r:id="rId4"/>
    <p:sldLayoutId id="2147483665" r:id="rId5"/>
    <p:sldLayoutId id="2147483682" r:id="rId6"/>
    <p:sldLayoutId id="2147483679" r:id="rId7"/>
    <p:sldLayoutId id="2147483686" r:id="rId8"/>
    <p:sldLayoutId id="2147483689" r:id="rId9"/>
    <p:sldLayoutId id="2147483692" r:id="rId10"/>
    <p:sldLayoutId id="2147483693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  <p:sldLayoutId id="2147483724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  <p:sldLayoutId id="2147483749" r:id="rId65"/>
    <p:sldLayoutId id="2147483750" r:id="rId66"/>
    <p:sldLayoutId id="2147483751" r:id="rId67"/>
    <p:sldLayoutId id="2147483752" r:id="rId68"/>
    <p:sldLayoutId id="2147483753" r:id="rId69"/>
    <p:sldLayoutId id="2147483754" r:id="rId70"/>
    <p:sldLayoutId id="2147483755" r:id="rId71"/>
    <p:sldLayoutId id="2147483756" r:id="rId72"/>
    <p:sldLayoutId id="2147483757" r:id="rId73"/>
    <p:sldLayoutId id="2147483758" r:id="rId74"/>
    <p:sldLayoutId id="2147483759" r:id="rId75"/>
    <p:sldLayoutId id="2147483760" r:id="rId76"/>
    <p:sldLayoutId id="2147483761" r:id="rId77"/>
    <p:sldLayoutId id="2147483762" r:id="rId78"/>
    <p:sldLayoutId id="2147483763" r:id="rId79"/>
    <p:sldLayoutId id="2147483764" r:id="rId80"/>
    <p:sldLayoutId id="2147483766" r:id="rId81"/>
    <p:sldLayoutId id="2147483767" r:id="rId82"/>
    <p:sldLayoutId id="2147483768" r:id="rId8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866" b="1" kern="1200">
          <a:solidFill>
            <a:srgbClr val="3D393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F2120C"/>
        </a:buClr>
        <a:buFont typeface="Arial" panose="020B0604020202020204" pitchFamily="34" charset="0"/>
        <a:buChar char="•"/>
        <a:defRPr sz="2533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4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20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F2120C"/>
        </a:buClr>
        <a:buFont typeface="Arial" panose="020B0604020202020204" pitchFamily="34" charset="0"/>
        <a:buChar char="•"/>
        <a:defRPr sz="1800" kern="1200">
          <a:solidFill>
            <a:srgbClr val="3D3935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588" y="0"/>
            <a:ext cx="5027930" cy="454025"/>
          </a:xfrm>
          <a:custGeom>
            <a:avLst/>
            <a:gdLst/>
            <a:ahLst/>
            <a:cxnLst/>
            <a:rect l="l" t="t" r="r" b="b"/>
            <a:pathLst>
              <a:path w="5027930" h="454025">
                <a:moveTo>
                  <a:pt x="5027591" y="0"/>
                </a:moveTo>
                <a:lnTo>
                  <a:pt x="0" y="0"/>
                </a:lnTo>
                <a:lnTo>
                  <a:pt x="0" y="454025"/>
                </a:lnTo>
                <a:lnTo>
                  <a:pt x="4570413" y="454025"/>
                </a:lnTo>
                <a:lnTo>
                  <a:pt x="5027591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bg object 17"/>
          <p:cNvSpPr/>
          <p:nvPr/>
        </p:nvSpPr>
        <p:spPr>
          <a:xfrm>
            <a:off x="4572001" y="6397624"/>
            <a:ext cx="4570730" cy="457200"/>
          </a:xfrm>
          <a:custGeom>
            <a:avLst/>
            <a:gdLst/>
            <a:ahLst/>
            <a:cxnLst/>
            <a:rect l="l" t="t" r="r" b="b"/>
            <a:pathLst>
              <a:path w="4570730" h="457200">
                <a:moveTo>
                  <a:pt x="4570412" y="0"/>
                </a:moveTo>
                <a:lnTo>
                  <a:pt x="460375" y="0"/>
                </a:lnTo>
                <a:lnTo>
                  <a:pt x="0" y="457199"/>
                </a:lnTo>
                <a:lnTo>
                  <a:pt x="4570412" y="457199"/>
                </a:lnTo>
                <a:lnTo>
                  <a:pt x="4570412" y="0"/>
                </a:lnTo>
                <a:close/>
              </a:path>
            </a:pathLst>
          </a:custGeom>
          <a:solidFill>
            <a:srgbClr val="E8E3DB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99338" y="365127"/>
            <a:ext cx="1374775" cy="485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9610" y="713233"/>
            <a:ext cx="6553200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1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8455" y="1392429"/>
            <a:ext cx="8127091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0D0D0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2269" y="6556594"/>
            <a:ext cx="3729354" cy="1154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rgbClr val="3D3935"/>
                </a:solidFill>
                <a:latin typeface="Arial"/>
                <a:cs typeface="Arial"/>
              </a:defRPr>
            </a:lvl1pPr>
          </a:lstStyle>
          <a:p>
            <a:pPr marL="28575">
              <a:spcBef>
                <a:spcPts val="4"/>
              </a:spcBef>
            </a:pPr>
            <a:fld id="{81D60167-4931-47E6-BA6A-407CBD079E47}" type="slidenum">
              <a:rPr lang="en-US" smtClean="0"/>
              <a:pPr marL="28575">
                <a:spcBef>
                  <a:spcPts val="4"/>
                </a:spcBef>
              </a:pPr>
              <a:t>‹#›</a:t>
            </a:fld>
            <a:r>
              <a:rPr lang="en-US" spc="176"/>
              <a:t> </a:t>
            </a:r>
            <a:r>
              <a:rPr lang="en-US"/>
              <a:t>|</a:t>
            </a:r>
            <a:r>
              <a:rPr lang="en-US" spc="300"/>
              <a:t> </a:t>
            </a:r>
            <a:r>
              <a:rPr lang="en-US"/>
              <a:t>Faculty</a:t>
            </a:r>
            <a:r>
              <a:rPr lang="en-US" spc="-11"/>
              <a:t> </a:t>
            </a:r>
            <a:r>
              <a:rPr lang="en-US"/>
              <a:t>of</a:t>
            </a:r>
            <a:r>
              <a:rPr lang="en-US" spc="-15"/>
              <a:t> </a:t>
            </a:r>
            <a:r>
              <a:rPr lang="en-US"/>
              <a:t>Business</a:t>
            </a:r>
            <a:r>
              <a:rPr lang="en-US" spc="-15"/>
              <a:t> </a:t>
            </a:r>
            <a:r>
              <a:rPr lang="en-US"/>
              <a:t>and</a:t>
            </a:r>
            <a:r>
              <a:rPr lang="en-US" spc="-15"/>
              <a:t> </a:t>
            </a:r>
            <a:r>
              <a:rPr lang="en-US"/>
              <a:t>Law</a:t>
            </a:r>
            <a:r>
              <a:rPr lang="en-US" spc="-11"/>
              <a:t> </a:t>
            </a:r>
            <a:r>
              <a:rPr lang="en-US"/>
              <a:t>|</a:t>
            </a:r>
            <a:r>
              <a:rPr lang="en-US" spc="-11"/>
              <a:t> </a:t>
            </a:r>
            <a:r>
              <a:rPr lang="en-US"/>
              <a:t>Peter</a:t>
            </a:r>
            <a:r>
              <a:rPr lang="en-US" spc="-8"/>
              <a:t> </a:t>
            </a:r>
            <a:r>
              <a:rPr lang="en-US"/>
              <a:t>Faber</a:t>
            </a:r>
            <a:r>
              <a:rPr lang="en-US" spc="-11"/>
              <a:t> </a:t>
            </a:r>
            <a:r>
              <a:rPr lang="en-US"/>
              <a:t>Business</a:t>
            </a:r>
            <a:r>
              <a:rPr lang="en-US" spc="-11"/>
              <a:t> </a:t>
            </a:r>
            <a:r>
              <a:rPr lang="en-US" spc="-8"/>
              <a:t>School</a:t>
            </a:r>
            <a:endParaRPr lang="en-US" spc="-8" dirty="0"/>
          </a:p>
        </p:txBody>
      </p:sp>
    </p:spTree>
    <p:extLst>
      <p:ext uri="{BB962C8B-B14F-4D97-AF65-F5344CB8AC3E}">
        <p14:creationId xmlns:p14="http://schemas.microsoft.com/office/powerpoint/2010/main" val="506107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42900">
        <a:defRPr>
          <a:latin typeface="+mn-lt"/>
          <a:ea typeface="+mn-ea"/>
          <a:cs typeface="+mn-cs"/>
        </a:defRPr>
      </a:lvl2pPr>
      <a:lvl3pPr marL="685800">
        <a:defRPr>
          <a:latin typeface="+mn-lt"/>
          <a:ea typeface="+mn-ea"/>
          <a:cs typeface="+mn-cs"/>
        </a:defRPr>
      </a:lvl3pPr>
      <a:lvl4pPr marL="1028700">
        <a:defRPr>
          <a:latin typeface="+mn-lt"/>
          <a:ea typeface="+mn-ea"/>
          <a:cs typeface="+mn-cs"/>
        </a:defRPr>
      </a:lvl4pPr>
      <a:lvl5pPr marL="1371600">
        <a:defRPr>
          <a:latin typeface="+mn-lt"/>
          <a:ea typeface="+mn-ea"/>
          <a:cs typeface="+mn-cs"/>
        </a:defRPr>
      </a:lvl5pPr>
      <a:lvl6pPr marL="1714500">
        <a:defRPr>
          <a:latin typeface="+mn-lt"/>
          <a:ea typeface="+mn-ea"/>
          <a:cs typeface="+mn-cs"/>
        </a:defRPr>
      </a:lvl6pPr>
      <a:lvl7pPr marL="2057400">
        <a:defRPr>
          <a:latin typeface="+mn-lt"/>
          <a:ea typeface="+mn-ea"/>
          <a:cs typeface="+mn-cs"/>
        </a:defRPr>
      </a:lvl7pPr>
      <a:lvl8pPr marL="2400300">
        <a:defRPr>
          <a:latin typeface="+mn-lt"/>
          <a:ea typeface="+mn-ea"/>
          <a:cs typeface="+mn-cs"/>
        </a:defRPr>
      </a:lvl8pPr>
      <a:lvl9pPr marL="27432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diagrams.net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5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F62-ED9D-4C0F-A976-E9C35DDB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30" y="336331"/>
            <a:ext cx="4373370" cy="2734885"/>
          </a:xfrm>
        </p:spPr>
        <p:txBody>
          <a:bodyPr/>
          <a:lstStyle/>
          <a:p>
            <a:r>
              <a:rPr lang="en-US" sz="3400" dirty="0"/>
              <a:t>Preparation and Guideline Assessment 2</a:t>
            </a:r>
            <a:endParaRPr lang="en-AU" sz="3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DAEE5F-D393-479E-8BB0-2D5C057945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Dr. Farshid Keivanian</a:t>
            </a:r>
          </a:p>
        </p:txBody>
      </p:sp>
    </p:spTree>
    <p:extLst>
      <p:ext uri="{BB962C8B-B14F-4D97-AF65-F5344CB8AC3E}">
        <p14:creationId xmlns:p14="http://schemas.microsoft.com/office/powerpoint/2010/main" val="581688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646AD0-6036-4879-B5D7-F60847E33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Faculty of Business and Law | Peter Faber Business School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78C77-E952-41E0-8B40-BAC1771F8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14796BC-CEFD-189B-E9D1-5A9CBE8BAF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536029"/>
          </a:xfrm>
        </p:spPr>
        <p:txBody>
          <a:bodyPr>
            <a:noAutofit/>
          </a:bodyPr>
          <a:lstStyle/>
          <a:p>
            <a:r>
              <a:rPr lang="en-US" sz="3200" dirty="0"/>
              <a:t>Outline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EE6214-3988-BA86-3529-05DB78221CDF}"/>
              </a:ext>
            </a:extLst>
          </p:cNvPr>
          <p:cNvSpPr txBox="1"/>
          <p:nvPr/>
        </p:nvSpPr>
        <p:spPr>
          <a:xfrm>
            <a:off x="0" y="1154082"/>
            <a:ext cx="912024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sz="2800" dirty="0">
                <a:latin typeface="Calibir"/>
              </a:rPr>
              <a:t>What is this assessment about?</a:t>
            </a: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sz="2800" dirty="0">
                <a:latin typeface="Calibir"/>
              </a:rPr>
              <a:t>What you MUST do</a:t>
            </a: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sz="2800" dirty="0">
                <a:latin typeface="Calibir"/>
              </a:rPr>
              <a:t>Tools to Use</a:t>
            </a: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sz="2800" dirty="0">
                <a:latin typeface="Calibir"/>
              </a:rPr>
              <a:t>What to AVOID (Common mistakes)</a:t>
            </a: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sz="2800" dirty="0">
                <a:latin typeface="Calibir"/>
              </a:rPr>
              <a:t>Submission Checklist</a:t>
            </a: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sz="2800" dirty="0">
                <a:latin typeface="Calibir"/>
              </a:rPr>
              <a:t>FAQ</a:t>
            </a:r>
          </a:p>
          <a:p>
            <a:pPr marL="457200" lvl="0" indent="-457200">
              <a:lnSpc>
                <a:spcPct val="150000"/>
              </a:lnSpc>
              <a:buAutoNum type="arabicPeriod"/>
            </a:pPr>
            <a:r>
              <a:rPr lang="en-US" sz="2800" dirty="0">
                <a:latin typeface="Calibir"/>
              </a:rPr>
              <a:t>Final Advice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BC55C3C-1C70-4B05-DCEF-7BC51078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59A7F4-72EE-787C-9315-6B43A6FF7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87ED2A-D90D-9FF9-7659-CD0E5643E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F5CC17E-1EEA-6DF1-8B95-4FFA28C844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is this assessment about?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C573C5-EDA9-F7CB-5DAD-074958321411}"/>
              </a:ext>
            </a:extLst>
          </p:cNvPr>
          <p:cNvSpPr txBox="1"/>
          <p:nvPr/>
        </p:nvSpPr>
        <p:spPr>
          <a:xfrm>
            <a:off x="0" y="1142983"/>
            <a:ext cx="9120249" cy="5183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are designing a database structure (NOT coding) for a public housing system.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Your job is to: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Understand the real-world problem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Identify entities, attributes, relationships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Draw a professional ER Diagram (ERD) using Crow’s Foot notation </a:t>
            </a:r>
          </a:p>
          <a:p>
            <a:pPr marL="7143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Ensure the design is correct and normalized (3NF)</a:t>
            </a:r>
          </a:p>
        </p:txBody>
      </p:sp>
    </p:spTree>
    <p:extLst>
      <p:ext uri="{BB962C8B-B14F-4D97-AF65-F5344CB8AC3E}">
        <p14:creationId xmlns:p14="http://schemas.microsoft.com/office/powerpoint/2010/main" val="222865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D22F2481-A9D9-AD32-9966-FABB5F58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55381-58DB-F602-FCAA-39DBBD74E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06D8BF-F429-D059-90AF-B4C69C51D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948B3AD-C685-8C45-26E8-E28DBD4619E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95A83E-4C94-FBA0-462D-409ABF735102}"/>
              </a:ext>
            </a:extLst>
          </p:cNvPr>
          <p:cNvSpPr txBox="1"/>
          <p:nvPr/>
        </p:nvSpPr>
        <p:spPr>
          <a:xfrm>
            <a:off x="0" y="1142983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1: Understand the scenario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Ask yourself: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objects exist? (e.g., Building, Unit, Household)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information do we store?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What events happen? (e.g., moving in/out)</a:t>
            </a:r>
          </a:p>
        </p:txBody>
      </p:sp>
    </p:spTree>
    <p:extLst>
      <p:ext uri="{BB962C8B-B14F-4D97-AF65-F5344CB8AC3E}">
        <p14:creationId xmlns:p14="http://schemas.microsoft.com/office/powerpoint/2010/main" val="89601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CCC8EFA-748E-9BFD-695F-49192EDB5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7C65E-E3B5-B3F4-6EBF-026943F52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354F8-9194-3483-4861-104605073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65EA104-71FC-3ACD-AA3A-D411464DC0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46D1EC-9CC8-259F-605E-4BEBBE431BAF}"/>
              </a:ext>
            </a:extLst>
          </p:cNvPr>
          <p:cNvSpPr txBox="1"/>
          <p:nvPr/>
        </p:nvSpPr>
        <p:spPr>
          <a:xfrm>
            <a:off x="0" y="1142983"/>
            <a:ext cx="9120249" cy="519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2: Identify Entities (Core objects)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Typical examples from this case: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Building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Unit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Household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Occupancy / Tenancy (VERY important for tracking history)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Tip: If something has its own data → it is likely an entity</a:t>
            </a:r>
          </a:p>
        </p:txBody>
      </p:sp>
    </p:spTree>
    <p:extLst>
      <p:ext uri="{BB962C8B-B14F-4D97-AF65-F5344CB8AC3E}">
        <p14:creationId xmlns:p14="http://schemas.microsoft.com/office/powerpoint/2010/main" val="387719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08F7AB6-3119-3565-410F-DBD836753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901BED-3D44-A05B-CD42-5B45C8C80B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F7A9B-E93D-BB97-7923-27CA6F766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B22DEEE-4BB7-1049-58AE-B7609F83A72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F86228-3599-1A8C-1578-DF37B28F8656}"/>
              </a:ext>
            </a:extLst>
          </p:cNvPr>
          <p:cNvSpPr txBox="1"/>
          <p:nvPr/>
        </p:nvSpPr>
        <p:spPr>
          <a:xfrm>
            <a:off x="0" y="1142983"/>
            <a:ext cx="912024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Step 3: Identify Attributes (Details)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Building → name, address, </a:t>
            </a:r>
            <a:r>
              <a:rPr lang="en-US" sz="2800" dirty="0" err="1">
                <a:latin typeface="Calibir"/>
              </a:rPr>
              <a:t>year_opened</a:t>
            </a:r>
            <a:r>
              <a:rPr lang="en-US" sz="2800" dirty="0">
                <a:latin typeface="Calibir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Unit → bedrooms, bathrooms, area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Household → </a:t>
            </a:r>
            <a:r>
              <a:rPr lang="en-US" sz="2800" dirty="0" err="1">
                <a:latin typeface="Calibir"/>
              </a:rPr>
              <a:t>household_id</a:t>
            </a:r>
            <a:r>
              <a:rPr lang="en-US" sz="2800" dirty="0">
                <a:latin typeface="Calibir"/>
              </a:rPr>
              <a:t>, etc.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Always include: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Primary Key (PK) for each entity</a:t>
            </a:r>
          </a:p>
        </p:txBody>
      </p:sp>
    </p:spTree>
    <p:extLst>
      <p:ext uri="{BB962C8B-B14F-4D97-AF65-F5344CB8AC3E}">
        <p14:creationId xmlns:p14="http://schemas.microsoft.com/office/powerpoint/2010/main" val="174007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C81C13E-84C5-EFE9-2AE0-EDA0580C2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C5E228-E97B-FF7A-3A8A-97F5F5562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BAFE9D-FA4A-00DB-4566-82611044B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1415D20-8DE6-2A4C-C05A-E78BC304B1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10DD0C-568A-986B-7F53-79D3DC937393}"/>
              </a:ext>
            </a:extLst>
          </p:cNvPr>
          <p:cNvSpPr txBox="1"/>
          <p:nvPr/>
        </p:nvSpPr>
        <p:spPr>
          <a:xfrm>
            <a:off x="11875" y="1154082"/>
            <a:ext cx="912024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Step 4: Identify Relationships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Ask: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How are entities connected?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Building has many Units → (1:M)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 Unit has many Households over time → (M:N resolved via Occupancy) </a:t>
            </a:r>
          </a:p>
        </p:txBody>
      </p:sp>
    </p:spTree>
    <p:extLst>
      <p:ext uri="{BB962C8B-B14F-4D97-AF65-F5344CB8AC3E}">
        <p14:creationId xmlns:p14="http://schemas.microsoft.com/office/powerpoint/2010/main" val="45363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CF635982-FFD1-B099-9D00-CA1756A8E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1607F9-D7ED-4486-3988-7178C7A76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847A3-0BB3-1619-7847-B6AC9A1E7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1C60D65-411F-BDD5-EDB3-305DF5A97E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61A3E-AED2-252C-E506-DAF69AFA69FE}"/>
              </a:ext>
            </a:extLst>
          </p:cNvPr>
          <p:cNvSpPr txBox="1"/>
          <p:nvPr/>
        </p:nvSpPr>
        <p:spPr>
          <a:xfrm>
            <a:off x="0" y="1800413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Important: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Use Crow’s Foot notation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Show: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Cardinality (1, many)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Participation (optional/mandatory) </a:t>
            </a:r>
          </a:p>
        </p:txBody>
      </p:sp>
    </p:spTree>
    <p:extLst>
      <p:ext uri="{BB962C8B-B14F-4D97-AF65-F5344CB8AC3E}">
        <p14:creationId xmlns:p14="http://schemas.microsoft.com/office/powerpoint/2010/main" val="2110162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3494EEB-9E5A-D320-7825-FB10CD57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F12BE-90DC-C512-AE3E-1158E4B353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F62C4-3B92-42D0-C030-C15CBCFB9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8F47DA7-E89D-4F36-EC16-412B7A3C682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37AEB0-2644-FEC5-61B0-977AFF598C4B}"/>
              </a:ext>
            </a:extLst>
          </p:cNvPr>
          <p:cNvSpPr txBox="1"/>
          <p:nvPr/>
        </p:nvSpPr>
        <p:spPr>
          <a:xfrm>
            <a:off x="0" y="2123578"/>
            <a:ext cx="912024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5: Resolve Many-to-Many (M:N)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MUST DO for HD marks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Example: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Household ↔ Unit (many-to-many over time) </a:t>
            </a:r>
          </a:p>
        </p:txBody>
      </p:sp>
    </p:spTree>
    <p:extLst>
      <p:ext uri="{BB962C8B-B14F-4D97-AF65-F5344CB8AC3E}">
        <p14:creationId xmlns:p14="http://schemas.microsoft.com/office/powerpoint/2010/main" val="2742296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41C3EE3-80FA-4F51-1C87-1FA57CA81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CE64A-B3C9-91C1-2A9C-66E0AB721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4EBC2-4E2B-6572-807B-A7AFCF4B2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E6F3E34-9B73-F273-CC45-EAA649A552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24EBEB-C24E-FD86-BEF6-F4ECA5576D5A}"/>
              </a:ext>
            </a:extLst>
          </p:cNvPr>
          <p:cNvSpPr txBox="1"/>
          <p:nvPr/>
        </p:nvSpPr>
        <p:spPr>
          <a:xfrm>
            <a:off x="0" y="1782806"/>
            <a:ext cx="912024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Solution: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Create a new entity: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Occupancy (or Tenancy)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Include: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move_in_date</a:t>
            </a:r>
            <a:r>
              <a:rPr lang="en-US" sz="2800" dirty="0">
                <a:latin typeface="Calibir"/>
              </a:rPr>
              <a:t>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move_out_date</a:t>
            </a:r>
            <a:r>
              <a:rPr lang="en-US" sz="2800" dirty="0">
                <a:latin typeface="Calibi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47241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31BED92B-FE4F-6B80-CF37-F129FE3E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9BA4C-2C6B-A810-0FFB-615871FDEF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1F7EF-D18F-E289-DF33-C768FFBF5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03FAFD8-D6BE-2EBE-F22D-5AC0CBB8FF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FBFB0E-0BE7-EF46-FEBF-07386A015B4D}"/>
              </a:ext>
            </a:extLst>
          </p:cNvPr>
          <p:cNvSpPr txBox="1"/>
          <p:nvPr/>
        </p:nvSpPr>
        <p:spPr>
          <a:xfrm>
            <a:off x="0" y="1782806"/>
            <a:ext cx="9120249" cy="3254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6: Ensure 3NF (Normalization)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Your design must: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0000"/>
                </a:highlight>
                <a:latin typeface="Calibir"/>
              </a:rPr>
              <a:t>X</a:t>
            </a:r>
            <a:r>
              <a:rPr lang="en-US" sz="2800" dirty="0">
                <a:latin typeface="Calibir"/>
              </a:rPr>
              <a:t> No repeating groups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highlight>
                  <a:srgbClr val="FF0000"/>
                </a:highlight>
                <a:latin typeface="Calibir"/>
              </a:rPr>
              <a:t>X</a:t>
            </a:r>
            <a:r>
              <a:rPr lang="en-US" sz="2800" dirty="0">
                <a:latin typeface="Calibir"/>
              </a:rPr>
              <a:t> No redundant data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latin typeface="Calibir"/>
              </a:rPr>
              <a:t> Each attribute depends only on the PK</a:t>
            </a:r>
          </a:p>
        </p:txBody>
      </p:sp>
    </p:spTree>
    <p:extLst>
      <p:ext uri="{BB962C8B-B14F-4D97-AF65-F5344CB8AC3E}">
        <p14:creationId xmlns:p14="http://schemas.microsoft.com/office/powerpoint/2010/main" val="140091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27F403F-8EFA-84AE-F1B8-D0FBE6D6E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B38094-602A-A206-E05B-D4F63348D5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59F40-83AD-0440-4683-DE414DB4E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AA2F87A-22DC-8043-61D4-44051220CF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762C51-AEDA-FAE5-F2F8-D4ECEBED9E2B}"/>
              </a:ext>
            </a:extLst>
          </p:cNvPr>
          <p:cNvSpPr txBox="1"/>
          <p:nvPr/>
        </p:nvSpPr>
        <p:spPr>
          <a:xfrm>
            <a:off x="0" y="1477248"/>
            <a:ext cx="912024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7: Add Advanced Features (for higher marks)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 case suggests: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Accessibility features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Lease agreements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Utilities (water, electricity)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Maintenance logs </a:t>
            </a:r>
          </a:p>
        </p:txBody>
      </p:sp>
    </p:spTree>
    <p:extLst>
      <p:ext uri="{BB962C8B-B14F-4D97-AF65-F5344CB8AC3E}">
        <p14:creationId xmlns:p14="http://schemas.microsoft.com/office/powerpoint/2010/main" val="421550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8530E64-281F-7022-FE2F-03ADD0C4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425A0-6DBB-4D0D-3485-D8954FC89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45F82-733B-666D-5D25-35B11C207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59A7567-387F-85E8-5FF4-27F1D64D02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A323FB-AF07-985B-82B7-39C6CC7EB4DC}"/>
              </a:ext>
            </a:extLst>
          </p:cNvPr>
          <p:cNvSpPr txBox="1"/>
          <p:nvPr/>
        </p:nvSpPr>
        <p:spPr>
          <a:xfrm>
            <a:off x="0" y="2123578"/>
            <a:ext cx="912024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These can be separate entities: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Lease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Maintenance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Calibir"/>
              </a:rPr>
              <a:t>UtilityUsage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012322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3200D02-F453-AE56-A580-663C0E7BD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A3D2BB-BE5A-3BDF-8AB1-1E858FAB6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62822-C15D-FA07-7D12-A2A4695CA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D6A2E3B-D6D4-985E-F365-01F6CF36170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ECABC1-DA16-FAF9-571E-D5C6B14D4940}"/>
              </a:ext>
            </a:extLst>
          </p:cNvPr>
          <p:cNvSpPr txBox="1"/>
          <p:nvPr/>
        </p:nvSpPr>
        <p:spPr>
          <a:xfrm>
            <a:off x="0" y="2123578"/>
            <a:ext cx="912024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8: Draw ERD in draw.io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Entities (rectangles)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Attributes (ovals or inside entity)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Relationships (lines with Crow’s Foot)</a:t>
            </a:r>
          </a:p>
        </p:txBody>
      </p:sp>
    </p:spTree>
    <p:extLst>
      <p:ext uri="{BB962C8B-B14F-4D97-AF65-F5344CB8AC3E}">
        <p14:creationId xmlns:p14="http://schemas.microsoft.com/office/powerpoint/2010/main" val="4228924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6BE5E73-E13D-09D4-773C-D33F1921C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4A6224-D0D6-98D7-A063-22E514719D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7159B-39EA-BA9F-6D01-203CB8256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ABD6BB6-FF92-16E7-2255-08F23969B9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84198-30FB-E163-CD25-683DAA1D29DA}"/>
              </a:ext>
            </a:extLst>
          </p:cNvPr>
          <p:cNvSpPr txBox="1"/>
          <p:nvPr/>
        </p:nvSpPr>
        <p:spPr>
          <a:xfrm>
            <a:off x="0" y="2123578"/>
            <a:ext cx="9120249" cy="324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9: Add student details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On the diagram: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Full Name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Student ID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Campus</a:t>
            </a:r>
          </a:p>
        </p:txBody>
      </p:sp>
    </p:spTree>
    <p:extLst>
      <p:ext uri="{BB962C8B-B14F-4D97-AF65-F5344CB8AC3E}">
        <p14:creationId xmlns:p14="http://schemas.microsoft.com/office/powerpoint/2010/main" val="262282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93A1964-E61B-A39D-FD16-F7C9EE76F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F74B03-9C5A-EF00-3ACE-312155EC94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D0B85-4589-01B9-7AD9-4AB3DD203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DA21816-B97B-8E07-EE35-1659ADEABA0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you MUST do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198C56-64D4-782D-B1F8-8F2F65015558}"/>
              </a:ext>
            </a:extLst>
          </p:cNvPr>
          <p:cNvSpPr txBox="1"/>
          <p:nvPr/>
        </p:nvSpPr>
        <p:spPr>
          <a:xfrm>
            <a:off x="0" y="2123578"/>
            <a:ext cx="9120249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Step 10: Submit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File type: .</a:t>
            </a:r>
            <a:r>
              <a:rPr lang="en-US" sz="2800" dirty="0" err="1">
                <a:latin typeface="Calibir"/>
              </a:rPr>
              <a:t>drawio</a:t>
            </a:r>
            <a:r>
              <a:rPr lang="en-US" sz="2800" dirty="0">
                <a:latin typeface="Calibir"/>
              </a:rPr>
              <a:t> ONLY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Upload before deadline</a:t>
            </a:r>
          </a:p>
        </p:txBody>
      </p:sp>
    </p:spTree>
    <p:extLst>
      <p:ext uri="{BB962C8B-B14F-4D97-AF65-F5344CB8AC3E}">
        <p14:creationId xmlns:p14="http://schemas.microsoft.com/office/powerpoint/2010/main" val="158344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1DAE06D-AE04-8A37-0C75-D0DCE1980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BB21D6-1359-752D-3892-93BA8E705D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0F240-FE07-90A5-C9DB-9B042AFCF6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17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F1F4D9A-6CCE-E369-B8FD-D8AAAC5E324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Tools to Use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449272-11CB-F33F-4D09-C47754202EE1}"/>
              </a:ext>
            </a:extLst>
          </p:cNvPr>
          <p:cNvSpPr txBox="1"/>
          <p:nvPr/>
        </p:nvSpPr>
        <p:spPr>
          <a:xfrm>
            <a:off x="11875" y="1154082"/>
            <a:ext cx="912024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Required Tool: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draw.io (diagrams.net)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Link: </a:t>
            </a:r>
            <a:r>
              <a:rPr lang="en-US" sz="2800" dirty="0">
                <a:latin typeface="Calibir"/>
                <a:hlinkClick r:id="rId3"/>
              </a:rPr>
              <a:t>https://app.diagrams.net/</a:t>
            </a:r>
            <a:endParaRPr lang="en-US" sz="2800" dirty="0">
              <a:latin typeface="Calibir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How to use: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Choose Entity Relation shape library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Crow’s Foot notation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Save as: .</a:t>
            </a:r>
            <a:r>
              <a:rPr lang="en-US" sz="2800" dirty="0" err="1">
                <a:latin typeface="Calibir"/>
              </a:rPr>
              <a:t>drawio</a:t>
            </a:r>
            <a:endParaRPr lang="en-US" sz="2800" dirty="0"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0834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F6804AC6-4DBE-1007-4F52-4B2E10547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6A098-EE7D-BB7F-C4E0-94CE17736A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C73D2-A119-67E8-7073-66ED8C3FB1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18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0355FFA-89FB-505C-30BA-8746CC35FA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What to AVOID (Common Mistakes)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3C0AB-7AFC-BCDA-37B7-A760CAAEC601}"/>
              </a:ext>
            </a:extLst>
          </p:cNvPr>
          <p:cNvSpPr txBox="1"/>
          <p:nvPr/>
        </p:nvSpPr>
        <p:spPr>
          <a:xfrm>
            <a:off x="11875" y="914195"/>
            <a:ext cx="9120249" cy="5115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Missing entities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No primary keys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Wrong relationships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Not resolving many-to-many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No cardinality (1, many)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Mixing attributes between entities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Not in 3NF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Using incorrect notation (not Crow’s Foot)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Submitting PDF/PNG instead of .</a:t>
            </a:r>
            <a:r>
              <a:rPr lang="en-US" sz="2200" dirty="0" err="1">
                <a:latin typeface="Calibir"/>
              </a:rPr>
              <a:t>drawio</a:t>
            </a:r>
            <a:br>
              <a:rPr lang="en-US" sz="2200" dirty="0">
                <a:latin typeface="Calibir"/>
              </a:rPr>
            </a:br>
            <a:r>
              <a:rPr lang="en-US" sz="2200" dirty="0">
                <a:highlight>
                  <a:srgbClr val="F2120C"/>
                </a:highlight>
                <a:latin typeface="Calibir"/>
              </a:rPr>
              <a:t>X</a:t>
            </a:r>
            <a:r>
              <a:rPr lang="en-US" sz="2200" dirty="0">
                <a:latin typeface="Calibir"/>
              </a:rPr>
              <a:t> Copying from others (academic misconduct)</a:t>
            </a:r>
          </a:p>
        </p:txBody>
      </p:sp>
    </p:spTree>
    <p:extLst>
      <p:ext uri="{BB962C8B-B14F-4D97-AF65-F5344CB8AC3E}">
        <p14:creationId xmlns:p14="http://schemas.microsoft.com/office/powerpoint/2010/main" val="2724801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E4CCE58-8FF2-389F-A309-7B17B031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C5B748-2952-FC17-0740-0C7033119B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E481B-9127-59D3-3610-AB6F53E01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19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B199D1C-C316-4B65-A9B1-FD4415398D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Submission Checklist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F15EE0-AB5A-DAC5-00A9-3CF2C0A82269}"/>
              </a:ext>
            </a:extLst>
          </p:cNvPr>
          <p:cNvSpPr txBox="1"/>
          <p:nvPr/>
        </p:nvSpPr>
        <p:spPr>
          <a:xfrm>
            <a:off x="0" y="823813"/>
            <a:ext cx="9144000" cy="580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500" b="1" dirty="0">
                <a:latin typeface="Calibir"/>
              </a:rPr>
              <a:t>5. Submission Checklist</a:t>
            </a:r>
          </a:p>
          <a:p>
            <a:pPr>
              <a:lnSpc>
                <a:spcPct val="150000"/>
              </a:lnSpc>
              <a:buNone/>
            </a:pPr>
            <a:r>
              <a:rPr lang="en-US" sz="2500" dirty="0">
                <a:latin typeface="Calibir"/>
              </a:rPr>
              <a:t>Before submitting, check: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Structure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All key entities identified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Attributes included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Primary keys defined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Relationships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All relationships shown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Cardinality correct (1:M, etc.)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Participation shown</a:t>
            </a:r>
          </a:p>
        </p:txBody>
      </p:sp>
    </p:spTree>
    <p:extLst>
      <p:ext uri="{BB962C8B-B14F-4D97-AF65-F5344CB8AC3E}">
        <p14:creationId xmlns:p14="http://schemas.microsoft.com/office/powerpoint/2010/main" val="2349491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B68B47B6-83D0-18A3-5EFE-BFFF57F7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C0806-CB0A-B937-83B1-A8162F07C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8EB03-874C-DF28-74F7-C43F9B10E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20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AF12D87-1EA4-E8E0-ABB5-9B27D43A4B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Submission Checklist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BB62FA-2015-F1B3-0EB2-8B34D31AEE20}"/>
              </a:ext>
            </a:extLst>
          </p:cNvPr>
          <p:cNvSpPr txBox="1"/>
          <p:nvPr/>
        </p:nvSpPr>
        <p:spPr>
          <a:xfrm>
            <a:off x="0" y="412885"/>
            <a:ext cx="9144000" cy="6380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Design Quality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Many-to-many resolved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Design is in 3NF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No redundant attributes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Presentation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Clear and readable diagram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Crow’s Foot notation used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Name, ID, Campus added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b="1" dirty="0">
                <a:latin typeface="Calibir"/>
              </a:rPr>
              <a:t>File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Saved as .</a:t>
            </a:r>
            <a:r>
              <a:rPr lang="en-US" sz="2500" dirty="0" err="1">
                <a:latin typeface="Calibir"/>
              </a:rPr>
              <a:t>drawio</a:t>
            </a:r>
            <a:r>
              <a:rPr lang="en-US" sz="2500" dirty="0">
                <a:latin typeface="Calibir"/>
              </a:rPr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Calibir"/>
              </a:rPr>
              <a:t>File opens correctly</a:t>
            </a:r>
          </a:p>
        </p:txBody>
      </p:sp>
    </p:spTree>
    <p:extLst>
      <p:ext uri="{BB962C8B-B14F-4D97-AF65-F5344CB8AC3E}">
        <p14:creationId xmlns:p14="http://schemas.microsoft.com/office/powerpoint/2010/main" val="3773727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44900BB4-1FB9-E763-47FA-C2CFE3ACE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1597B8-6B93-0440-801C-A493C2BA0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4DEB9-7369-0A42-227D-15066B62B1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21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6E459A6-E72D-DD74-E1EE-9083AB5A44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FAQ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710A65-3570-59DF-EEFF-675AF83E144D}"/>
              </a:ext>
            </a:extLst>
          </p:cNvPr>
          <p:cNvSpPr txBox="1"/>
          <p:nvPr/>
        </p:nvSpPr>
        <p:spPr>
          <a:xfrm>
            <a:off x="0" y="1264223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Q1: Do we need SQL or coding?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 — only conceptual design (ERD)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Q2: What is the MOST important entity?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Occupancy / Tenancy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Because it tracks: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Who lived where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When they moved</a:t>
            </a:r>
          </a:p>
        </p:txBody>
      </p:sp>
    </p:spTree>
    <p:extLst>
      <p:ext uri="{BB962C8B-B14F-4D97-AF65-F5344CB8AC3E}">
        <p14:creationId xmlns:p14="http://schemas.microsoft.com/office/powerpoint/2010/main" val="1411410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A603B8F1-229E-856C-462C-9B7EB13F2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BC640F-EABE-5942-D6BF-15B3DAC05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B8803-00DE-4947-3502-F3F478BC7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22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6BE0A9A-51C6-3AF7-2A94-8242BEBFB4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FAQ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AB70B-668B-B8F0-7DF8-8484B34C5344}"/>
              </a:ext>
            </a:extLst>
          </p:cNvPr>
          <p:cNvSpPr txBox="1"/>
          <p:nvPr/>
        </p:nvSpPr>
        <p:spPr>
          <a:xfrm>
            <a:off x="0" y="1801855"/>
            <a:ext cx="9144000" cy="3254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Q3: What if attributes are not given?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Use common sense + research</a:t>
            </a:r>
            <a:br>
              <a:rPr lang="en-US" sz="2800" dirty="0">
                <a:latin typeface="Calibir"/>
              </a:rPr>
            </a:br>
            <a:r>
              <a:rPr lang="en-US" sz="2800" dirty="0">
                <a:latin typeface="Calibir"/>
              </a:rPr>
              <a:t>(e.g., add IDs, dates, status)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Q4: What is 3NF in simple terms?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 duplication and no dependency on non-key field</a:t>
            </a:r>
          </a:p>
        </p:txBody>
      </p:sp>
    </p:spTree>
    <p:extLst>
      <p:ext uri="{BB962C8B-B14F-4D97-AF65-F5344CB8AC3E}">
        <p14:creationId xmlns:p14="http://schemas.microsoft.com/office/powerpoint/2010/main" val="56507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54494978-D21A-70F4-6833-8244F3C8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C4FB59-9E63-3E1B-2D37-FBE24AA63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4081A-9245-C705-1DD5-F1B6371AFA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23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3BD8D8A-456F-152C-6F17-13A5BA714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FAQ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76BE5-4014-D801-1474-722786747E20}"/>
              </a:ext>
            </a:extLst>
          </p:cNvPr>
          <p:cNvSpPr txBox="1"/>
          <p:nvPr/>
        </p:nvSpPr>
        <p:spPr>
          <a:xfrm>
            <a:off x="0" y="1801855"/>
            <a:ext cx="9144000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Q5: Can we add extra entities?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Yes — this helps for HD marks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Q6: What happens if I don’t resolve M:N?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You will lose marks (cannot reach HD)</a:t>
            </a:r>
          </a:p>
        </p:txBody>
      </p:sp>
    </p:spTree>
    <p:extLst>
      <p:ext uri="{BB962C8B-B14F-4D97-AF65-F5344CB8AC3E}">
        <p14:creationId xmlns:p14="http://schemas.microsoft.com/office/powerpoint/2010/main" val="302180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C79EBB3-F684-1506-C6F6-3566ECEC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D89A1-76BA-F6AF-BA67-FA6891372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94B59-2D99-F563-1D45-0A88CDC6A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24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A669DD8-E996-8CD5-A802-FB70A42F3E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FAQ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9E6A7C-0EDF-0ADF-3180-DAF7353D9D31}"/>
              </a:ext>
            </a:extLst>
          </p:cNvPr>
          <p:cNvSpPr txBox="1"/>
          <p:nvPr/>
        </p:nvSpPr>
        <p:spPr>
          <a:xfrm>
            <a:off x="0" y="1801855"/>
            <a:ext cx="9144000" cy="2607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Q7: Do we need to show history of movements?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YES — this is a key requirement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Q8: Can I use any diagram style?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No — must use Crow’s Foot notation</a:t>
            </a:r>
          </a:p>
        </p:txBody>
      </p:sp>
    </p:spTree>
    <p:extLst>
      <p:ext uri="{BB962C8B-B14F-4D97-AF65-F5344CB8AC3E}">
        <p14:creationId xmlns:p14="http://schemas.microsoft.com/office/powerpoint/2010/main" val="340114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2FBC615F-F906-BE5D-19D5-1DACA514D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C8C75-96D5-BDFE-5A50-CD98E8E32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980B9-E00E-9B1E-1628-4A06D1963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25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A426A70-11AB-F051-EB8C-6F4BCC88B5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FAQ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B755B8-15FD-B9E9-FC6C-D3E7008D6868}"/>
              </a:ext>
            </a:extLst>
          </p:cNvPr>
          <p:cNvSpPr txBox="1"/>
          <p:nvPr/>
        </p:nvSpPr>
        <p:spPr>
          <a:xfrm>
            <a:off x="0" y="1801855"/>
            <a:ext cx="9144000" cy="131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Calibir"/>
              </a:rPr>
              <a:t>Q9: Will I be asked to explain my diagram?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Possibly — be prepared to explain your design</a:t>
            </a:r>
          </a:p>
        </p:txBody>
      </p:sp>
    </p:spTree>
    <p:extLst>
      <p:ext uri="{BB962C8B-B14F-4D97-AF65-F5344CB8AC3E}">
        <p14:creationId xmlns:p14="http://schemas.microsoft.com/office/powerpoint/2010/main" val="330289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CF03894-A913-F8D2-386A-A668B5232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1BAF4-68D2-D2D4-82D7-9A56E5CB0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Faculty of Business and Law | Peter Faber Business School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1F2ED-B6EA-211F-8FF5-683CBB22C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6A89BA3-132D-40E1-AAB4-CDCD0A14C216}" type="slidenum">
              <a:rPr lang="en-AU" smtClean="0"/>
              <a:pPr/>
              <a:t>26</a:t>
            </a:fld>
            <a:r>
              <a:rPr lang="en-AU"/>
              <a:t>  |</a:t>
            </a:r>
            <a:endParaRPr lang="en-AU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6387A6B-AA2A-FF0A-B7F3-E6B04D930F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-1"/>
            <a:ext cx="7849590" cy="958646"/>
          </a:xfrm>
        </p:spPr>
        <p:txBody>
          <a:bodyPr>
            <a:noAutofit/>
          </a:bodyPr>
          <a:lstStyle/>
          <a:p>
            <a:r>
              <a:rPr lang="en-US" sz="3200" dirty="0"/>
              <a:t>Final Advice</a:t>
            </a:r>
            <a:endParaRPr lang="en-AU" sz="3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443B45-A226-754A-277F-39784F5E7771}"/>
              </a:ext>
            </a:extLst>
          </p:cNvPr>
          <p:cNvSpPr txBox="1"/>
          <p:nvPr/>
        </p:nvSpPr>
        <p:spPr>
          <a:xfrm>
            <a:off x="0" y="1307868"/>
            <a:ext cx="91440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Think like a system designer, not a student.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Ask: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Can this system answer: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Who lives where now?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Who lived there before?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ir"/>
              </a:rPr>
              <a:t>When did they move?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Calibir"/>
              </a:rPr>
              <a:t>If YES → your design is strong</a:t>
            </a:r>
          </a:p>
        </p:txBody>
      </p:sp>
    </p:spTree>
    <p:extLst>
      <p:ext uri="{BB962C8B-B14F-4D97-AF65-F5344CB8AC3E}">
        <p14:creationId xmlns:p14="http://schemas.microsoft.com/office/powerpoint/2010/main" val="2723711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1B38-704A-BF2F-826F-1C71B60FE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A9720A-E250-68B4-FB47-B0486A1E5DB0}"/>
              </a:ext>
            </a:extLst>
          </p:cNvPr>
          <p:cNvSpPr txBox="1"/>
          <p:nvPr/>
        </p:nvSpPr>
        <p:spPr>
          <a:xfrm>
            <a:off x="16727" y="3600826"/>
            <a:ext cx="9144000" cy="32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Live during class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Ask directly during sessions.</a:t>
            </a:r>
          </a:p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Canvas Inbox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For structured academic queries.</a:t>
            </a:r>
          </a:p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Email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– For formal communications or attachments.</a:t>
            </a:r>
          </a:p>
          <a:p>
            <a:pPr marL="385763" marR="0" lvl="0" indent="-385763" algn="l" defTabSz="6858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Canvas Discussion Forum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– Everyone can see and learn from your question.</a:t>
            </a:r>
          </a:p>
        </p:txBody>
      </p:sp>
      <p:pic>
        <p:nvPicPr>
          <p:cNvPr id="2" name="Picture 4" descr="Answering Questions In Complete Sentences">
            <a:extLst>
              <a:ext uri="{FF2B5EF4-FFF2-40B4-BE49-F238E27FC236}">
                <a16:creationId xmlns:a16="http://schemas.microsoft.com/office/drawing/2014/main" id="{729B4D3A-5827-F46A-A234-6284550A98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720" y="881239"/>
            <a:ext cx="4514014" cy="282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B914697-6FE1-9DCE-8E76-D52A709B2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0022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chemeClr val="tx1"/>
                </a:solidFill>
                <a:latin typeface="+mn-lt"/>
              </a:rPr>
              <a:t>Let’s Answer Your Questions</a:t>
            </a:r>
            <a:endParaRPr lang="en-AU" sz="3400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78834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206930" y="1420349"/>
            <a:ext cx="4306642" cy="4306642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4630429" y="1594466"/>
            <a:ext cx="4513571" cy="4543576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-2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Happy Learning and Bright Futures Ahead!</a:t>
            </a:r>
          </a:p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Stay Connected: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hlinkClick r:id="rId3"/>
              </a:rPr>
              <a:t>linkedin.com/in/farshid-keivanian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hlinkClick r:id="rId4"/>
              </a:rPr>
              <a:t>github.com/FarshidKeivanian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</a:p>
          <a:p>
            <a:pPr marL="0" marR="0" lvl="0" indent="-17145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45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Education is the most powerful weapon you can use to change the world.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— Nelson Mandela</a:t>
            </a:r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92EB8C87-8395-5CF8-FB02-8B57ECDD50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285031"/>
            <a:ext cx="6920865" cy="800732"/>
          </a:xfrm>
          <a:prstGeom prst="rect">
            <a:avLst/>
          </a:prstGeom>
        </p:spPr>
        <p:txBody>
          <a:bodyPr vert="horz" wrap="square" lIns="0" tIns="259588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100"/>
              </a:spcBef>
            </a:pPr>
            <a:r>
              <a:rPr lang="en-US" sz="3500" spc="-20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sz="3500" spc="-2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1511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U Presentation">
  <a:themeElements>
    <a:clrScheme name="ACUColourScheme">
      <a:dk1>
        <a:srgbClr val="3C1053"/>
      </a:dk1>
      <a:lt1>
        <a:srgbClr val="FFFFFF"/>
      </a:lt1>
      <a:dk2>
        <a:srgbClr val="3C1053"/>
      </a:dk2>
      <a:lt2>
        <a:srgbClr val="E8E3DB"/>
      </a:lt2>
      <a:accent1>
        <a:srgbClr val="F2120C"/>
      </a:accent1>
      <a:accent2>
        <a:srgbClr val="3D3935"/>
      </a:accent2>
      <a:accent3>
        <a:srgbClr val="8C857B"/>
      </a:accent3>
      <a:accent4>
        <a:srgbClr val="3C1053"/>
      </a:accent4>
      <a:accent5>
        <a:srgbClr val="E8E3DB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err="1" smtClean="0">
            <a:solidFill>
              <a:srgbClr val="3D3935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4_3_V2.potx" id="{F3B38964-EE74-4E1D-A3FE-21D8EB788CBF}" vid="{2C9D612A-0DB5-43BD-9B9F-0A9FAAF24DC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DC8B17FFF79F46AB892AACDE15F09D" ma:contentTypeVersion="1" ma:contentTypeDescription="Create a new document." ma:contentTypeScope="" ma:versionID="a5ba99c893f738a110fead59b8aec54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c96ba11fc0b0f11135d6dc28d8a2ff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9D6D79-91EF-4340-8C3D-E484566A2E2F}">
  <ds:schemaRefs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4360E499-BA5F-475B-94B4-A8CCAB2763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5866CA7-3031-48D4-BC56-8127880CD3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PPT_Template_4_3_V2.potx</Template>
  <TotalTime>3468</TotalTime>
  <Words>1300</Words>
  <Application>Microsoft Office PowerPoint</Application>
  <PresentationFormat>On-screen Show (4:3)</PresentationFormat>
  <Paragraphs>397</Paragraphs>
  <Slides>28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Calibir</vt:lpstr>
      <vt:lpstr>Calibri</vt:lpstr>
      <vt:lpstr>Wingdings</vt:lpstr>
      <vt:lpstr>ACU Presentation</vt:lpstr>
      <vt:lpstr>1_Office Theme</vt:lpstr>
      <vt:lpstr>think-cell Slide</vt:lpstr>
      <vt:lpstr>Preparation and Guideline Assessment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Answer Your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ACU Presentation</dc:title>
  <dc:creator>Husnen Rupani;Simone.Byrnes@acu.edu.au</dc:creator>
  <cp:lastModifiedBy>Farshid Keivanian</cp:lastModifiedBy>
  <cp:revision>687</cp:revision>
  <cp:lastPrinted>2017-08-03T04:07:41Z</cp:lastPrinted>
  <dcterms:created xsi:type="dcterms:W3CDTF">2017-05-11T09:33:32Z</dcterms:created>
  <dcterms:modified xsi:type="dcterms:W3CDTF">2026-03-30T17:52:58Z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0x0101007CDC8B17FFF79F46AB892AACDE15F09D</vt:lpwstr>
  </property>
</Properties>
</file>