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60"/>
  </p:notesMasterIdLst>
  <p:sldIdLst>
    <p:sldId id="421" r:id="rId5"/>
    <p:sldId id="2984" r:id="rId6"/>
    <p:sldId id="3288" r:id="rId7"/>
    <p:sldId id="3358" r:id="rId8"/>
    <p:sldId id="3359" r:id="rId9"/>
    <p:sldId id="3360" r:id="rId10"/>
    <p:sldId id="3361" r:id="rId11"/>
    <p:sldId id="3363" r:id="rId12"/>
    <p:sldId id="3357" r:id="rId13"/>
    <p:sldId id="3364" r:id="rId14"/>
    <p:sldId id="3365" r:id="rId15"/>
    <p:sldId id="3366" r:id="rId16"/>
    <p:sldId id="3368" r:id="rId17"/>
    <p:sldId id="3369" r:id="rId18"/>
    <p:sldId id="3370" r:id="rId19"/>
    <p:sldId id="3371" r:id="rId20"/>
    <p:sldId id="3372" r:id="rId21"/>
    <p:sldId id="3373" r:id="rId22"/>
    <p:sldId id="3374" r:id="rId23"/>
    <p:sldId id="3375" r:id="rId24"/>
    <p:sldId id="3376" r:id="rId25"/>
    <p:sldId id="3377" r:id="rId26"/>
    <p:sldId id="3378" r:id="rId27"/>
    <p:sldId id="3379" r:id="rId28"/>
    <p:sldId id="3380" r:id="rId29"/>
    <p:sldId id="3381" r:id="rId30"/>
    <p:sldId id="3382" r:id="rId31"/>
    <p:sldId id="3383" r:id="rId32"/>
    <p:sldId id="3384" r:id="rId33"/>
    <p:sldId id="3385" r:id="rId34"/>
    <p:sldId id="3386" r:id="rId35"/>
    <p:sldId id="3387" r:id="rId36"/>
    <p:sldId id="3388" r:id="rId37"/>
    <p:sldId id="3389" r:id="rId38"/>
    <p:sldId id="3390" r:id="rId39"/>
    <p:sldId id="3391" r:id="rId40"/>
    <p:sldId id="3392" r:id="rId41"/>
    <p:sldId id="3393" r:id="rId42"/>
    <p:sldId id="3394" r:id="rId43"/>
    <p:sldId id="3395" r:id="rId44"/>
    <p:sldId id="3396" r:id="rId45"/>
    <p:sldId id="3397" r:id="rId46"/>
    <p:sldId id="3398" r:id="rId47"/>
    <p:sldId id="3399" r:id="rId48"/>
    <p:sldId id="3400" r:id="rId49"/>
    <p:sldId id="3401" r:id="rId50"/>
    <p:sldId id="3402" r:id="rId51"/>
    <p:sldId id="2373" r:id="rId52"/>
    <p:sldId id="3403" r:id="rId53"/>
    <p:sldId id="3404" r:id="rId54"/>
    <p:sldId id="3405" r:id="rId55"/>
    <p:sldId id="3406" r:id="rId56"/>
    <p:sldId id="3317" r:id="rId57"/>
    <p:sldId id="3407" r:id="rId58"/>
    <p:sldId id="749" r:id="rId59"/>
  </p:sldIdLst>
  <p:sldSz cx="9144000" cy="6858000" type="screen4x3"/>
  <p:notesSz cx="6805613" cy="9939338"/>
  <p:custDataLst>
    <p:tags r:id="rId6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120C"/>
    <a:srgbClr val="8C857B"/>
    <a:srgbClr val="3C1053"/>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30" autoAdjust="0"/>
    <p:restoredTop sz="94694"/>
  </p:normalViewPr>
  <p:slideViewPr>
    <p:cSldViewPr snapToGrid="0">
      <p:cViewPr>
        <p:scale>
          <a:sx n="50" d="100"/>
          <a:sy n="50" d="100"/>
        </p:scale>
        <p:origin x="1749" y="411"/>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tags" Target="tags/tag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099" cy="498693"/>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54939" y="0"/>
            <a:ext cx="2949099" cy="498693"/>
          </a:xfrm>
          <a:prstGeom prst="rect">
            <a:avLst/>
          </a:prstGeom>
        </p:spPr>
        <p:txBody>
          <a:bodyPr vert="horz" lIns="91440" tIns="45720" rIns="91440" bIns="45720" rtlCol="0"/>
          <a:lstStyle>
            <a:lvl1pPr algn="r">
              <a:defRPr sz="1200"/>
            </a:lvl1pPr>
          </a:lstStyle>
          <a:p>
            <a:fld id="{6F69E031-7821-4947-9A91-EC03C15F7566}" type="datetimeFigureOut">
              <a:rPr lang="en-AU" smtClean="0"/>
              <a:t>25/05/2026</a:t>
            </a:fld>
            <a:endParaRPr lang="en-AU"/>
          </a:p>
        </p:txBody>
      </p:sp>
      <p:sp>
        <p:nvSpPr>
          <p:cNvPr id="4" name="Slide Image Placeholder 3"/>
          <p:cNvSpPr>
            <a:spLocks noGrp="1" noRot="1" noChangeAspect="1"/>
          </p:cNvSpPr>
          <p:nvPr>
            <p:ph type="sldImg" idx="2"/>
          </p:nvPr>
        </p:nvSpPr>
        <p:spPr>
          <a:xfrm>
            <a:off x="1166813" y="1243013"/>
            <a:ext cx="4471987" cy="3354387"/>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0562" y="4783307"/>
            <a:ext cx="5444490" cy="3913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40647"/>
            <a:ext cx="2949099" cy="498692"/>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54939" y="9440647"/>
            <a:ext cx="2949099" cy="498692"/>
          </a:xfrm>
          <a:prstGeom prst="rect">
            <a:avLst/>
          </a:prstGeom>
        </p:spPr>
        <p:txBody>
          <a:bodyPr vert="horz" lIns="91440" tIns="45720" rIns="91440" bIns="45720" rtlCol="0" anchor="b"/>
          <a:lstStyle>
            <a:lvl1pPr algn="r">
              <a:defRPr sz="1200"/>
            </a:lvl1pPr>
          </a:lstStyle>
          <a:p>
            <a:fld id="{4C98A5C1-1CB9-4F08-9AE0-90C38B1EBB91}" type="slidenum">
              <a:rPr lang="en-AU" smtClean="0"/>
              <a:t>‹#›</a:t>
            </a:fld>
            <a:endParaRPr lang="en-AU"/>
          </a:p>
        </p:txBody>
      </p:sp>
    </p:spTree>
    <p:extLst>
      <p:ext uri="{BB962C8B-B14F-4D97-AF65-F5344CB8AC3E}">
        <p14:creationId xmlns:p14="http://schemas.microsoft.com/office/powerpoint/2010/main" val="1452559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98A5C1-1CB9-4F08-9AE0-90C38B1EBB91}" type="slidenum">
              <a:rPr lang="en-AU" smtClean="0"/>
              <a:t>1</a:t>
            </a:fld>
            <a:endParaRPr lang="en-AU"/>
          </a:p>
        </p:txBody>
      </p:sp>
    </p:spTree>
    <p:extLst>
      <p:ext uri="{BB962C8B-B14F-4D97-AF65-F5344CB8AC3E}">
        <p14:creationId xmlns:p14="http://schemas.microsoft.com/office/powerpoint/2010/main" val="2666480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4DDECE2-2C03-6D0D-7451-4AD87CF2BF4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E746AA02-44F0-E41C-8C34-0C7E413EE99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C6DF3DA-5601-6BB4-ADB8-0C2E64FC18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F5492648-6074-1426-5629-8D50B61CBAC1}"/>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54204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133A834-0F60-C21C-BF73-896D8C160E90}"/>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8250D01-FA8E-673E-32BF-CFF3940A9DA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DF75FEED-C63E-386E-E799-A6F6184422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319A751B-CC27-BC6A-B0C2-5EEBF089223D}"/>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320783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8B4DB3C-8B4D-9D0D-089D-2F6C046DC77D}"/>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756D27BA-623E-EFA7-1257-61A2AD8DEDC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462198FA-6C9E-913B-D2BF-19D9AF45B7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EFF55725-C780-9EE2-4D51-29910BDA3327}"/>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975263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760CAF8-5850-0228-8A7E-B703120A6F08}"/>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DD241735-0B2E-5F05-76A1-9B4762EAD1F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5671CC93-F9D4-9ABA-81F2-C995FAC3AC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CF8D1507-3B6F-E644-DBF7-95DECF6FF68B}"/>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075570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68FFD26-F7D3-1FFC-D5C1-307EB988D60B}"/>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1F7AA6CD-1B05-9722-F35A-1B1F27EAA5D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A4199A1F-DC3A-991E-2F30-CBB841A503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1BCBF92-7044-AF45-B3C5-061DBD2066FB}"/>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2137572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68FFD26-F7D3-1FFC-D5C1-307EB988D60B}"/>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1F7AA6CD-1B05-9722-F35A-1B1F27EAA5D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A4199A1F-DC3A-991E-2F30-CBB841A503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1BCBF92-7044-AF45-B3C5-061DBD2066FB}"/>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7691920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B78298A-BFC8-0029-C76A-400B580115B3}"/>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FB42BCEC-EC8D-BE3A-816A-8A747B48183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1DFE607B-1C7A-18A4-2509-DBA680DDB7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9E59F165-4609-21B1-5465-8675E01BE7EA}"/>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347415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E056C53-719B-1161-663A-B11B10BA625A}"/>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4F04C2BB-8148-C17E-E3F4-FE5CC8E83D9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4DED4B6-7359-B4EA-E1B4-9697BFE004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A2BBA7A-2C3D-3A0A-13E2-ECE865AC79EC}"/>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4380227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D40F5D1-1F77-7244-891C-E12FD6973140}"/>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79A559AF-6ED1-679C-37E9-85A5238683F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35753C78-A28E-2D76-713F-36AE5D586B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49135F0D-E4F9-2439-7074-EB0AFD7A0D3C}"/>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3544231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E02D34D-F527-B0F1-3878-731CEA10501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A91063CF-C066-8FA4-7E89-1CF9F4F7033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54C5F156-8735-5D2E-509F-763D623809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B6AF521F-E9DC-01B2-EC98-B1F4E1112331}"/>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0430763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42318A6-83AC-E02F-C67B-F29A88985B5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190C1008-F568-9CE2-4AC0-BB63C732FF4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87518AD8-5516-1F24-1ED4-38BC19FF78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F184EBB2-3741-10CF-0262-4990294D30D7}"/>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607864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DEE131A-B5DF-8872-05F4-B7F3B591280B}"/>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F0DFE0DE-ECCE-3D81-E2C2-D4657221F6D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0D4D957-12EB-ADA6-5079-98AFC39A68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56E5D5B5-E97B-3D6D-79E2-D89E912C6AF3}"/>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683334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B820787-8D6D-88C2-A1F1-B1CB8F44ECB2}"/>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F7C36938-1BAF-7C2B-C809-0DAB6DBD019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363F8D96-1EA5-5717-D651-4B844CE24B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A80EA9B4-1CF6-0B0D-8A59-EFAC655CD89F}"/>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9844073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CFBFD8EA-1367-807A-77AD-BBD38AD44C80}"/>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C8E11E6D-A398-CFA9-89CB-E4A99A226EB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EEB46C87-BC31-ABDE-A1FF-F5E6016D12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DA687F57-EA26-2654-0FE9-BD42E9A1F8E8}"/>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4228068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C83315F-B868-F613-E435-9D83A0002221}"/>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202C56B9-17C6-762B-B832-3800F6F330D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A4A97820-CCBE-7C81-D940-1A3E291470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8F5E126B-75B1-E113-7897-46B7AABBF339}"/>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4953774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384563D-3309-123C-998A-2267A6A55943}"/>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D9992F7E-D8A0-717D-BDA7-81F7FC329DC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A9179E89-E819-FED4-9A19-B48BE6838E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D9390D90-436E-6406-4042-DACB058E20C6}"/>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8262396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4B4E6A4-B3FE-9EBD-64AD-A272B52E6C70}"/>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0357F900-F42F-6CC4-D387-3FD0A1ED6BC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07A535AE-A8A0-3C1A-F863-15C84A0560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D35EA2D9-ACC3-E4F3-36FC-823B952B2D30}"/>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4047638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5C30D1C-5138-FFAF-618C-472669E9595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7EFC642D-A747-44D3-ECBC-FC8D74D6EC7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EAA6BA8A-113A-406A-DCC8-C3BE5C7F0E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C82FBF80-E23F-7D5D-8C0F-63CCA821994B}"/>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029604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F89883D-F103-0610-4C6E-FF589552976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5ED8AF5E-F260-5D9C-3B0B-3FA9D20E2EF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E8C769ED-9144-7C93-97C9-F18495DC36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6DFAD25D-D13A-B275-F318-6CA9DDDB7D2D}"/>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1679699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7AB4C9A2-90D5-31E9-E228-CAF9F76E0EF9}"/>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7F4B1BF7-AEB2-BA88-3FA9-C947B9073F5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CA71169E-58DB-DD05-EBF7-D1EBB204D7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EE075FBD-1B48-A3A6-3DA6-D17D99BFA19A}"/>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9274330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E16FE87-2016-C53B-9DF1-624D00148DF2}"/>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48B28B9-45AE-6701-9301-30B88ACC427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4133A0B3-DDAD-75FE-DB1B-0C344649B3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90B5A9B5-5C94-9E8E-C3D5-A570193D0FE0}"/>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006868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E11EA63-1478-2B51-9E78-31B0E15C23A5}"/>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5EDD677B-F915-B346-CDEC-4D241296225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B21082C5-5E21-0C52-4682-259B2738AB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267203DA-57BA-A83E-560C-EB3DC7227252}"/>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7313143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50D415DB-889B-4A66-1E1C-AD0ED5CBE647}"/>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1017BA4D-2DD5-8FBA-18AC-094F3B3CDFA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09EEF1CA-8629-F7AB-4B69-D582F834E6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B6882FE9-FD6D-7546-90FD-80FAA815E1E5}"/>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972992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C1A08DA1-236D-BCA7-30C4-CBB203BBC5B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870A13A5-A72F-6065-B259-066FAE8125E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E6183E5E-5165-96A2-08C3-189357F09D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DBC73D06-DAB4-4700-0CCF-86D138B89A25}"/>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4679134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6E706051-65C2-81C9-EFFB-CBF7A9AD99B8}"/>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EF43BDFC-9D00-5D4F-CAE9-DA6C0726859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2DECD5B3-05EB-8EFE-10B7-05B54B6A95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5F7EF4F9-A0ED-E54F-6BA7-C90C26789973}"/>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0684095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A26224B-E4C7-6F32-091A-0B971E35663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BB20A439-A04B-E90F-4472-1E1B06DFD17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2F86FEF-0DF7-610A-1598-E55BB93029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186DCAED-F073-9EA4-5A1D-A5F77A976145}"/>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0125053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B69615A-3FC8-C458-33A7-F5AB378BD73A}"/>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716897C1-AE3D-9A13-CBD3-19C13CE1135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C7E39776-6EC1-9365-6867-4195D57EF2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650A7199-1240-4E31-C8B5-B2FBCF5BDB15}"/>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5388323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777B861B-741B-2313-F24E-FB5645DDDAED}"/>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8F15B3FE-BD3F-051E-AFD2-982498C6C52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1A81E5F9-D386-CFCA-77AF-F70308B98F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F9F3F93A-6C5C-812E-79F7-07963A86D3BC}"/>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2533103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EF0B7F2-610F-F0CD-8D3D-8EA0A0A67E09}"/>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B0C84840-8F91-0F82-CE46-1663A5D085C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1094CBAD-0B5C-01B3-892A-027A7CF883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4707135C-7328-783C-E413-2DD4F6A33C92}"/>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0145877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AD95E70-73A1-4219-0DF5-DDE0FECC0554}"/>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23EB9B27-AA7F-049D-AE4B-1E46AB00A25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38B962CF-B875-94C9-CC6A-6115D8F6D2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AF091C6B-8537-1BDB-3DBC-F5655EF80698}"/>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0776151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6F590229-3077-D627-B220-4258BA4F82E8}"/>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D8948D54-1E7B-00DF-CB4C-1A6494389B7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7B7705E0-A1E1-F4D7-4DA6-EE34874587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CA35514B-B671-3022-456A-31DD14A6C964}"/>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6546630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6BD94126-6DC1-E765-BAF2-1224666861B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427F78D1-1479-51FE-3C80-8B0C8B4CFE4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32452555-E92D-D379-35D9-59A722E8A5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2FB5C1AE-B4CB-967A-7C8B-8D72AAD204E1}"/>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8498724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64AB912-9DD6-EDF0-9D3E-E94B1003FBDA}"/>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39B9E119-7CD5-C48D-AAEC-D96A0F028E4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D880B2CA-C31D-4B41-175A-6696DB6166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6B4588A2-2550-22B7-CEA2-C0490BF7F2E3}"/>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3678958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47582456-3180-4561-9EC1-EA4CCD257200}"/>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CC07AD51-2DE0-4659-625F-D8FF1F65E6B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82F2B1B9-7FD2-F57D-3884-5F777B81B9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F97DADD7-9883-6BBE-EB04-113FD13B15DA}"/>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1557469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E7DA410-2306-48F8-2068-0D940E5030E7}"/>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A717A792-3EA2-CAE0-4ADF-13C39FA2F22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8261E099-903C-CCB2-F60A-59FFC1A611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4B3C7601-B663-7A41-5167-DB850571A6D6}"/>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5489925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229C09B-FF67-C830-ACDB-83FC9D6A27C4}"/>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B134822B-025B-195B-180D-CA5B865B8A2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73419D2C-4117-82F3-A9B7-CCE46671EF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6E52589-7017-2486-39D3-6EDB94ADD11E}"/>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206474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1318F1F-B31B-3A96-0C66-F0464C037CD1}"/>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22511FFD-F3B7-6812-91F7-88F92282E15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2C3A5D0E-B0D4-3483-0D1D-7777F557B1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C4B7C698-8573-4C75-B4A8-45C31D69C3AA}"/>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9262744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F3CCBAF-1843-6A60-01E5-62063AC5FE45}"/>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A29CB2B0-F44C-6C55-8A6D-92B4FE48BE4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61931270-4DB1-8308-B63B-1F386FE573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9669171C-A6E3-BA01-91B4-73F8F511E1EA}"/>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7351199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78841D05-A09C-A1F3-DDE2-88A52F4E04C2}"/>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1BF13649-AEBF-CB1C-54D7-C3D1B3EA1E6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E9938863-D5F9-092A-25D7-401F510747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15BC27FF-B0C7-097B-B02D-0429501B69C8}"/>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1360915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E044C28-B622-621A-D4AE-DB7500620E33}"/>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1AD9DBF2-4BAD-0DC4-3766-E73A95F8A21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5489932D-3FCB-F218-7660-DEE6477F77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B03CC2CB-89D1-7841-9A27-8F190EAAE944}"/>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4691174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3D00EE18-2147-5DB1-29C5-7B41DAE20D7B}"/>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B28F8E04-41F8-5F32-EF61-9CD3CC5A546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41135973-D8E4-A0B3-09DB-638811B175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C2BF13CC-0D3B-D16E-C4ED-7F34BA47DDA2}"/>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7900704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3180ECC0-606C-D061-1C79-29F6EDEB46A6}"/>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41C3C1C6-47CE-7A7D-B2E4-B5BC37A37EF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68D7FC26-FC66-1440-AD2A-A8336F90DC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A6DCF0C7-A319-766C-1401-47B1D1E7F91D}"/>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5847849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8793E12-CA4D-8130-D5E6-BFD99F3C2532}"/>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25026B80-97D3-C9BF-57FA-FB2863FA34B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6C9EE84A-9ADE-1520-1615-71FB0FC202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76DCBDE7-1A58-5326-B33A-283C24362414}"/>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0025958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797A727-9B4F-DE13-7AEB-374001045407}"/>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2BD8029C-F7B6-018C-9937-618EBB3EF12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3AFB12F9-5E3B-9C6A-ECAC-98E08CA59E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9A4DAB4-3586-DA71-CE66-9FE2BF0F52C6}"/>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7694081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ADCA87A-3FFA-A6AA-7DE4-6FC2DC7EB43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7397509-44EF-E49F-86C1-41C7C61857C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A006DF69-3270-5521-9B0D-1249E4BA0F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C202C82-3293-5DA5-9687-A69F571010B5}"/>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5462299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18056C7-AB90-FE7D-D266-FFEFA400C048}"/>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5D013E65-6E20-9118-9A3B-AF525B21D03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EFA3EB4F-94B6-74F8-F998-FAF2778F24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635D7939-3214-3979-4FBC-A35F2FE9FC64}"/>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3297524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1"/>
        </a:solidFill>
        <a:effectLst/>
      </p:bgPr>
    </p:bg>
    <p:spTree>
      <p:nvGrpSpPr>
        <p:cNvPr id="1" name=""/>
        <p:cNvGrpSpPr/>
        <p:nvPr/>
      </p:nvGrpSpPr>
      <p:grpSpPr>
        <a:xfrm>
          <a:off x="0" y="0"/>
          <a:ext cx="0" cy="0"/>
          <a:chOff x="0" y="0"/>
          <a:chExt cx="0" cy="0"/>
        </a:xfrm>
      </p:grpSpPr>
      <p:sp>
        <p:nvSpPr>
          <p:cNvPr id="48" name="Rectangle 47"/>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5" name="Group 4"/>
          <p:cNvGrpSpPr>
            <a:grpSpLocks noChangeAspect="1"/>
          </p:cNvGrpSpPr>
          <p:nvPr userDrawn="1"/>
        </p:nvGrpSpPr>
        <p:grpSpPr bwMode="auto">
          <a:xfrm>
            <a:off x="0" y="0"/>
            <a:ext cx="9144227" cy="6858000"/>
            <a:chOff x="5" y="0"/>
            <a:chExt cx="5750" cy="4320"/>
          </a:xfrm>
        </p:grpSpPr>
        <p:sp>
          <p:nvSpPr>
            <p:cNvPr id="6" name="AutoShape 3"/>
            <p:cNvSpPr>
              <a:spLocks noChangeAspect="1" noChangeArrowheads="1" noTextEdit="1"/>
            </p:cNvSpPr>
            <p:nvPr userDrawn="1"/>
          </p:nvSpPr>
          <p:spPr bwMode="auto">
            <a:xfrm>
              <a:off x="5" y="0"/>
              <a:ext cx="5750" cy="43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 name="Freeform 5"/>
            <p:cNvSpPr>
              <a:spLocks/>
            </p:cNvSpPr>
            <p:nvPr userDrawn="1"/>
          </p:nvSpPr>
          <p:spPr bwMode="auto">
            <a:xfrm>
              <a:off x="5" y="288"/>
              <a:ext cx="2875" cy="1871"/>
            </a:xfrm>
            <a:custGeom>
              <a:avLst/>
              <a:gdLst>
                <a:gd name="T0" fmla="*/ 2875 w 2875"/>
                <a:gd name="T1" fmla="*/ 0 h 1871"/>
                <a:gd name="T2" fmla="*/ 2875 w 2875"/>
                <a:gd name="T3" fmla="*/ 1871 h 1871"/>
                <a:gd name="T4" fmla="*/ 0 w 2875"/>
                <a:gd name="T5" fmla="*/ 1871 h 1871"/>
                <a:gd name="T6" fmla="*/ 0 w 2875"/>
                <a:gd name="T7" fmla="*/ 0 h 1871"/>
                <a:gd name="T8" fmla="*/ 2875 w 2875"/>
                <a:gd name="T9" fmla="*/ 0 h 1871"/>
                <a:gd name="T10" fmla="*/ 2875 w 2875"/>
                <a:gd name="T11" fmla="*/ 0 h 1871"/>
              </a:gdLst>
              <a:ahLst/>
              <a:cxnLst>
                <a:cxn ang="0">
                  <a:pos x="T0" y="T1"/>
                </a:cxn>
                <a:cxn ang="0">
                  <a:pos x="T2" y="T3"/>
                </a:cxn>
                <a:cxn ang="0">
                  <a:pos x="T4" y="T5"/>
                </a:cxn>
                <a:cxn ang="0">
                  <a:pos x="T6" y="T7"/>
                </a:cxn>
                <a:cxn ang="0">
                  <a:pos x="T8" y="T9"/>
                </a:cxn>
                <a:cxn ang="0">
                  <a:pos x="T10" y="T11"/>
                </a:cxn>
              </a:cxnLst>
              <a:rect l="0" t="0" r="r" b="b"/>
              <a:pathLst>
                <a:path w="2875" h="1871">
                  <a:moveTo>
                    <a:pt x="2875" y="0"/>
                  </a:moveTo>
                  <a:lnTo>
                    <a:pt x="2875" y="1871"/>
                  </a:lnTo>
                  <a:lnTo>
                    <a:pt x="0" y="1871"/>
                  </a:lnTo>
                  <a:lnTo>
                    <a:pt x="0" y="0"/>
                  </a:lnTo>
                  <a:lnTo>
                    <a:pt x="2875" y="0"/>
                  </a:lnTo>
                  <a:lnTo>
                    <a:pt x="2875" y="0"/>
                  </a:lnTo>
                  <a:close/>
                </a:path>
              </a:pathLst>
            </a:custGeom>
            <a:solidFill>
              <a:srgbClr val="3D393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 name="Freeform 6"/>
            <p:cNvSpPr>
              <a:spLocks/>
            </p:cNvSpPr>
            <p:nvPr userDrawn="1"/>
          </p:nvSpPr>
          <p:spPr bwMode="auto">
            <a:xfrm>
              <a:off x="2880" y="2159"/>
              <a:ext cx="2875" cy="2159"/>
            </a:xfrm>
            <a:custGeom>
              <a:avLst/>
              <a:gdLst>
                <a:gd name="T0" fmla="*/ 2875 w 2875"/>
                <a:gd name="T1" fmla="*/ 0 h 2159"/>
                <a:gd name="T2" fmla="*/ 2875 w 2875"/>
                <a:gd name="T3" fmla="*/ 1869 h 2159"/>
                <a:gd name="T4" fmla="*/ 290 w 2875"/>
                <a:gd name="T5" fmla="*/ 1869 h 2159"/>
                <a:gd name="T6" fmla="*/ 0 w 2875"/>
                <a:gd name="T7" fmla="*/ 2159 h 2159"/>
                <a:gd name="T8" fmla="*/ 0 w 2875"/>
                <a:gd name="T9" fmla="*/ 0 h 2159"/>
                <a:gd name="T10" fmla="*/ 2875 w 2875"/>
                <a:gd name="T11" fmla="*/ 0 h 2159"/>
                <a:gd name="T12" fmla="*/ 2875 w 2875"/>
                <a:gd name="T13" fmla="*/ 0 h 2159"/>
              </a:gdLst>
              <a:ahLst/>
              <a:cxnLst>
                <a:cxn ang="0">
                  <a:pos x="T0" y="T1"/>
                </a:cxn>
                <a:cxn ang="0">
                  <a:pos x="T2" y="T3"/>
                </a:cxn>
                <a:cxn ang="0">
                  <a:pos x="T4" y="T5"/>
                </a:cxn>
                <a:cxn ang="0">
                  <a:pos x="T6" y="T7"/>
                </a:cxn>
                <a:cxn ang="0">
                  <a:pos x="T8" y="T9"/>
                </a:cxn>
                <a:cxn ang="0">
                  <a:pos x="T10" y="T11"/>
                </a:cxn>
                <a:cxn ang="0">
                  <a:pos x="T12" y="T13"/>
                </a:cxn>
              </a:cxnLst>
              <a:rect l="0" t="0" r="r" b="b"/>
              <a:pathLst>
                <a:path w="2875" h="2159">
                  <a:moveTo>
                    <a:pt x="2875" y="0"/>
                  </a:moveTo>
                  <a:lnTo>
                    <a:pt x="2875" y="1869"/>
                  </a:lnTo>
                  <a:lnTo>
                    <a:pt x="290" y="1869"/>
                  </a:lnTo>
                  <a:lnTo>
                    <a:pt x="0" y="2159"/>
                  </a:lnTo>
                  <a:lnTo>
                    <a:pt x="0" y="0"/>
                  </a:lnTo>
                  <a:lnTo>
                    <a:pt x="2875" y="0"/>
                  </a:lnTo>
                  <a:lnTo>
                    <a:pt x="2875" y="0"/>
                  </a:lnTo>
                  <a:close/>
                </a:path>
              </a:pathLst>
            </a:custGeom>
            <a:solidFill>
              <a:srgbClr val="F2120D"/>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 name="Freeform 7"/>
            <p:cNvSpPr>
              <a:spLocks/>
            </p:cNvSpPr>
            <p:nvPr userDrawn="1"/>
          </p:nvSpPr>
          <p:spPr bwMode="auto">
            <a:xfrm>
              <a:off x="5" y="2159"/>
              <a:ext cx="2875" cy="2155"/>
            </a:xfrm>
            <a:custGeom>
              <a:avLst/>
              <a:gdLst>
                <a:gd name="T0" fmla="*/ 2875 w 2875"/>
                <a:gd name="T1" fmla="*/ 0 h 2155"/>
                <a:gd name="T2" fmla="*/ 2875 w 2875"/>
                <a:gd name="T3" fmla="*/ 2155 h 2155"/>
                <a:gd name="T4" fmla="*/ 0 w 2875"/>
                <a:gd name="T5" fmla="*/ 2155 h 2155"/>
                <a:gd name="T6" fmla="*/ 0 w 2875"/>
                <a:gd name="T7" fmla="*/ 0 h 2155"/>
                <a:gd name="T8" fmla="*/ 2875 w 2875"/>
                <a:gd name="T9" fmla="*/ 0 h 2155"/>
                <a:gd name="T10" fmla="*/ 2875 w 2875"/>
                <a:gd name="T11" fmla="*/ 0 h 2155"/>
              </a:gdLst>
              <a:ahLst/>
              <a:cxnLst>
                <a:cxn ang="0">
                  <a:pos x="T0" y="T1"/>
                </a:cxn>
                <a:cxn ang="0">
                  <a:pos x="T2" y="T3"/>
                </a:cxn>
                <a:cxn ang="0">
                  <a:pos x="T4" y="T5"/>
                </a:cxn>
                <a:cxn ang="0">
                  <a:pos x="T6" y="T7"/>
                </a:cxn>
                <a:cxn ang="0">
                  <a:pos x="T8" y="T9"/>
                </a:cxn>
                <a:cxn ang="0">
                  <a:pos x="T10" y="T11"/>
                </a:cxn>
              </a:cxnLst>
              <a:rect l="0" t="0" r="r" b="b"/>
              <a:pathLst>
                <a:path w="2875" h="2155">
                  <a:moveTo>
                    <a:pt x="2875" y="0"/>
                  </a:moveTo>
                  <a:lnTo>
                    <a:pt x="2875" y="2155"/>
                  </a:lnTo>
                  <a:lnTo>
                    <a:pt x="0" y="2155"/>
                  </a:lnTo>
                  <a:lnTo>
                    <a:pt x="0" y="0"/>
                  </a:lnTo>
                  <a:lnTo>
                    <a:pt x="2875" y="0"/>
                  </a:lnTo>
                  <a:lnTo>
                    <a:pt x="2875" y="0"/>
                  </a:lnTo>
                  <a:close/>
                </a:path>
              </a:pathLst>
            </a:custGeom>
            <a:solidFill>
              <a:srgbClr val="8C857B"/>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4" name="Freeform 8"/>
            <p:cNvSpPr>
              <a:spLocks/>
            </p:cNvSpPr>
            <p:nvPr userDrawn="1"/>
          </p:nvSpPr>
          <p:spPr bwMode="auto">
            <a:xfrm>
              <a:off x="2880" y="-2"/>
              <a:ext cx="2875" cy="2161"/>
            </a:xfrm>
            <a:custGeom>
              <a:avLst/>
              <a:gdLst>
                <a:gd name="T0" fmla="*/ 2875 w 2875"/>
                <a:gd name="T1" fmla="*/ 0 h 2161"/>
                <a:gd name="T2" fmla="*/ 2875 w 2875"/>
                <a:gd name="T3" fmla="*/ 2161 h 2161"/>
                <a:gd name="T4" fmla="*/ 0 w 2875"/>
                <a:gd name="T5" fmla="*/ 2161 h 2161"/>
                <a:gd name="T6" fmla="*/ 0 w 2875"/>
                <a:gd name="T7" fmla="*/ 290 h 2161"/>
                <a:gd name="T8" fmla="*/ 290 w 2875"/>
                <a:gd name="T9" fmla="*/ 0 h 2161"/>
                <a:gd name="T10" fmla="*/ 2875 w 2875"/>
                <a:gd name="T11" fmla="*/ 0 h 2161"/>
                <a:gd name="T12" fmla="*/ 2875 w 2875"/>
                <a:gd name="T13" fmla="*/ 0 h 2161"/>
              </a:gdLst>
              <a:ahLst/>
              <a:cxnLst>
                <a:cxn ang="0">
                  <a:pos x="T0" y="T1"/>
                </a:cxn>
                <a:cxn ang="0">
                  <a:pos x="T2" y="T3"/>
                </a:cxn>
                <a:cxn ang="0">
                  <a:pos x="T4" y="T5"/>
                </a:cxn>
                <a:cxn ang="0">
                  <a:pos x="T6" y="T7"/>
                </a:cxn>
                <a:cxn ang="0">
                  <a:pos x="T8" y="T9"/>
                </a:cxn>
                <a:cxn ang="0">
                  <a:pos x="T10" y="T11"/>
                </a:cxn>
                <a:cxn ang="0">
                  <a:pos x="T12" y="T13"/>
                </a:cxn>
              </a:cxnLst>
              <a:rect l="0" t="0" r="r" b="b"/>
              <a:pathLst>
                <a:path w="2875" h="2161">
                  <a:moveTo>
                    <a:pt x="2875" y="0"/>
                  </a:moveTo>
                  <a:lnTo>
                    <a:pt x="2875" y="2161"/>
                  </a:lnTo>
                  <a:lnTo>
                    <a:pt x="0" y="2161"/>
                  </a:lnTo>
                  <a:lnTo>
                    <a:pt x="0" y="290"/>
                  </a:lnTo>
                  <a:lnTo>
                    <a:pt x="290" y="0"/>
                  </a:lnTo>
                  <a:lnTo>
                    <a:pt x="2875" y="0"/>
                  </a:lnTo>
                  <a:lnTo>
                    <a:pt x="2875"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5" name="Freeform 9"/>
            <p:cNvSpPr>
              <a:spLocks/>
            </p:cNvSpPr>
            <p:nvPr userDrawn="1"/>
          </p:nvSpPr>
          <p:spPr bwMode="auto">
            <a:xfrm>
              <a:off x="4659" y="234"/>
              <a:ext cx="182" cy="233"/>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6" name="Freeform 10"/>
            <p:cNvSpPr>
              <a:spLocks/>
            </p:cNvSpPr>
            <p:nvPr userDrawn="1"/>
          </p:nvSpPr>
          <p:spPr bwMode="auto">
            <a:xfrm>
              <a:off x="4693" y="262"/>
              <a:ext cx="114" cy="149"/>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7" name="Freeform 11"/>
            <p:cNvSpPr>
              <a:spLocks/>
            </p:cNvSpPr>
            <p:nvPr userDrawn="1"/>
          </p:nvSpPr>
          <p:spPr bwMode="auto">
            <a:xfrm>
              <a:off x="4709" y="294"/>
              <a:ext cx="82" cy="97"/>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8" name="Freeform 12"/>
            <p:cNvSpPr>
              <a:spLocks noEditPoints="1"/>
            </p:cNvSpPr>
            <p:nvPr userDrawn="1"/>
          </p:nvSpPr>
          <p:spPr bwMode="auto">
            <a:xfrm>
              <a:off x="4659" y="503"/>
              <a:ext cx="34" cy="32"/>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9" name="Freeform 13"/>
            <p:cNvSpPr>
              <a:spLocks/>
            </p:cNvSpPr>
            <p:nvPr userDrawn="1"/>
          </p:nvSpPr>
          <p:spPr bwMode="auto">
            <a:xfrm>
              <a:off x="4695" y="503"/>
              <a:ext cx="28" cy="32"/>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0" name="Freeform 14"/>
            <p:cNvSpPr>
              <a:spLocks/>
            </p:cNvSpPr>
            <p:nvPr userDrawn="1"/>
          </p:nvSpPr>
          <p:spPr bwMode="auto">
            <a:xfrm>
              <a:off x="4729" y="501"/>
              <a:ext cx="26" cy="34"/>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1" name="Freeform 15"/>
            <p:cNvSpPr>
              <a:spLocks/>
            </p:cNvSpPr>
            <p:nvPr userDrawn="1"/>
          </p:nvSpPr>
          <p:spPr bwMode="auto">
            <a:xfrm>
              <a:off x="4759" y="503"/>
              <a:ext cx="26" cy="32"/>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2" name="Freeform 16"/>
            <p:cNvSpPr>
              <a:spLocks noEditPoints="1"/>
            </p:cNvSpPr>
            <p:nvPr userDrawn="1"/>
          </p:nvSpPr>
          <p:spPr bwMode="auto">
            <a:xfrm>
              <a:off x="4791" y="503"/>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3" name="Freeform 17"/>
            <p:cNvSpPr>
              <a:spLocks noEditPoints="1"/>
            </p:cNvSpPr>
            <p:nvPr userDrawn="1"/>
          </p:nvSpPr>
          <p:spPr bwMode="auto">
            <a:xfrm>
              <a:off x="4821" y="503"/>
              <a:ext cx="34" cy="32"/>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4" name="Freeform 18"/>
            <p:cNvSpPr>
              <a:spLocks/>
            </p:cNvSpPr>
            <p:nvPr userDrawn="1"/>
          </p:nvSpPr>
          <p:spPr bwMode="auto">
            <a:xfrm>
              <a:off x="4859" y="503"/>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5" name="Freeform 19"/>
            <p:cNvSpPr>
              <a:spLocks/>
            </p:cNvSpPr>
            <p:nvPr userDrawn="1"/>
          </p:nvSpPr>
          <p:spPr bwMode="auto">
            <a:xfrm>
              <a:off x="4887" y="503"/>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6" name="Freeform 20"/>
            <p:cNvSpPr>
              <a:spLocks noEditPoints="1"/>
            </p:cNvSpPr>
            <p:nvPr userDrawn="1"/>
          </p:nvSpPr>
          <p:spPr bwMode="auto">
            <a:xfrm>
              <a:off x="4897" y="503"/>
              <a:ext cx="33" cy="32"/>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7" name="Freeform 21"/>
            <p:cNvSpPr>
              <a:spLocks/>
            </p:cNvSpPr>
            <p:nvPr userDrawn="1"/>
          </p:nvSpPr>
          <p:spPr bwMode="auto">
            <a:xfrm>
              <a:off x="4936" y="503"/>
              <a:ext cx="26" cy="32"/>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8" name="Freeform 22"/>
            <p:cNvSpPr>
              <a:spLocks/>
            </p:cNvSpPr>
            <p:nvPr userDrawn="1"/>
          </p:nvSpPr>
          <p:spPr bwMode="auto">
            <a:xfrm>
              <a:off x="4986" y="501"/>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9" name="Freeform 23"/>
            <p:cNvSpPr>
              <a:spLocks noEditPoints="1"/>
            </p:cNvSpPr>
            <p:nvPr userDrawn="1"/>
          </p:nvSpPr>
          <p:spPr bwMode="auto">
            <a:xfrm>
              <a:off x="5018" y="503"/>
              <a:ext cx="34" cy="32"/>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0" name="Freeform 24"/>
            <p:cNvSpPr>
              <a:spLocks/>
            </p:cNvSpPr>
            <p:nvPr userDrawn="1"/>
          </p:nvSpPr>
          <p:spPr bwMode="auto">
            <a:xfrm>
              <a:off x="5050" y="503"/>
              <a:ext cx="28" cy="32"/>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1" name="Freeform 25"/>
            <p:cNvSpPr>
              <a:spLocks/>
            </p:cNvSpPr>
            <p:nvPr userDrawn="1"/>
          </p:nvSpPr>
          <p:spPr bwMode="auto">
            <a:xfrm>
              <a:off x="5082" y="503"/>
              <a:ext cx="28" cy="32"/>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2" name="Freeform 26"/>
            <p:cNvSpPr>
              <a:spLocks noEditPoints="1"/>
            </p:cNvSpPr>
            <p:nvPr userDrawn="1"/>
          </p:nvSpPr>
          <p:spPr bwMode="auto">
            <a:xfrm>
              <a:off x="5116" y="501"/>
              <a:ext cx="32" cy="34"/>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3" name="Freeform 27"/>
            <p:cNvSpPr>
              <a:spLocks/>
            </p:cNvSpPr>
            <p:nvPr userDrawn="1"/>
          </p:nvSpPr>
          <p:spPr bwMode="auto">
            <a:xfrm>
              <a:off x="5154" y="503"/>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4" name="Freeform 28"/>
            <p:cNvSpPr>
              <a:spLocks/>
            </p:cNvSpPr>
            <p:nvPr userDrawn="1"/>
          </p:nvSpPr>
          <p:spPr bwMode="auto">
            <a:xfrm>
              <a:off x="5182" y="503"/>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5" name="Freeform 29"/>
            <p:cNvSpPr>
              <a:spLocks/>
            </p:cNvSpPr>
            <p:nvPr userDrawn="1"/>
          </p:nvSpPr>
          <p:spPr bwMode="auto">
            <a:xfrm>
              <a:off x="5192" y="501"/>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6" name="Freeform 30"/>
            <p:cNvSpPr>
              <a:spLocks/>
            </p:cNvSpPr>
            <p:nvPr userDrawn="1"/>
          </p:nvSpPr>
          <p:spPr bwMode="auto">
            <a:xfrm>
              <a:off x="5244" y="503"/>
              <a:ext cx="26" cy="32"/>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7" name="Freeform 31"/>
            <p:cNvSpPr>
              <a:spLocks/>
            </p:cNvSpPr>
            <p:nvPr userDrawn="1"/>
          </p:nvSpPr>
          <p:spPr bwMode="auto">
            <a:xfrm>
              <a:off x="5280" y="503"/>
              <a:ext cx="26" cy="32"/>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8" name="Freeform 32"/>
            <p:cNvSpPr>
              <a:spLocks/>
            </p:cNvSpPr>
            <p:nvPr userDrawn="1"/>
          </p:nvSpPr>
          <p:spPr bwMode="auto">
            <a:xfrm>
              <a:off x="5314" y="503"/>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9" name="Freeform 33"/>
            <p:cNvSpPr>
              <a:spLocks/>
            </p:cNvSpPr>
            <p:nvPr userDrawn="1"/>
          </p:nvSpPr>
          <p:spPr bwMode="auto">
            <a:xfrm>
              <a:off x="5326" y="503"/>
              <a:ext cx="32" cy="32"/>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0" name="Freeform 34"/>
            <p:cNvSpPr>
              <a:spLocks/>
            </p:cNvSpPr>
            <p:nvPr userDrawn="1"/>
          </p:nvSpPr>
          <p:spPr bwMode="auto">
            <a:xfrm>
              <a:off x="5362" y="503"/>
              <a:ext cx="24" cy="32"/>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1" name="Freeform 35"/>
            <p:cNvSpPr>
              <a:spLocks noEditPoints="1"/>
            </p:cNvSpPr>
            <p:nvPr userDrawn="1"/>
          </p:nvSpPr>
          <p:spPr bwMode="auto">
            <a:xfrm>
              <a:off x="5394" y="503"/>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2" name="Freeform 36"/>
            <p:cNvSpPr>
              <a:spLocks/>
            </p:cNvSpPr>
            <p:nvPr userDrawn="1"/>
          </p:nvSpPr>
          <p:spPr bwMode="auto">
            <a:xfrm>
              <a:off x="5424" y="501"/>
              <a:ext cx="28" cy="34"/>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3" name="Freeform 37"/>
            <p:cNvSpPr>
              <a:spLocks/>
            </p:cNvSpPr>
            <p:nvPr userDrawn="1"/>
          </p:nvSpPr>
          <p:spPr bwMode="auto">
            <a:xfrm>
              <a:off x="5458" y="503"/>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4" name="Freeform 38"/>
            <p:cNvSpPr>
              <a:spLocks/>
            </p:cNvSpPr>
            <p:nvPr userDrawn="1"/>
          </p:nvSpPr>
          <p:spPr bwMode="auto">
            <a:xfrm>
              <a:off x="5470" y="503"/>
              <a:ext cx="53" cy="32"/>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5" name="Freeform 39"/>
            <p:cNvSpPr>
              <a:spLocks/>
            </p:cNvSpPr>
            <p:nvPr userDrawn="1"/>
          </p:nvSpPr>
          <p:spPr bwMode="auto">
            <a:xfrm>
              <a:off x="5340" y="234"/>
              <a:ext cx="183" cy="229"/>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6" name="Freeform 40"/>
            <p:cNvSpPr>
              <a:spLocks/>
            </p:cNvSpPr>
            <p:nvPr userDrawn="1"/>
          </p:nvSpPr>
          <p:spPr bwMode="auto">
            <a:xfrm>
              <a:off x="5096" y="230"/>
              <a:ext cx="212" cy="233"/>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7" name="Freeform 41"/>
            <p:cNvSpPr>
              <a:spLocks noEditPoints="1"/>
            </p:cNvSpPr>
            <p:nvPr userDrawn="1"/>
          </p:nvSpPr>
          <p:spPr bwMode="auto">
            <a:xfrm>
              <a:off x="4885" y="234"/>
              <a:ext cx="207" cy="225"/>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
        <p:nvSpPr>
          <p:cNvPr id="2" name="Title 1"/>
          <p:cNvSpPr>
            <a:spLocks noGrp="1"/>
          </p:cNvSpPr>
          <p:nvPr>
            <p:ph type="ctrTitle" hasCustomPrompt="1"/>
          </p:nvPr>
        </p:nvSpPr>
        <p:spPr>
          <a:xfrm>
            <a:off x="5003513" y="1366463"/>
            <a:ext cx="3770617" cy="1137024"/>
          </a:xfrm>
        </p:spPr>
        <p:txBody>
          <a:bodyPr anchor="b">
            <a:normAutofit/>
          </a:bodyPr>
          <a:lstStyle>
            <a:lvl1pPr algn="l">
              <a:defRPr sz="3860" b="1">
                <a:solidFill>
                  <a:schemeClr val="bg1"/>
                </a:solidFill>
                <a:latin typeface="Arial" panose="020B0604020202020204" pitchFamily="34" charset="0"/>
                <a:cs typeface="Arial" panose="020B0604020202020204" pitchFamily="34" charset="0"/>
              </a:defRPr>
            </a:lvl1pPr>
          </a:lstStyle>
          <a:p>
            <a:r>
              <a:rPr lang="en-US" dirty="0"/>
              <a:t>Heading</a:t>
            </a:r>
          </a:p>
        </p:txBody>
      </p:sp>
      <p:sp>
        <p:nvSpPr>
          <p:cNvPr id="3" name="Subtitle 2"/>
          <p:cNvSpPr>
            <a:spLocks noGrp="1"/>
          </p:cNvSpPr>
          <p:nvPr>
            <p:ph type="subTitle" idx="1" hasCustomPrompt="1"/>
          </p:nvPr>
        </p:nvSpPr>
        <p:spPr>
          <a:xfrm>
            <a:off x="5003513" y="2503487"/>
            <a:ext cx="3770617" cy="599309"/>
          </a:xfrm>
        </p:spPr>
        <p:txBody>
          <a:bodyPr anchor="b">
            <a:noAutofit/>
          </a:bodyPr>
          <a:lstStyle>
            <a:lvl1pPr marL="0" indent="0" algn="l">
              <a:buNone/>
              <a:defRPr sz="1863">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Subheading</a:t>
            </a:r>
          </a:p>
        </p:txBody>
      </p:sp>
      <p:sp>
        <p:nvSpPr>
          <p:cNvPr id="8" name="Text Placeholder 7"/>
          <p:cNvSpPr>
            <a:spLocks noGrp="1"/>
          </p:cNvSpPr>
          <p:nvPr>
            <p:ph type="body" sz="quarter" idx="10" hasCustomPrompt="1"/>
          </p:nvPr>
        </p:nvSpPr>
        <p:spPr>
          <a:xfrm>
            <a:off x="5003800" y="3944938"/>
            <a:ext cx="3770313" cy="294882"/>
          </a:xfrm>
        </p:spPr>
        <p:txBody>
          <a:bodyPr>
            <a:normAutofit/>
          </a:bodyPr>
          <a:lstStyle>
            <a:lvl1pPr marL="0" indent="0">
              <a:buNone/>
              <a:defRPr sz="1597" b="1" baseline="0">
                <a:solidFill>
                  <a:schemeClr val="bg1"/>
                </a:solidFill>
                <a:latin typeface="Arial" panose="020B0604020202020204" pitchFamily="34" charset="0"/>
                <a:cs typeface="Arial" panose="020B0604020202020204" pitchFamily="34" charset="0"/>
              </a:defRPr>
            </a:lvl1pPr>
          </a:lstStyle>
          <a:p>
            <a:pPr lvl="0"/>
            <a:r>
              <a:rPr lang="en-AU" dirty="0"/>
              <a:t>Presenter Name</a:t>
            </a:r>
          </a:p>
        </p:txBody>
      </p:sp>
      <p:sp>
        <p:nvSpPr>
          <p:cNvPr id="9" name="Text Placeholder 7"/>
          <p:cNvSpPr>
            <a:spLocks noGrp="1"/>
          </p:cNvSpPr>
          <p:nvPr>
            <p:ph type="body" sz="quarter" idx="11" hasCustomPrompt="1"/>
          </p:nvPr>
        </p:nvSpPr>
        <p:spPr>
          <a:xfrm>
            <a:off x="5003800" y="4239820"/>
            <a:ext cx="3770313" cy="328773"/>
          </a:xfrm>
        </p:spPr>
        <p:txBody>
          <a:bodyPr>
            <a:normAutofit/>
          </a:bodyPr>
          <a:lstStyle>
            <a:lvl1pPr marL="0" indent="0">
              <a:buNone/>
              <a:defRPr sz="1597" baseline="0">
                <a:solidFill>
                  <a:schemeClr val="bg1"/>
                </a:solidFill>
                <a:latin typeface="Arial" panose="020B0604020202020204" pitchFamily="34" charset="0"/>
                <a:cs typeface="Arial" panose="020B0604020202020204" pitchFamily="34" charset="0"/>
              </a:defRPr>
            </a:lvl1pPr>
          </a:lstStyle>
          <a:p>
            <a:pPr lvl="0"/>
            <a:r>
              <a:rPr lang="en-AU" dirty="0"/>
              <a:t>Date</a:t>
            </a:r>
          </a:p>
        </p:txBody>
      </p:sp>
      <p:sp>
        <p:nvSpPr>
          <p:cNvPr id="11" name="Picture Placeholder 10"/>
          <p:cNvSpPr>
            <a:spLocks noGrp="1"/>
          </p:cNvSpPr>
          <p:nvPr>
            <p:ph type="pic" sz="quarter" idx="12"/>
          </p:nvPr>
        </p:nvSpPr>
        <p:spPr>
          <a:xfrm>
            <a:off x="0" y="469901"/>
            <a:ext cx="4565649" cy="2952750"/>
          </a:xfrm>
        </p:spPr>
        <p:txBody>
          <a:bodyPr>
            <a:normAutofit/>
          </a:bodyPr>
          <a:lstStyle>
            <a:lvl1pPr marL="0" indent="0">
              <a:buNone/>
              <a:defRPr sz="1200">
                <a:solidFill>
                  <a:schemeClr val="bg1"/>
                </a:solidFill>
                <a:latin typeface="Arial" panose="020B0604020202020204" pitchFamily="34" charset="0"/>
                <a:cs typeface="Arial" panose="020B0604020202020204" pitchFamily="34" charset="0"/>
              </a:defRPr>
            </a:lvl1pPr>
          </a:lstStyle>
          <a:p>
            <a:r>
              <a:rPr lang="en-US"/>
              <a:t>Drag picture to placeholder or click icon to add</a:t>
            </a:r>
            <a:endParaRPr lang="en-AU" dirty="0"/>
          </a:p>
        </p:txBody>
      </p:sp>
      <p:sp>
        <p:nvSpPr>
          <p:cNvPr id="13" name="Picture Placeholder 10"/>
          <p:cNvSpPr>
            <a:spLocks noGrp="1"/>
          </p:cNvSpPr>
          <p:nvPr>
            <p:ph type="pic" sz="quarter" idx="13"/>
          </p:nvPr>
        </p:nvSpPr>
        <p:spPr>
          <a:xfrm>
            <a:off x="0" y="3422650"/>
            <a:ext cx="4565649" cy="3435349"/>
          </a:xfrm>
        </p:spPr>
        <p:txBody>
          <a:bodyPr>
            <a:normAutofit/>
          </a:bodyPr>
          <a:lstStyle>
            <a:lvl1pPr marL="0" indent="0">
              <a:buNone/>
              <a:defRPr sz="1200">
                <a:solidFill>
                  <a:schemeClr val="bg1"/>
                </a:solidFill>
                <a:latin typeface="Arial" panose="020B0604020202020204" pitchFamily="34" charset="0"/>
                <a:cs typeface="Arial" panose="020B0604020202020204" pitchFamily="34" charset="0"/>
              </a:defRPr>
            </a:lvl1pPr>
          </a:lstStyle>
          <a:p>
            <a:r>
              <a:rPr lang="en-US"/>
              <a:t>Drag picture to placeholder or click icon to add</a:t>
            </a:r>
            <a:endParaRPr lang="en-AU" dirty="0"/>
          </a:p>
        </p:txBody>
      </p:sp>
    </p:spTree>
    <p:extLst>
      <p:ext uri="{BB962C8B-B14F-4D97-AF65-F5344CB8AC3E}">
        <p14:creationId xmlns:p14="http://schemas.microsoft.com/office/powerpoint/2010/main" val="3777774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co-branded">
    <p:spTree>
      <p:nvGrpSpPr>
        <p:cNvPr id="1" name=""/>
        <p:cNvGrpSpPr/>
        <p:nvPr/>
      </p:nvGrpSpPr>
      <p:grpSpPr>
        <a:xfrm>
          <a:off x="0" y="0"/>
          <a:ext cx="0" cy="0"/>
          <a:chOff x="0" y="0"/>
          <a:chExt cx="0" cy="0"/>
        </a:xfrm>
      </p:grpSpPr>
      <p:sp>
        <p:nvSpPr>
          <p:cNvPr id="42" name="Rectangle 41"/>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 name="Picture 3"/>
          <p:cNvPicPr>
            <a:picLocks noChangeAspect="1"/>
          </p:cNvPicPr>
          <p:nvPr userDrawn="1"/>
        </p:nvPicPr>
        <p:blipFill>
          <a:blip r:embed="rId2"/>
          <a:stretch>
            <a:fillRect/>
          </a:stretch>
        </p:blipFill>
        <p:spPr>
          <a:xfrm>
            <a:off x="0" y="0"/>
            <a:ext cx="9144000" cy="6858000"/>
          </a:xfrm>
          <a:prstGeom prst="rect">
            <a:avLst/>
          </a:prstGeom>
        </p:spPr>
      </p:pic>
      <p:sp>
        <p:nvSpPr>
          <p:cNvPr id="2" name="Title 1"/>
          <p:cNvSpPr>
            <a:spLocks noGrp="1"/>
          </p:cNvSpPr>
          <p:nvPr userDrawn="1">
            <p:ph type="title" hasCustomPrompt="1"/>
          </p:nvPr>
        </p:nvSpPr>
        <p:spPr>
          <a:xfrm>
            <a:off x="873125" y="2658154"/>
            <a:ext cx="3867150" cy="580346"/>
          </a:xfrm>
        </p:spPr>
        <p:txBody>
          <a:bodyPr anchor="b">
            <a:noAutofit/>
          </a:bodyPr>
          <a:lstStyle>
            <a:lvl1pPr>
              <a:defRPr sz="386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7" name="Subtitle 2"/>
          <p:cNvSpPr>
            <a:spLocks noGrp="1"/>
          </p:cNvSpPr>
          <p:nvPr userDrawn="1">
            <p:ph type="subTitle" idx="1" hasCustomPrompt="1"/>
          </p:nvPr>
        </p:nvSpPr>
        <p:spPr>
          <a:xfrm>
            <a:off x="873125" y="3652838"/>
            <a:ext cx="3867150" cy="447675"/>
          </a:xfrm>
        </p:spPr>
        <p:txBody>
          <a:bodyPr anchor="b">
            <a:noAutofit/>
          </a:bodyPr>
          <a:lstStyle>
            <a:lvl1pPr marL="0" indent="0" algn="l">
              <a:buNone/>
              <a:defRPr sz="1863">
                <a:solidFill>
                  <a:srgbClr val="3D3935"/>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Subheading</a:t>
            </a:r>
          </a:p>
        </p:txBody>
      </p:sp>
      <p:sp>
        <p:nvSpPr>
          <p:cNvPr id="8" name="Text Placeholder 7"/>
          <p:cNvSpPr>
            <a:spLocks noGrp="1"/>
          </p:cNvSpPr>
          <p:nvPr userDrawn="1">
            <p:ph type="body" sz="quarter" idx="10" hasCustomPrompt="1"/>
          </p:nvPr>
        </p:nvSpPr>
        <p:spPr>
          <a:xfrm>
            <a:off x="873125" y="5316538"/>
            <a:ext cx="3770313" cy="294882"/>
          </a:xfrm>
        </p:spPr>
        <p:txBody>
          <a:bodyPr>
            <a:normAutofit/>
          </a:bodyPr>
          <a:lstStyle>
            <a:lvl1pPr marL="0" indent="0">
              <a:buNone/>
              <a:defRPr sz="1597" b="1" baseline="0">
                <a:solidFill>
                  <a:srgbClr val="3D3935"/>
                </a:solidFill>
                <a:latin typeface="Arial" panose="020B0604020202020204" pitchFamily="34" charset="0"/>
                <a:cs typeface="Arial" panose="020B0604020202020204" pitchFamily="34" charset="0"/>
              </a:defRPr>
            </a:lvl1pPr>
          </a:lstStyle>
          <a:p>
            <a:pPr lvl="0"/>
            <a:r>
              <a:rPr lang="en-AU" dirty="0"/>
              <a:t>Presenter Name</a:t>
            </a:r>
          </a:p>
        </p:txBody>
      </p:sp>
      <p:sp>
        <p:nvSpPr>
          <p:cNvPr id="9" name="Text Placeholder 7"/>
          <p:cNvSpPr>
            <a:spLocks noGrp="1"/>
          </p:cNvSpPr>
          <p:nvPr userDrawn="1">
            <p:ph type="body" sz="quarter" idx="11" hasCustomPrompt="1"/>
          </p:nvPr>
        </p:nvSpPr>
        <p:spPr>
          <a:xfrm>
            <a:off x="873125" y="5611420"/>
            <a:ext cx="3770313" cy="328773"/>
          </a:xfrm>
        </p:spPr>
        <p:txBody>
          <a:bodyPr>
            <a:normAutofit/>
          </a:bodyPr>
          <a:lstStyle>
            <a:lvl1pPr marL="0" indent="0">
              <a:buNone/>
              <a:defRPr sz="1597" baseline="0">
                <a:solidFill>
                  <a:srgbClr val="3D3935"/>
                </a:solidFill>
                <a:latin typeface="Arial" panose="020B0604020202020204" pitchFamily="34" charset="0"/>
                <a:cs typeface="Arial" panose="020B0604020202020204" pitchFamily="34" charset="0"/>
              </a:defRPr>
            </a:lvl1pPr>
          </a:lstStyle>
          <a:p>
            <a:pPr lvl="0"/>
            <a:r>
              <a:rPr lang="en-AU" dirty="0"/>
              <a:t>Date</a:t>
            </a:r>
          </a:p>
        </p:txBody>
      </p:sp>
      <p:sp>
        <p:nvSpPr>
          <p:cNvPr id="44" name="Picture Placeholder 85"/>
          <p:cNvSpPr>
            <a:spLocks noGrp="1"/>
          </p:cNvSpPr>
          <p:nvPr userDrawn="1">
            <p:ph type="pic" sz="quarter" idx="13" hasCustomPrompt="1"/>
          </p:nvPr>
        </p:nvSpPr>
        <p:spPr>
          <a:xfrm>
            <a:off x="6639194" y="2653276"/>
            <a:ext cx="1766125" cy="502731"/>
          </a:xfrm>
        </p:spPr>
        <p:txBody>
          <a:bodyPr/>
          <a:lstStyle>
            <a:lvl1pPr marL="0" indent="0">
              <a:buNone/>
              <a:defRPr sz="1200">
                <a:solidFill>
                  <a:srgbClr val="3D3935"/>
                </a:solidFill>
                <a:latin typeface="Arial" panose="020B0604020202020204" pitchFamily="34" charset="0"/>
                <a:cs typeface="Arial" panose="020B0604020202020204" pitchFamily="34" charset="0"/>
              </a:defRPr>
            </a:lvl1pPr>
          </a:lstStyle>
          <a:p>
            <a:r>
              <a:rPr lang="en-US" dirty="0"/>
              <a:t>Drag co-branded logo to placeholder or click icon to add</a:t>
            </a:r>
            <a:endParaRPr lang="en-AU" dirty="0"/>
          </a:p>
        </p:txBody>
      </p:sp>
      <p:grpSp>
        <p:nvGrpSpPr>
          <p:cNvPr id="45" name="Group 44"/>
          <p:cNvGrpSpPr/>
          <p:nvPr userDrawn="1"/>
        </p:nvGrpSpPr>
        <p:grpSpPr>
          <a:xfrm>
            <a:off x="7401258" y="6092825"/>
            <a:ext cx="1374019" cy="484188"/>
            <a:chOff x="7401258" y="365125"/>
            <a:chExt cx="1374019" cy="484188"/>
          </a:xfrm>
        </p:grpSpPr>
        <p:sp>
          <p:nvSpPr>
            <p:cNvPr id="46" name="Freeform 7"/>
            <p:cNvSpPr>
              <a:spLocks/>
            </p:cNvSpPr>
            <p:nvPr userDrawn="1"/>
          </p:nvSpPr>
          <p:spPr bwMode="auto">
            <a:xfrm>
              <a:off x="7401258" y="371475"/>
              <a:ext cx="289435" cy="369888"/>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7" name="Freeform 8"/>
            <p:cNvSpPr>
              <a:spLocks/>
            </p:cNvSpPr>
            <p:nvPr userDrawn="1"/>
          </p:nvSpPr>
          <p:spPr bwMode="auto">
            <a:xfrm>
              <a:off x="7455328" y="415925"/>
              <a:ext cx="181294" cy="236538"/>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8" name="Freeform 9"/>
            <p:cNvSpPr>
              <a:spLocks/>
            </p:cNvSpPr>
            <p:nvPr userDrawn="1"/>
          </p:nvSpPr>
          <p:spPr bwMode="auto">
            <a:xfrm>
              <a:off x="7480773" y="466725"/>
              <a:ext cx="130405" cy="15398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9" name="Freeform 10"/>
            <p:cNvSpPr>
              <a:spLocks noEditPoints="1"/>
            </p:cNvSpPr>
            <p:nvPr userDrawn="1"/>
          </p:nvSpPr>
          <p:spPr bwMode="auto">
            <a:xfrm>
              <a:off x="7401258" y="798513"/>
              <a:ext cx="54070"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0" name="Freeform 11"/>
            <p:cNvSpPr>
              <a:spLocks/>
            </p:cNvSpPr>
            <p:nvPr userDrawn="1"/>
          </p:nvSpPr>
          <p:spPr bwMode="auto">
            <a:xfrm>
              <a:off x="7458509" y="798513"/>
              <a:ext cx="44528"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1" name="Freeform 12"/>
            <p:cNvSpPr>
              <a:spLocks/>
            </p:cNvSpPr>
            <p:nvPr userDrawn="1"/>
          </p:nvSpPr>
          <p:spPr bwMode="auto">
            <a:xfrm>
              <a:off x="7512579" y="795338"/>
              <a:ext cx="41348"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2" name="Freeform 13"/>
            <p:cNvSpPr>
              <a:spLocks/>
            </p:cNvSpPr>
            <p:nvPr userDrawn="1"/>
          </p:nvSpPr>
          <p:spPr bwMode="auto">
            <a:xfrm>
              <a:off x="7560288" y="798513"/>
              <a:ext cx="41348"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3" name="Freeform 14"/>
            <p:cNvSpPr>
              <a:spLocks noEditPoints="1"/>
            </p:cNvSpPr>
            <p:nvPr userDrawn="1"/>
          </p:nvSpPr>
          <p:spPr bwMode="auto">
            <a:xfrm>
              <a:off x="7611177"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4" name="Freeform 15"/>
            <p:cNvSpPr>
              <a:spLocks noEditPoints="1"/>
            </p:cNvSpPr>
            <p:nvPr userDrawn="1"/>
          </p:nvSpPr>
          <p:spPr bwMode="auto">
            <a:xfrm>
              <a:off x="7658886" y="798513"/>
              <a:ext cx="54070"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2" name="Freeform 16"/>
            <p:cNvSpPr>
              <a:spLocks/>
            </p:cNvSpPr>
            <p:nvPr userDrawn="1"/>
          </p:nvSpPr>
          <p:spPr bwMode="auto">
            <a:xfrm>
              <a:off x="7719318"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3" name="Freeform 17"/>
            <p:cNvSpPr>
              <a:spLocks/>
            </p:cNvSpPr>
            <p:nvPr userDrawn="1"/>
          </p:nvSpPr>
          <p:spPr bwMode="auto">
            <a:xfrm>
              <a:off x="7763846"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4" name="Freeform 18"/>
            <p:cNvSpPr>
              <a:spLocks noEditPoints="1"/>
            </p:cNvSpPr>
            <p:nvPr userDrawn="1"/>
          </p:nvSpPr>
          <p:spPr bwMode="auto">
            <a:xfrm>
              <a:off x="7779749" y="798513"/>
              <a:ext cx="52480" cy="50800"/>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5" name="Freeform 19"/>
            <p:cNvSpPr>
              <a:spLocks/>
            </p:cNvSpPr>
            <p:nvPr userDrawn="1"/>
          </p:nvSpPr>
          <p:spPr bwMode="auto">
            <a:xfrm>
              <a:off x="7841771" y="798513"/>
              <a:ext cx="41348"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6" name="Freeform 20"/>
            <p:cNvSpPr>
              <a:spLocks/>
            </p:cNvSpPr>
            <p:nvPr userDrawn="1"/>
          </p:nvSpPr>
          <p:spPr bwMode="auto">
            <a:xfrm>
              <a:off x="7921286"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7" name="Freeform 21"/>
            <p:cNvSpPr>
              <a:spLocks noEditPoints="1"/>
            </p:cNvSpPr>
            <p:nvPr userDrawn="1"/>
          </p:nvSpPr>
          <p:spPr bwMode="auto">
            <a:xfrm>
              <a:off x="7972176" y="798513"/>
              <a:ext cx="54070"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8" name="Freeform 22"/>
            <p:cNvSpPr>
              <a:spLocks/>
            </p:cNvSpPr>
            <p:nvPr userDrawn="1"/>
          </p:nvSpPr>
          <p:spPr bwMode="auto">
            <a:xfrm>
              <a:off x="8023065" y="798513"/>
              <a:ext cx="44528"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9" name="Freeform 23"/>
            <p:cNvSpPr>
              <a:spLocks/>
            </p:cNvSpPr>
            <p:nvPr userDrawn="1"/>
          </p:nvSpPr>
          <p:spPr bwMode="auto">
            <a:xfrm>
              <a:off x="8073955" y="798513"/>
              <a:ext cx="44528"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0" name="Freeform 24"/>
            <p:cNvSpPr>
              <a:spLocks noEditPoints="1"/>
            </p:cNvSpPr>
            <p:nvPr userDrawn="1"/>
          </p:nvSpPr>
          <p:spPr bwMode="auto">
            <a:xfrm>
              <a:off x="8128025" y="795338"/>
              <a:ext cx="5089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1" name="Freeform 25"/>
            <p:cNvSpPr>
              <a:spLocks/>
            </p:cNvSpPr>
            <p:nvPr userDrawn="1"/>
          </p:nvSpPr>
          <p:spPr bwMode="auto">
            <a:xfrm>
              <a:off x="8188456"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2" name="Freeform 26"/>
            <p:cNvSpPr>
              <a:spLocks/>
            </p:cNvSpPr>
            <p:nvPr userDrawn="1"/>
          </p:nvSpPr>
          <p:spPr bwMode="auto">
            <a:xfrm>
              <a:off x="8232985"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3" name="Freeform 27"/>
            <p:cNvSpPr>
              <a:spLocks/>
            </p:cNvSpPr>
            <p:nvPr userDrawn="1"/>
          </p:nvSpPr>
          <p:spPr bwMode="auto">
            <a:xfrm>
              <a:off x="8248888"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4" name="Freeform 28"/>
            <p:cNvSpPr>
              <a:spLocks/>
            </p:cNvSpPr>
            <p:nvPr userDrawn="1"/>
          </p:nvSpPr>
          <p:spPr bwMode="auto">
            <a:xfrm>
              <a:off x="8331584" y="798513"/>
              <a:ext cx="41348"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5" name="Freeform 29"/>
            <p:cNvSpPr>
              <a:spLocks/>
            </p:cNvSpPr>
            <p:nvPr userDrawn="1"/>
          </p:nvSpPr>
          <p:spPr bwMode="auto">
            <a:xfrm>
              <a:off x="8388834" y="798513"/>
              <a:ext cx="41348"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6" name="Freeform 30"/>
            <p:cNvSpPr>
              <a:spLocks/>
            </p:cNvSpPr>
            <p:nvPr userDrawn="1"/>
          </p:nvSpPr>
          <p:spPr bwMode="auto">
            <a:xfrm>
              <a:off x="8442905"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7" name="Freeform 31"/>
            <p:cNvSpPr>
              <a:spLocks/>
            </p:cNvSpPr>
            <p:nvPr userDrawn="1"/>
          </p:nvSpPr>
          <p:spPr bwMode="auto">
            <a:xfrm>
              <a:off x="8461988" y="798513"/>
              <a:ext cx="5089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8" name="Freeform 32"/>
            <p:cNvSpPr>
              <a:spLocks/>
            </p:cNvSpPr>
            <p:nvPr userDrawn="1"/>
          </p:nvSpPr>
          <p:spPr bwMode="auto">
            <a:xfrm>
              <a:off x="8519239" y="798513"/>
              <a:ext cx="38167"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9" name="Freeform 33"/>
            <p:cNvSpPr>
              <a:spLocks noEditPoints="1"/>
            </p:cNvSpPr>
            <p:nvPr userDrawn="1"/>
          </p:nvSpPr>
          <p:spPr bwMode="auto">
            <a:xfrm>
              <a:off x="8570129"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0" name="Freeform 34"/>
            <p:cNvSpPr>
              <a:spLocks/>
            </p:cNvSpPr>
            <p:nvPr userDrawn="1"/>
          </p:nvSpPr>
          <p:spPr bwMode="auto">
            <a:xfrm>
              <a:off x="8617838" y="795338"/>
              <a:ext cx="44528"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1" name="Freeform 35"/>
            <p:cNvSpPr>
              <a:spLocks/>
            </p:cNvSpPr>
            <p:nvPr userDrawn="1"/>
          </p:nvSpPr>
          <p:spPr bwMode="auto">
            <a:xfrm>
              <a:off x="8671908"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2" name="Freeform 36"/>
            <p:cNvSpPr>
              <a:spLocks/>
            </p:cNvSpPr>
            <p:nvPr userDrawn="1"/>
          </p:nvSpPr>
          <p:spPr bwMode="auto">
            <a:xfrm>
              <a:off x="8690991" y="798513"/>
              <a:ext cx="84286" cy="50800"/>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3" name="Freeform 37"/>
            <p:cNvSpPr>
              <a:spLocks/>
            </p:cNvSpPr>
            <p:nvPr userDrawn="1"/>
          </p:nvSpPr>
          <p:spPr bwMode="auto">
            <a:xfrm>
              <a:off x="8484252" y="371475"/>
              <a:ext cx="291025" cy="363538"/>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4" name="Freeform 38"/>
            <p:cNvSpPr>
              <a:spLocks/>
            </p:cNvSpPr>
            <p:nvPr userDrawn="1"/>
          </p:nvSpPr>
          <p:spPr bwMode="auto">
            <a:xfrm>
              <a:off x="8096219" y="365125"/>
              <a:ext cx="337144" cy="369888"/>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5" name="Freeform 39"/>
            <p:cNvSpPr>
              <a:spLocks noEditPoints="1"/>
            </p:cNvSpPr>
            <p:nvPr userDrawn="1"/>
          </p:nvSpPr>
          <p:spPr bwMode="auto">
            <a:xfrm>
              <a:off x="7760666" y="371475"/>
              <a:ext cx="329192" cy="357188"/>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178878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44" name="Rectangle 43"/>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5" name="AutoShape 3"/>
          <p:cNvSpPr>
            <a:spLocks noChangeAspect="1" noChangeArrowheads="1" noTextEdit="1"/>
          </p:cNvSpPr>
          <p:nvPr userDrawn="1"/>
        </p:nvSpPr>
        <p:spPr bwMode="auto">
          <a:xfrm>
            <a:off x="0" y="0"/>
            <a:ext cx="9144227"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6" name="Freeform 5"/>
          <p:cNvSpPr>
            <a:spLocks/>
          </p:cNvSpPr>
          <p:nvPr userDrawn="1"/>
        </p:nvSpPr>
        <p:spPr bwMode="auto">
          <a:xfrm>
            <a:off x="0" y="457200"/>
            <a:ext cx="4572114" cy="6388100"/>
          </a:xfrm>
          <a:custGeom>
            <a:avLst/>
            <a:gdLst>
              <a:gd name="T0" fmla="*/ 2875 w 2875"/>
              <a:gd name="T1" fmla="*/ 0 h 4024"/>
              <a:gd name="T2" fmla="*/ 2875 w 2875"/>
              <a:gd name="T3" fmla="*/ 4024 h 4024"/>
              <a:gd name="T4" fmla="*/ 0 w 2875"/>
              <a:gd name="T5" fmla="*/ 4024 h 4024"/>
              <a:gd name="T6" fmla="*/ 0 w 2875"/>
              <a:gd name="T7" fmla="*/ 0 h 4024"/>
              <a:gd name="T8" fmla="*/ 2875 w 2875"/>
              <a:gd name="T9" fmla="*/ 0 h 4024"/>
              <a:gd name="T10" fmla="*/ 2875 w 2875"/>
              <a:gd name="T11" fmla="*/ 0 h 4024"/>
            </a:gdLst>
            <a:ahLst/>
            <a:cxnLst>
              <a:cxn ang="0">
                <a:pos x="T0" y="T1"/>
              </a:cxn>
              <a:cxn ang="0">
                <a:pos x="T2" y="T3"/>
              </a:cxn>
              <a:cxn ang="0">
                <a:pos x="T4" y="T5"/>
              </a:cxn>
              <a:cxn ang="0">
                <a:pos x="T6" y="T7"/>
              </a:cxn>
              <a:cxn ang="0">
                <a:pos x="T8" y="T9"/>
              </a:cxn>
              <a:cxn ang="0">
                <a:pos x="T10" y="T11"/>
              </a:cxn>
            </a:cxnLst>
            <a:rect l="0" t="0" r="r" b="b"/>
            <a:pathLst>
              <a:path w="2875" h="4024">
                <a:moveTo>
                  <a:pt x="2875" y="0"/>
                </a:moveTo>
                <a:lnTo>
                  <a:pt x="2875" y="4024"/>
                </a:lnTo>
                <a:lnTo>
                  <a:pt x="0" y="4024"/>
                </a:lnTo>
                <a:lnTo>
                  <a:pt x="0" y="0"/>
                </a:lnTo>
                <a:lnTo>
                  <a:pt x="2875" y="0"/>
                </a:lnTo>
                <a:lnTo>
                  <a:pt x="2875" y="0"/>
                </a:lnTo>
                <a:close/>
              </a:path>
            </a:pathLst>
          </a:custGeom>
          <a:solidFill>
            <a:srgbClr val="8C857B"/>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7" name="Freeform 6"/>
          <p:cNvSpPr>
            <a:spLocks/>
          </p:cNvSpPr>
          <p:nvPr userDrawn="1"/>
        </p:nvSpPr>
        <p:spPr bwMode="auto">
          <a:xfrm>
            <a:off x="4572114" y="-3175"/>
            <a:ext cx="4572114" cy="6858000"/>
          </a:xfrm>
          <a:custGeom>
            <a:avLst/>
            <a:gdLst>
              <a:gd name="T0" fmla="*/ 2875 w 2875"/>
              <a:gd name="T1" fmla="*/ 0 h 4320"/>
              <a:gd name="T2" fmla="*/ 2875 w 2875"/>
              <a:gd name="T3" fmla="*/ 4030 h 4320"/>
              <a:gd name="T4" fmla="*/ 290 w 2875"/>
              <a:gd name="T5" fmla="*/ 4030 h 4320"/>
              <a:gd name="T6" fmla="*/ 0 w 2875"/>
              <a:gd name="T7" fmla="*/ 4320 h 4320"/>
              <a:gd name="T8" fmla="*/ 0 w 2875"/>
              <a:gd name="T9" fmla="*/ 290 h 4320"/>
              <a:gd name="T10" fmla="*/ 290 w 2875"/>
              <a:gd name="T11" fmla="*/ 0 h 4320"/>
              <a:gd name="T12" fmla="*/ 2875 w 2875"/>
              <a:gd name="T13" fmla="*/ 0 h 4320"/>
              <a:gd name="T14" fmla="*/ 2875 w 2875"/>
              <a:gd name="T15" fmla="*/ 0 h 43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75" h="4320">
                <a:moveTo>
                  <a:pt x="2875" y="0"/>
                </a:moveTo>
                <a:lnTo>
                  <a:pt x="2875" y="4030"/>
                </a:lnTo>
                <a:lnTo>
                  <a:pt x="290" y="4030"/>
                </a:lnTo>
                <a:lnTo>
                  <a:pt x="0" y="4320"/>
                </a:lnTo>
                <a:lnTo>
                  <a:pt x="0" y="290"/>
                </a:lnTo>
                <a:lnTo>
                  <a:pt x="290" y="0"/>
                </a:lnTo>
                <a:lnTo>
                  <a:pt x="2875" y="0"/>
                </a:lnTo>
                <a:lnTo>
                  <a:pt x="2875"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nvGrpSpPr>
          <p:cNvPr id="2" name="Group 1"/>
          <p:cNvGrpSpPr/>
          <p:nvPr userDrawn="1"/>
        </p:nvGrpSpPr>
        <p:grpSpPr>
          <a:xfrm>
            <a:off x="7401258" y="365125"/>
            <a:ext cx="1374019" cy="484188"/>
            <a:chOff x="7401258" y="365125"/>
            <a:chExt cx="1374019" cy="484188"/>
          </a:xfrm>
        </p:grpSpPr>
        <p:sp>
          <p:nvSpPr>
            <p:cNvPr id="48" name="Freeform 7"/>
            <p:cNvSpPr>
              <a:spLocks/>
            </p:cNvSpPr>
            <p:nvPr userDrawn="1"/>
          </p:nvSpPr>
          <p:spPr bwMode="auto">
            <a:xfrm>
              <a:off x="7401258" y="371475"/>
              <a:ext cx="289435" cy="369888"/>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9" name="Freeform 8"/>
            <p:cNvSpPr>
              <a:spLocks/>
            </p:cNvSpPr>
            <p:nvPr userDrawn="1"/>
          </p:nvSpPr>
          <p:spPr bwMode="auto">
            <a:xfrm>
              <a:off x="7455328" y="415925"/>
              <a:ext cx="181294" cy="236538"/>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0" name="Freeform 9"/>
            <p:cNvSpPr>
              <a:spLocks/>
            </p:cNvSpPr>
            <p:nvPr userDrawn="1"/>
          </p:nvSpPr>
          <p:spPr bwMode="auto">
            <a:xfrm>
              <a:off x="7480773" y="466725"/>
              <a:ext cx="130405" cy="15398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1" name="Freeform 10"/>
            <p:cNvSpPr>
              <a:spLocks noEditPoints="1"/>
            </p:cNvSpPr>
            <p:nvPr userDrawn="1"/>
          </p:nvSpPr>
          <p:spPr bwMode="auto">
            <a:xfrm>
              <a:off x="7401258" y="798513"/>
              <a:ext cx="54070"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2" name="Freeform 11"/>
            <p:cNvSpPr>
              <a:spLocks/>
            </p:cNvSpPr>
            <p:nvPr userDrawn="1"/>
          </p:nvSpPr>
          <p:spPr bwMode="auto">
            <a:xfrm>
              <a:off x="7458509" y="798513"/>
              <a:ext cx="44528"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3" name="Freeform 12"/>
            <p:cNvSpPr>
              <a:spLocks/>
            </p:cNvSpPr>
            <p:nvPr userDrawn="1"/>
          </p:nvSpPr>
          <p:spPr bwMode="auto">
            <a:xfrm>
              <a:off x="7512579" y="795338"/>
              <a:ext cx="41348"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4" name="Freeform 13"/>
            <p:cNvSpPr>
              <a:spLocks/>
            </p:cNvSpPr>
            <p:nvPr userDrawn="1"/>
          </p:nvSpPr>
          <p:spPr bwMode="auto">
            <a:xfrm>
              <a:off x="7560288" y="798513"/>
              <a:ext cx="41348"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5" name="Freeform 14"/>
            <p:cNvSpPr>
              <a:spLocks noEditPoints="1"/>
            </p:cNvSpPr>
            <p:nvPr userDrawn="1"/>
          </p:nvSpPr>
          <p:spPr bwMode="auto">
            <a:xfrm>
              <a:off x="7611177"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6" name="Freeform 15"/>
            <p:cNvSpPr>
              <a:spLocks noEditPoints="1"/>
            </p:cNvSpPr>
            <p:nvPr userDrawn="1"/>
          </p:nvSpPr>
          <p:spPr bwMode="auto">
            <a:xfrm>
              <a:off x="7658886" y="798513"/>
              <a:ext cx="54070"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7" name="Freeform 16"/>
            <p:cNvSpPr>
              <a:spLocks/>
            </p:cNvSpPr>
            <p:nvPr userDrawn="1"/>
          </p:nvSpPr>
          <p:spPr bwMode="auto">
            <a:xfrm>
              <a:off x="7719318"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8" name="Freeform 17"/>
            <p:cNvSpPr>
              <a:spLocks/>
            </p:cNvSpPr>
            <p:nvPr userDrawn="1"/>
          </p:nvSpPr>
          <p:spPr bwMode="auto">
            <a:xfrm>
              <a:off x="7763846"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9" name="Freeform 18"/>
            <p:cNvSpPr>
              <a:spLocks noEditPoints="1"/>
            </p:cNvSpPr>
            <p:nvPr userDrawn="1"/>
          </p:nvSpPr>
          <p:spPr bwMode="auto">
            <a:xfrm>
              <a:off x="7779749" y="798513"/>
              <a:ext cx="52480" cy="50800"/>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0" name="Freeform 19"/>
            <p:cNvSpPr>
              <a:spLocks/>
            </p:cNvSpPr>
            <p:nvPr userDrawn="1"/>
          </p:nvSpPr>
          <p:spPr bwMode="auto">
            <a:xfrm>
              <a:off x="7841771" y="798513"/>
              <a:ext cx="41348"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1" name="Freeform 20"/>
            <p:cNvSpPr>
              <a:spLocks/>
            </p:cNvSpPr>
            <p:nvPr userDrawn="1"/>
          </p:nvSpPr>
          <p:spPr bwMode="auto">
            <a:xfrm>
              <a:off x="7921286"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2" name="Freeform 21"/>
            <p:cNvSpPr>
              <a:spLocks noEditPoints="1"/>
            </p:cNvSpPr>
            <p:nvPr userDrawn="1"/>
          </p:nvSpPr>
          <p:spPr bwMode="auto">
            <a:xfrm>
              <a:off x="7972176" y="798513"/>
              <a:ext cx="54070"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3" name="Freeform 22"/>
            <p:cNvSpPr>
              <a:spLocks/>
            </p:cNvSpPr>
            <p:nvPr userDrawn="1"/>
          </p:nvSpPr>
          <p:spPr bwMode="auto">
            <a:xfrm>
              <a:off x="8023065" y="798513"/>
              <a:ext cx="44528"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4" name="Freeform 23"/>
            <p:cNvSpPr>
              <a:spLocks/>
            </p:cNvSpPr>
            <p:nvPr userDrawn="1"/>
          </p:nvSpPr>
          <p:spPr bwMode="auto">
            <a:xfrm>
              <a:off x="8073955" y="798513"/>
              <a:ext cx="44528"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5" name="Freeform 24"/>
            <p:cNvSpPr>
              <a:spLocks noEditPoints="1"/>
            </p:cNvSpPr>
            <p:nvPr userDrawn="1"/>
          </p:nvSpPr>
          <p:spPr bwMode="auto">
            <a:xfrm>
              <a:off x="8128025" y="795338"/>
              <a:ext cx="5089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6" name="Freeform 25"/>
            <p:cNvSpPr>
              <a:spLocks/>
            </p:cNvSpPr>
            <p:nvPr userDrawn="1"/>
          </p:nvSpPr>
          <p:spPr bwMode="auto">
            <a:xfrm>
              <a:off x="8188456"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7" name="Freeform 26"/>
            <p:cNvSpPr>
              <a:spLocks/>
            </p:cNvSpPr>
            <p:nvPr userDrawn="1"/>
          </p:nvSpPr>
          <p:spPr bwMode="auto">
            <a:xfrm>
              <a:off x="8232985"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8" name="Freeform 27"/>
            <p:cNvSpPr>
              <a:spLocks/>
            </p:cNvSpPr>
            <p:nvPr userDrawn="1"/>
          </p:nvSpPr>
          <p:spPr bwMode="auto">
            <a:xfrm>
              <a:off x="8248888"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9" name="Freeform 28"/>
            <p:cNvSpPr>
              <a:spLocks/>
            </p:cNvSpPr>
            <p:nvPr userDrawn="1"/>
          </p:nvSpPr>
          <p:spPr bwMode="auto">
            <a:xfrm>
              <a:off x="8331584" y="798513"/>
              <a:ext cx="41348"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0" name="Freeform 29"/>
            <p:cNvSpPr>
              <a:spLocks/>
            </p:cNvSpPr>
            <p:nvPr userDrawn="1"/>
          </p:nvSpPr>
          <p:spPr bwMode="auto">
            <a:xfrm>
              <a:off x="8388834" y="798513"/>
              <a:ext cx="41348"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1" name="Freeform 30"/>
            <p:cNvSpPr>
              <a:spLocks/>
            </p:cNvSpPr>
            <p:nvPr userDrawn="1"/>
          </p:nvSpPr>
          <p:spPr bwMode="auto">
            <a:xfrm>
              <a:off x="8442905"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2" name="Freeform 31"/>
            <p:cNvSpPr>
              <a:spLocks/>
            </p:cNvSpPr>
            <p:nvPr userDrawn="1"/>
          </p:nvSpPr>
          <p:spPr bwMode="auto">
            <a:xfrm>
              <a:off x="8461988" y="798513"/>
              <a:ext cx="5089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3" name="Freeform 32"/>
            <p:cNvSpPr>
              <a:spLocks/>
            </p:cNvSpPr>
            <p:nvPr userDrawn="1"/>
          </p:nvSpPr>
          <p:spPr bwMode="auto">
            <a:xfrm>
              <a:off x="8519239" y="798513"/>
              <a:ext cx="38167"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4" name="Freeform 33"/>
            <p:cNvSpPr>
              <a:spLocks noEditPoints="1"/>
            </p:cNvSpPr>
            <p:nvPr userDrawn="1"/>
          </p:nvSpPr>
          <p:spPr bwMode="auto">
            <a:xfrm>
              <a:off x="8570129"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5" name="Freeform 34"/>
            <p:cNvSpPr>
              <a:spLocks/>
            </p:cNvSpPr>
            <p:nvPr userDrawn="1"/>
          </p:nvSpPr>
          <p:spPr bwMode="auto">
            <a:xfrm>
              <a:off x="8617838" y="795338"/>
              <a:ext cx="44528"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6" name="Freeform 35"/>
            <p:cNvSpPr>
              <a:spLocks/>
            </p:cNvSpPr>
            <p:nvPr userDrawn="1"/>
          </p:nvSpPr>
          <p:spPr bwMode="auto">
            <a:xfrm>
              <a:off x="8671908"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7" name="Freeform 36"/>
            <p:cNvSpPr>
              <a:spLocks/>
            </p:cNvSpPr>
            <p:nvPr userDrawn="1"/>
          </p:nvSpPr>
          <p:spPr bwMode="auto">
            <a:xfrm>
              <a:off x="8690991" y="798513"/>
              <a:ext cx="84286" cy="50800"/>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8" name="Freeform 37"/>
            <p:cNvSpPr>
              <a:spLocks/>
            </p:cNvSpPr>
            <p:nvPr userDrawn="1"/>
          </p:nvSpPr>
          <p:spPr bwMode="auto">
            <a:xfrm>
              <a:off x="8484252" y="371475"/>
              <a:ext cx="291025" cy="363538"/>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9" name="Freeform 38"/>
            <p:cNvSpPr>
              <a:spLocks/>
            </p:cNvSpPr>
            <p:nvPr userDrawn="1"/>
          </p:nvSpPr>
          <p:spPr bwMode="auto">
            <a:xfrm>
              <a:off x="8096219" y="365125"/>
              <a:ext cx="337144" cy="369888"/>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0" name="Freeform 39"/>
            <p:cNvSpPr>
              <a:spLocks noEditPoints="1"/>
            </p:cNvSpPr>
            <p:nvPr userDrawn="1"/>
          </p:nvSpPr>
          <p:spPr bwMode="auto">
            <a:xfrm>
              <a:off x="7760666" y="371475"/>
              <a:ext cx="329192" cy="357188"/>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
        <p:nvSpPr>
          <p:cNvPr id="81" name="Title 1"/>
          <p:cNvSpPr>
            <a:spLocks noGrp="1"/>
          </p:cNvSpPr>
          <p:nvPr userDrawn="1">
            <p:ph type="title" hasCustomPrompt="1"/>
          </p:nvPr>
        </p:nvSpPr>
        <p:spPr>
          <a:xfrm>
            <a:off x="5038725" y="2848654"/>
            <a:ext cx="3867150" cy="580346"/>
          </a:xfrm>
        </p:spPr>
        <p:txBody>
          <a:bodyPr anchor="b">
            <a:noAutofit/>
          </a:bodyPr>
          <a:lstStyle>
            <a:lvl1pPr>
              <a:defRPr sz="3860" b="1">
                <a:solidFill>
                  <a:schemeClr val="bg1"/>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82" name="Subtitle 2"/>
          <p:cNvSpPr>
            <a:spLocks noGrp="1"/>
          </p:cNvSpPr>
          <p:nvPr userDrawn="1">
            <p:ph type="subTitle" idx="1" hasCustomPrompt="1"/>
          </p:nvPr>
        </p:nvSpPr>
        <p:spPr>
          <a:xfrm>
            <a:off x="5038725" y="3652838"/>
            <a:ext cx="3867150" cy="447675"/>
          </a:xfrm>
        </p:spPr>
        <p:txBody>
          <a:bodyPr anchor="b">
            <a:noAutofit/>
          </a:bodyPr>
          <a:lstStyle>
            <a:lvl1pPr marL="0" indent="0" algn="l">
              <a:buNone/>
              <a:defRPr sz="1863">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Subheading</a:t>
            </a:r>
          </a:p>
        </p:txBody>
      </p:sp>
      <p:sp>
        <p:nvSpPr>
          <p:cNvPr id="83" name="Text Placeholder 7"/>
          <p:cNvSpPr>
            <a:spLocks noGrp="1"/>
          </p:cNvSpPr>
          <p:nvPr userDrawn="1">
            <p:ph type="body" sz="quarter" idx="10" hasCustomPrompt="1"/>
          </p:nvPr>
        </p:nvSpPr>
        <p:spPr>
          <a:xfrm>
            <a:off x="5038725" y="5316538"/>
            <a:ext cx="3770313" cy="294882"/>
          </a:xfrm>
        </p:spPr>
        <p:txBody>
          <a:bodyPr>
            <a:normAutofit/>
          </a:bodyPr>
          <a:lstStyle>
            <a:lvl1pPr marL="0" indent="0">
              <a:buNone/>
              <a:defRPr sz="1597" b="1" baseline="0">
                <a:solidFill>
                  <a:schemeClr val="bg1"/>
                </a:solidFill>
                <a:latin typeface="Arial" panose="020B0604020202020204" pitchFamily="34" charset="0"/>
                <a:cs typeface="Arial" panose="020B0604020202020204" pitchFamily="34" charset="0"/>
              </a:defRPr>
            </a:lvl1pPr>
          </a:lstStyle>
          <a:p>
            <a:pPr lvl="0"/>
            <a:r>
              <a:rPr lang="en-AU" dirty="0"/>
              <a:t>Presenter Name</a:t>
            </a:r>
          </a:p>
        </p:txBody>
      </p:sp>
      <p:sp>
        <p:nvSpPr>
          <p:cNvPr id="84" name="Text Placeholder 7"/>
          <p:cNvSpPr>
            <a:spLocks noGrp="1"/>
          </p:cNvSpPr>
          <p:nvPr userDrawn="1">
            <p:ph type="body" sz="quarter" idx="11" hasCustomPrompt="1"/>
          </p:nvPr>
        </p:nvSpPr>
        <p:spPr>
          <a:xfrm>
            <a:off x="5038725" y="5611420"/>
            <a:ext cx="3770313" cy="328773"/>
          </a:xfrm>
        </p:spPr>
        <p:txBody>
          <a:bodyPr>
            <a:normAutofit/>
          </a:bodyPr>
          <a:lstStyle>
            <a:lvl1pPr marL="0" indent="0">
              <a:buNone/>
              <a:defRPr sz="1597" baseline="0">
                <a:solidFill>
                  <a:schemeClr val="bg1"/>
                </a:solidFill>
                <a:latin typeface="Arial" panose="020B0604020202020204" pitchFamily="34" charset="0"/>
                <a:cs typeface="Arial" panose="020B0604020202020204" pitchFamily="34" charset="0"/>
              </a:defRPr>
            </a:lvl1pPr>
          </a:lstStyle>
          <a:p>
            <a:pPr lvl="0"/>
            <a:r>
              <a:rPr lang="en-AU" dirty="0"/>
              <a:t>Date</a:t>
            </a:r>
          </a:p>
        </p:txBody>
      </p:sp>
      <p:sp>
        <p:nvSpPr>
          <p:cNvPr id="86" name="Picture Placeholder 85"/>
          <p:cNvSpPr>
            <a:spLocks noGrp="1"/>
          </p:cNvSpPr>
          <p:nvPr userDrawn="1">
            <p:ph type="pic" sz="quarter" idx="12"/>
          </p:nvPr>
        </p:nvSpPr>
        <p:spPr>
          <a:xfrm>
            <a:off x="0" y="457200"/>
            <a:ext cx="4572000" cy="6388100"/>
          </a:xfrm>
        </p:spPr>
        <p:txBody>
          <a:bodyPr/>
          <a:lstStyle>
            <a:lvl1pPr marL="0" indent="0">
              <a:buNone/>
              <a:defRPr sz="1200">
                <a:solidFill>
                  <a:schemeClr val="bg1"/>
                </a:solidFill>
                <a:latin typeface="Arial" panose="020B0604020202020204" pitchFamily="34" charset="0"/>
                <a:cs typeface="Arial" panose="020B0604020202020204" pitchFamily="34" charset="0"/>
              </a:defRPr>
            </a:lvl1pPr>
          </a:lstStyle>
          <a:p>
            <a:r>
              <a:rPr lang="en-US"/>
              <a:t>Drag picture to placeholder or click icon to add</a:t>
            </a:r>
            <a:endParaRPr lang="en-AU" dirty="0"/>
          </a:p>
        </p:txBody>
      </p:sp>
    </p:spTree>
    <p:extLst>
      <p:ext uri="{BB962C8B-B14F-4D97-AF65-F5344CB8AC3E}">
        <p14:creationId xmlns:p14="http://schemas.microsoft.com/office/powerpoint/2010/main" val="1577701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2" name="Rectangle 41"/>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607327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16" name="Freeform 5"/>
          <p:cNvSpPr>
            <a:spLocks/>
          </p:cNvSpPr>
          <p:nvPr userDrawn="1"/>
        </p:nvSpPr>
        <p:spPr bwMode="auto">
          <a:xfrm>
            <a:off x="0" y="457201"/>
            <a:ext cx="4572232" cy="6388107"/>
          </a:xfrm>
          <a:custGeom>
            <a:avLst/>
            <a:gdLst>
              <a:gd name="T0" fmla="*/ 2875 w 2875"/>
              <a:gd name="T1" fmla="*/ 0 h 4024"/>
              <a:gd name="T2" fmla="*/ 2875 w 2875"/>
              <a:gd name="T3" fmla="*/ 4024 h 4024"/>
              <a:gd name="T4" fmla="*/ 0 w 2875"/>
              <a:gd name="T5" fmla="*/ 4024 h 4024"/>
              <a:gd name="T6" fmla="*/ 0 w 2875"/>
              <a:gd name="T7" fmla="*/ 0 h 4024"/>
              <a:gd name="T8" fmla="*/ 2875 w 2875"/>
              <a:gd name="T9" fmla="*/ 0 h 4024"/>
              <a:gd name="T10" fmla="*/ 2875 w 2875"/>
              <a:gd name="T11" fmla="*/ 0 h 4024"/>
            </a:gdLst>
            <a:ahLst/>
            <a:cxnLst>
              <a:cxn ang="0">
                <a:pos x="T0" y="T1"/>
              </a:cxn>
              <a:cxn ang="0">
                <a:pos x="T2" y="T3"/>
              </a:cxn>
              <a:cxn ang="0">
                <a:pos x="T4" y="T5"/>
              </a:cxn>
              <a:cxn ang="0">
                <a:pos x="T6" y="T7"/>
              </a:cxn>
              <a:cxn ang="0">
                <a:pos x="T8" y="T9"/>
              </a:cxn>
              <a:cxn ang="0">
                <a:pos x="T10" y="T11"/>
              </a:cxn>
            </a:cxnLst>
            <a:rect l="0" t="0" r="r" b="b"/>
            <a:pathLst>
              <a:path w="2875" h="4024">
                <a:moveTo>
                  <a:pt x="2875" y="0"/>
                </a:moveTo>
                <a:lnTo>
                  <a:pt x="2875" y="4024"/>
                </a:lnTo>
                <a:lnTo>
                  <a:pt x="0" y="4024"/>
                </a:lnTo>
                <a:lnTo>
                  <a:pt x="0" y="0"/>
                </a:lnTo>
                <a:lnTo>
                  <a:pt x="2875" y="0"/>
                </a:lnTo>
                <a:lnTo>
                  <a:pt x="2875" y="0"/>
                </a:lnTo>
                <a:close/>
              </a:path>
            </a:pathLst>
          </a:custGeom>
          <a:solidFill>
            <a:srgbClr val="F2120D"/>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b"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7" name="Freeform 6"/>
          <p:cNvSpPr>
            <a:spLocks/>
          </p:cNvSpPr>
          <p:nvPr userDrawn="1"/>
        </p:nvSpPr>
        <p:spPr bwMode="auto">
          <a:xfrm>
            <a:off x="4572232" y="-3174"/>
            <a:ext cx="4572232" cy="6858007"/>
          </a:xfrm>
          <a:custGeom>
            <a:avLst/>
            <a:gdLst>
              <a:gd name="T0" fmla="*/ 2875 w 2875"/>
              <a:gd name="T1" fmla="*/ 0 h 4320"/>
              <a:gd name="T2" fmla="*/ 2875 w 2875"/>
              <a:gd name="T3" fmla="*/ 4030 h 4320"/>
              <a:gd name="T4" fmla="*/ 290 w 2875"/>
              <a:gd name="T5" fmla="*/ 4030 h 4320"/>
              <a:gd name="T6" fmla="*/ 0 w 2875"/>
              <a:gd name="T7" fmla="*/ 4320 h 4320"/>
              <a:gd name="T8" fmla="*/ 0 w 2875"/>
              <a:gd name="T9" fmla="*/ 290 h 4320"/>
              <a:gd name="T10" fmla="*/ 290 w 2875"/>
              <a:gd name="T11" fmla="*/ 0 h 4320"/>
              <a:gd name="T12" fmla="*/ 2875 w 2875"/>
              <a:gd name="T13" fmla="*/ 0 h 4320"/>
              <a:gd name="T14" fmla="*/ 2875 w 2875"/>
              <a:gd name="T15" fmla="*/ 0 h 43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75" h="4320">
                <a:moveTo>
                  <a:pt x="2875" y="0"/>
                </a:moveTo>
                <a:lnTo>
                  <a:pt x="2875" y="4030"/>
                </a:lnTo>
                <a:lnTo>
                  <a:pt x="290" y="4030"/>
                </a:lnTo>
                <a:lnTo>
                  <a:pt x="0" y="4320"/>
                </a:lnTo>
                <a:lnTo>
                  <a:pt x="0" y="290"/>
                </a:lnTo>
                <a:lnTo>
                  <a:pt x="290" y="0"/>
                </a:lnTo>
                <a:lnTo>
                  <a:pt x="2875" y="0"/>
                </a:lnTo>
                <a:lnTo>
                  <a:pt x="2875"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b"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5" name="AutoShape 3"/>
          <p:cNvSpPr>
            <a:spLocks noChangeAspect="1" noChangeArrowheads="1" noTextEdit="1"/>
          </p:cNvSpPr>
          <p:nvPr userDrawn="1"/>
        </p:nvSpPr>
        <p:spPr bwMode="auto">
          <a:xfrm>
            <a:off x="0" y="1"/>
            <a:ext cx="9144464" cy="68580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 name="Title 1"/>
          <p:cNvSpPr>
            <a:spLocks noGrp="1"/>
          </p:cNvSpPr>
          <p:nvPr userDrawn="1">
            <p:ph type="title" hasCustomPrompt="1"/>
          </p:nvPr>
        </p:nvSpPr>
        <p:spPr>
          <a:xfrm>
            <a:off x="4804755" y="1054317"/>
            <a:ext cx="4247805" cy="4749367"/>
          </a:xfrm>
        </p:spPr>
        <p:txBody>
          <a:bodyPr lIns="0" tIns="0" rIns="0" bIns="0" anchor="ctr" anchorCtr="0">
            <a:noAutofit/>
          </a:bodyPr>
          <a:lstStyle>
            <a:lvl1pPr>
              <a:defRPr sz="37857" spc="-150">
                <a:solidFill>
                  <a:schemeClr val="bg1"/>
                </a:solidFill>
                <a:latin typeface="Arial" panose="020B0604020202020204" pitchFamily="34" charset="0"/>
                <a:cs typeface="Arial" panose="020B0604020202020204" pitchFamily="34" charset="0"/>
              </a:defRPr>
            </a:lvl1pPr>
          </a:lstStyle>
          <a:p>
            <a:r>
              <a:rPr lang="en-US" dirty="0"/>
              <a:t>1</a:t>
            </a:r>
            <a:endParaRPr lang="en-AU" dirty="0"/>
          </a:p>
        </p:txBody>
      </p:sp>
      <p:sp>
        <p:nvSpPr>
          <p:cNvPr id="47" name="Text Placeholder 46"/>
          <p:cNvSpPr>
            <a:spLocks noGrp="1"/>
          </p:cNvSpPr>
          <p:nvPr userDrawn="1">
            <p:ph type="body" sz="quarter" idx="10" hasCustomPrompt="1"/>
          </p:nvPr>
        </p:nvSpPr>
        <p:spPr>
          <a:xfrm>
            <a:off x="374420" y="3246827"/>
            <a:ext cx="3092450" cy="357995"/>
          </a:xfrm>
        </p:spPr>
        <p:txBody>
          <a:bodyPr>
            <a:normAutofit/>
          </a:bodyPr>
          <a:lstStyle>
            <a:lvl1pPr marL="0" indent="0">
              <a:buNone/>
              <a:defRPr sz="1997">
                <a:solidFill>
                  <a:schemeClr val="bg1"/>
                </a:solidFill>
                <a:latin typeface="Arial" panose="020B0604020202020204" pitchFamily="34" charset="0"/>
                <a:cs typeface="Arial" panose="020B0604020202020204" pitchFamily="34" charset="0"/>
              </a:defRPr>
            </a:lvl1pPr>
          </a:lstStyle>
          <a:p>
            <a:pPr lvl="0"/>
            <a:r>
              <a:rPr lang="en-AU" dirty="0"/>
              <a:t>Section title</a:t>
            </a:r>
          </a:p>
        </p:txBody>
      </p:sp>
      <p:grpSp>
        <p:nvGrpSpPr>
          <p:cNvPr id="82" name="Group 81"/>
          <p:cNvGrpSpPr/>
          <p:nvPr userDrawn="1"/>
        </p:nvGrpSpPr>
        <p:grpSpPr>
          <a:xfrm>
            <a:off x="7401258" y="365125"/>
            <a:ext cx="1374019" cy="484188"/>
            <a:chOff x="7401258" y="365125"/>
            <a:chExt cx="1374019" cy="484188"/>
          </a:xfrm>
        </p:grpSpPr>
        <p:sp>
          <p:nvSpPr>
            <p:cNvPr id="83" name="Freeform 7"/>
            <p:cNvSpPr>
              <a:spLocks/>
            </p:cNvSpPr>
            <p:nvPr userDrawn="1"/>
          </p:nvSpPr>
          <p:spPr bwMode="auto">
            <a:xfrm>
              <a:off x="7401258" y="371475"/>
              <a:ext cx="289435" cy="369888"/>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4" name="Freeform 8"/>
            <p:cNvSpPr>
              <a:spLocks/>
            </p:cNvSpPr>
            <p:nvPr userDrawn="1"/>
          </p:nvSpPr>
          <p:spPr bwMode="auto">
            <a:xfrm>
              <a:off x="7455328" y="415925"/>
              <a:ext cx="181294" cy="236538"/>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5" name="Freeform 9"/>
            <p:cNvSpPr>
              <a:spLocks/>
            </p:cNvSpPr>
            <p:nvPr userDrawn="1"/>
          </p:nvSpPr>
          <p:spPr bwMode="auto">
            <a:xfrm>
              <a:off x="7480773" y="466725"/>
              <a:ext cx="130405" cy="15398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6" name="Freeform 10"/>
            <p:cNvSpPr>
              <a:spLocks noEditPoints="1"/>
            </p:cNvSpPr>
            <p:nvPr userDrawn="1"/>
          </p:nvSpPr>
          <p:spPr bwMode="auto">
            <a:xfrm>
              <a:off x="7401258" y="798513"/>
              <a:ext cx="54070"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7" name="Freeform 11"/>
            <p:cNvSpPr>
              <a:spLocks/>
            </p:cNvSpPr>
            <p:nvPr userDrawn="1"/>
          </p:nvSpPr>
          <p:spPr bwMode="auto">
            <a:xfrm>
              <a:off x="7458509" y="798513"/>
              <a:ext cx="44528"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8" name="Freeform 12"/>
            <p:cNvSpPr>
              <a:spLocks/>
            </p:cNvSpPr>
            <p:nvPr userDrawn="1"/>
          </p:nvSpPr>
          <p:spPr bwMode="auto">
            <a:xfrm>
              <a:off x="7512579" y="795338"/>
              <a:ext cx="41348"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9" name="Freeform 13"/>
            <p:cNvSpPr>
              <a:spLocks/>
            </p:cNvSpPr>
            <p:nvPr userDrawn="1"/>
          </p:nvSpPr>
          <p:spPr bwMode="auto">
            <a:xfrm>
              <a:off x="7560288" y="798513"/>
              <a:ext cx="41348"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0" name="Freeform 14"/>
            <p:cNvSpPr>
              <a:spLocks noEditPoints="1"/>
            </p:cNvSpPr>
            <p:nvPr userDrawn="1"/>
          </p:nvSpPr>
          <p:spPr bwMode="auto">
            <a:xfrm>
              <a:off x="7611177"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1" name="Freeform 15"/>
            <p:cNvSpPr>
              <a:spLocks noEditPoints="1"/>
            </p:cNvSpPr>
            <p:nvPr userDrawn="1"/>
          </p:nvSpPr>
          <p:spPr bwMode="auto">
            <a:xfrm>
              <a:off x="7658886" y="798513"/>
              <a:ext cx="54070"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2" name="Freeform 16"/>
            <p:cNvSpPr>
              <a:spLocks/>
            </p:cNvSpPr>
            <p:nvPr userDrawn="1"/>
          </p:nvSpPr>
          <p:spPr bwMode="auto">
            <a:xfrm>
              <a:off x="7719318"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3" name="Freeform 17"/>
            <p:cNvSpPr>
              <a:spLocks/>
            </p:cNvSpPr>
            <p:nvPr userDrawn="1"/>
          </p:nvSpPr>
          <p:spPr bwMode="auto">
            <a:xfrm>
              <a:off x="7763846"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4" name="Freeform 18"/>
            <p:cNvSpPr>
              <a:spLocks noEditPoints="1"/>
            </p:cNvSpPr>
            <p:nvPr userDrawn="1"/>
          </p:nvSpPr>
          <p:spPr bwMode="auto">
            <a:xfrm>
              <a:off x="7779749" y="798513"/>
              <a:ext cx="52480" cy="50800"/>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5" name="Freeform 19"/>
            <p:cNvSpPr>
              <a:spLocks/>
            </p:cNvSpPr>
            <p:nvPr userDrawn="1"/>
          </p:nvSpPr>
          <p:spPr bwMode="auto">
            <a:xfrm>
              <a:off x="7841771" y="798513"/>
              <a:ext cx="41348"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6" name="Freeform 20"/>
            <p:cNvSpPr>
              <a:spLocks/>
            </p:cNvSpPr>
            <p:nvPr userDrawn="1"/>
          </p:nvSpPr>
          <p:spPr bwMode="auto">
            <a:xfrm>
              <a:off x="7921286"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7" name="Freeform 21"/>
            <p:cNvSpPr>
              <a:spLocks noEditPoints="1"/>
            </p:cNvSpPr>
            <p:nvPr userDrawn="1"/>
          </p:nvSpPr>
          <p:spPr bwMode="auto">
            <a:xfrm>
              <a:off x="7972176" y="798513"/>
              <a:ext cx="54070"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8" name="Freeform 22"/>
            <p:cNvSpPr>
              <a:spLocks/>
            </p:cNvSpPr>
            <p:nvPr userDrawn="1"/>
          </p:nvSpPr>
          <p:spPr bwMode="auto">
            <a:xfrm>
              <a:off x="8023065" y="798513"/>
              <a:ext cx="44528"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9" name="Freeform 23"/>
            <p:cNvSpPr>
              <a:spLocks/>
            </p:cNvSpPr>
            <p:nvPr userDrawn="1"/>
          </p:nvSpPr>
          <p:spPr bwMode="auto">
            <a:xfrm>
              <a:off x="8073955" y="798513"/>
              <a:ext cx="44528"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0" name="Freeform 24"/>
            <p:cNvSpPr>
              <a:spLocks noEditPoints="1"/>
            </p:cNvSpPr>
            <p:nvPr userDrawn="1"/>
          </p:nvSpPr>
          <p:spPr bwMode="auto">
            <a:xfrm>
              <a:off x="8128025" y="795338"/>
              <a:ext cx="5089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1" name="Freeform 25"/>
            <p:cNvSpPr>
              <a:spLocks/>
            </p:cNvSpPr>
            <p:nvPr userDrawn="1"/>
          </p:nvSpPr>
          <p:spPr bwMode="auto">
            <a:xfrm>
              <a:off x="8188456"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2" name="Freeform 26"/>
            <p:cNvSpPr>
              <a:spLocks/>
            </p:cNvSpPr>
            <p:nvPr userDrawn="1"/>
          </p:nvSpPr>
          <p:spPr bwMode="auto">
            <a:xfrm>
              <a:off x="8232985"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3" name="Freeform 27"/>
            <p:cNvSpPr>
              <a:spLocks/>
            </p:cNvSpPr>
            <p:nvPr userDrawn="1"/>
          </p:nvSpPr>
          <p:spPr bwMode="auto">
            <a:xfrm>
              <a:off x="8248888"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4" name="Freeform 28"/>
            <p:cNvSpPr>
              <a:spLocks/>
            </p:cNvSpPr>
            <p:nvPr userDrawn="1"/>
          </p:nvSpPr>
          <p:spPr bwMode="auto">
            <a:xfrm>
              <a:off x="8331584" y="798513"/>
              <a:ext cx="41348"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5" name="Freeform 29"/>
            <p:cNvSpPr>
              <a:spLocks/>
            </p:cNvSpPr>
            <p:nvPr userDrawn="1"/>
          </p:nvSpPr>
          <p:spPr bwMode="auto">
            <a:xfrm>
              <a:off x="8388834" y="798513"/>
              <a:ext cx="41348"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6" name="Freeform 30"/>
            <p:cNvSpPr>
              <a:spLocks/>
            </p:cNvSpPr>
            <p:nvPr userDrawn="1"/>
          </p:nvSpPr>
          <p:spPr bwMode="auto">
            <a:xfrm>
              <a:off x="8442905"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7" name="Freeform 31"/>
            <p:cNvSpPr>
              <a:spLocks/>
            </p:cNvSpPr>
            <p:nvPr userDrawn="1"/>
          </p:nvSpPr>
          <p:spPr bwMode="auto">
            <a:xfrm>
              <a:off x="8461988" y="798513"/>
              <a:ext cx="5089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8" name="Freeform 32"/>
            <p:cNvSpPr>
              <a:spLocks/>
            </p:cNvSpPr>
            <p:nvPr userDrawn="1"/>
          </p:nvSpPr>
          <p:spPr bwMode="auto">
            <a:xfrm>
              <a:off x="8519239" y="798513"/>
              <a:ext cx="38167"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9" name="Freeform 33"/>
            <p:cNvSpPr>
              <a:spLocks noEditPoints="1"/>
            </p:cNvSpPr>
            <p:nvPr userDrawn="1"/>
          </p:nvSpPr>
          <p:spPr bwMode="auto">
            <a:xfrm>
              <a:off x="8570129"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0" name="Freeform 34"/>
            <p:cNvSpPr>
              <a:spLocks/>
            </p:cNvSpPr>
            <p:nvPr userDrawn="1"/>
          </p:nvSpPr>
          <p:spPr bwMode="auto">
            <a:xfrm>
              <a:off x="8617838" y="795338"/>
              <a:ext cx="44528"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1" name="Freeform 35"/>
            <p:cNvSpPr>
              <a:spLocks/>
            </p:cNvSpPr>
            <p:nvPr userDrawn="1"/>
          </p:nvSpPr>
          <p:spPr bwMode="auto">
            <a:xfrm>
              <a:off x="8671908"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2" name="Freeform 36"/>
            <p:cNvSpPr>
              <a:spLocks/>
            </p:cNvSpPr>
            <p:nvPr userDrawn="1"/>
          </p:nvSpPr>
          <p:spPr bwMode="auto">
            <a:xfrm>
              <a:off x="8690991" y="798513"/>
              <a:ext cx="84286" cy="50800"/>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3" name="Freeform 37"/>
            <p:cNvSpPr>
              <a:spLocks/>
            </p:cNvSpPr>
            <p:nvPr userDrawn="1"/>
          </p:nvSpPr>
          <p:spPr bwMode="auto">
            <a:xfrm>
              <a:off x="8484252" y="371475"/>
              <a:ext cx="291025" cy="363538"/>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4" name="Freeform 38"/>
            <p:cNvSpPr>
              <a:spLocks/>
            </p:cNvSpPr>
            <p:nvPr userDrawn="1"/>
          </p:nvSpPr>
          <p:spPr bwMode="auto">
            <a:xfrm>
              <a:off x="8096219" y="365125"/>
              <a:ext cx="337144" cy="369888"/>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5" name="Freeform 39"/>
            <p:cNvSpPr>
              <a:spLocks noEditPoints="1"/>
            </p:cNvSpPr>
            <p:nvPr userDrawn="1"/>
          </p:nvSpPr>
          <p:spPr bwMode="auto">
            <a:xfrm>
              <a:off x="7760666" y="371475"/>
              <a:ext cx="329192" cy="357188"/>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263114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47" name="Object 46" hidden="1"/>
          <p:cNvGraphicFramePr>
            <a:graphicFrameLocks noChangeAspect="1"/>
          </p:cNvGraphicFramePr>
          <p:nvPr userDrawn="1">
            <p:custDataLst>
              <p:tags r:id="rId1"/>
            </p:custDataLst>
            <p:extLst>
              <p:ext uri="{D42A27DB-BD31-4B8C-83A1-F6EECF244321}">
                <p14:modId xmlns:p14="http://schemas.microsoft.com/office/powerpoint/2010/main" val="291715332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47" name="Object 46"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userDrawn="1">
            <p:ph type="title" hasCustomPrompt="1"/>
          </p:nvPr>
        </p:nvSpPr>
        <p:spPr>
          <a:xfrm>
            <a:off x="440871" y="689568"/>
            <a:ext cx="6733042" cy="538609"/>
          </a:xfrm>
        </p:spPr>
        <p:txBody>
          <a:bodyPr>
            <a:spAutoFit/>
          </a:bodyPr>
          <a:lstStyle>
            <a:lvl1pPr>
              <a:lnSpc>
                <a:spcPct val="100000"/>
              </a:lnSpc>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50" name="Text Placeholder 49"/>
          <p:cNvSpPr>
            <a:spLocks noGrp="1"/>
          </p:cNvSpPr>
          <p:nvPr userDrawn="1">
            <p:ph type="body" sz="quarter" idx="15" hasCustomPrompt="1"/>
          </p:nvPr>
        </p:nvSpPr>
        <p:spPr>
          <a:xfrm>
            <a:off x="440871" y="1463720"/>
            <a:ext cx="8284029" cy="4272599"/>
          </a:xfrm>
        </p:spPr>
        <p:txBody>
          <a:bodyPr>
            <a:normAutofit/>
          </a:bodyPr>
          <a:lstStyle>
            <a:lvl1pPr marL="0" indent="0">
              <a:lnSpc>
                <a:spcPct val="100000"/>
              </a:lnSpc>
              <a:buNone/>
              <a:defRPr sz="1900">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52" name="Text Placeholder 51"/>
          <p:cNvSpPr>
            <a:spLocks noGrp="1"/>
          </p:cNvSpPr>
          <p:nvPr userDrawn="1">
            <p:ph type="body" sz="quarter" idx="16" hasCustomPrompt="1"/>
          </p:nvPr>
        </p:nvSpPr>
        <p:spPr>
          <a:xfrm>
            <a:off x="440871" y="-8733"/>
            <a:ext cx="4343399" cy="462758"/>
          </a:xfrm>
        </p:spPr>
        <p:txBody>
          <a:bodyPr anchor="ctr">
            <a:normAutofit/>
          </a:bodyPr>
          <a:lstStyle>
            <a:lvl1pPr marL="0" indent="0">
              <a:buNone/>
              <a:defRPr sz="1500" b="1">
                <a:solidFill>
                  <a:srgbClr val="3D3935"/>
                </a:solidFill>
                <a:latin typeface="Arial" panose="020B0604020202020204" pitchFamily="34" charset="0"/>
                <a:cs typeface="Arial" panose="020B0604020202020204" pitchFamily="34" charset="0"/>
              </a:defRPr>
            </a:lvl1pPr>
          </a:lstStyle>
          <a:p>
            <a:pPr lvl="0"/>
            <a:r>
              <a:rPr lang="en-AU" dirty="0"/>
              <a:t>Section heading</a:t>
            </a:r>
          </a:p>
        </p:txBody>
      </p:sp>
      <p:sp>
        <p:nvSpPr>
          <p:cNvPr id="86"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
        <p:nvSpPr>
          <p:cNvPr id="85" name="Footer Placeholder 4"/>
          <p:cNvSpPr>
            <a:spLocks noGrp="1"/>
          </p:cNvSpPr>
          <p:nvPr>
            <p:ph type="ftr" sz="quarter" idx="3"/>
          </p:nvPr>
        </p:nvSpPr>
        <p:spPr>
          <a:xfrm>
            <a:off x="832757" y="6510471"/>
            <a:ext cx="4188129"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dirty="0"/>
              <a:t>Faculty of Business and Law | Peter Faber Business School</a:t>
            </a:r>
          </a:p>
        </p:txBody>
      </p:sp>
    </p:spTree>
    <p:extLst>
      <p:ext uri="{BB962C8B-B14F-4D97-AF65-F5344CB8AC3E}">
        <p14:creationId xmlns:p14="http://schemas.microsoft.com/office/powerpoint/2010/main" val="2718792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titles and Content">
    <p:spTree>
      <p:nvGrpSpPr>
        <p:cNvPr id="1" name=""/>
        <p:cNvGrpSpPr/>
        <p:nvPr/>
      </p:nvGrpSpPr>
      <p:grpSpPr>
        <a:xfrm>
          <a:off x="0" y="0"/>
          <a:ext cx="0" cy="0"/>
          <a:chOff x="0" y="0"/>
          <a:chExt cx="0" cy="0"/>
        </a:xfrm>
      </p:grpSpPr>
      <p:sp>
        <p:nvSpPr>
          <p:cNvPr id="41" name="Title 1"/>
          <p:cNvSpPr>
            <a:spLocks noGrp="1"/>
          </p:cNvSpPr>
          <p:nvPr>
            <p:ph type="title" hasCustomPrompt="1"/>
          </p:nvPr>
        </p:nvSpPr>
        <p:spPr>
          <a:xfrm>
            <a:off x="440871" y="770735"/>
            <a:ext cx="6733042" cy="538609"/>
          </a:xfrm>
        </p:spPr>
        <p:txBody>
          <a:bodyPr>
            <a:spAutoFit/>
          </a:bodyPr>
          <a:lstStyle>
            <a:lvl1pPr>
              <a:lnSpc>
                <a:spcPct val="100000"/>
              </a:lnSpc>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2" name="Text Placeholder 45"/>
          <p:cNvSpPr>
            <a:spLocks noGrp="1"/>
          </p:cNvSpPr>
          <p:nvPr>
            <p:ph type="body" sz="quarter" idx="13" hasCustomPrompt="1"/>
          </p:nvPr>
        </p:nvSpPr>
        <p:spPr>
          <a:xfrm>
            <a:off x="440871" y="1339935"/>
            <a:ext cx="6734398" cy="507831"/>
          </a:xfrm>
        </p:spPr>
        <p:txBody>
          <a:bodyPr anchor="ctr">
            <a:spAutoFit/>
          </a:bodyPr>
          <a:lstStyle>
            <a:lvl1pPr marL="0" indent="0">
              <a:lnSpc>
                <a:spcPct val="100000"/>
              </a:lnSpc>
              <a:buNone/>
              <a:defRPr sz="2700">
                <a:solidFill>
                  <a:srgbClr val="3D3935"/>
                </a:solidFill>
                <a:latin typeface="Arial" panose="020B0604020202020204" pitchFamily="34" charset="0"/>
                <a:cs typeface="Arial" panose="020B0604020202020204" pitchFamily="34" charset="0"/>
              </a:defRPr>
            </a:lvl1pPr>
          </a:lstStyle>
          <a:p>
            <a:pPr lvl="0"/>
            <a:r>
              <a:rPr lang="en-AU" dirty="0"/>
              <a:t>Sub Title</a:t>
            </a:r>
          </a:p>
        </p:txBody>
      </p:sp>
      <p:sp>
        <p:nvSpPr>
          <p:cNvPr id="43" name="Text Placeholder 47"/>
          <p:cNvSpPr>
            <a:spLocks noGrp="1"/>
          </p:cNvSpPr>
          <p:nvPr>
            <p:ph type="body" sz="quarter" idx="14" hasCustomPrompt="1"/>
          </p:nvPr>
        </p:nvSpPr>
        <p:spPr>
          <a:xfrm>
            <a:off x="440872" y="2275570"/>
            <a:ext cx="8284028" cy="359681"/>
          </a:xfrm>
        </p:spPr>
        <p:txBody>
          <a:bodyPr anchor="ctr">
            <a:noAutofit/>
          </a:bodyPr>
          <a:lstStyle>
            <a:lvl1pPr marL="0" indent="0">
              <a:lnSpc>
                <a:spcPct val="100000"/>
              </a:lnSpc>
              <a:buNone/>
              <a:defRPr sz="2000" b="1" baseline="0">
                <a:solidFill>
                  <a:srgbClr val="3D3935"/>
                </a:solidFill>
                <a:latin typeface="Arial" panose="020B0604020202020204" pitchFamily="34" charset="0"/>
                <a:cs typeface="Arial" panose="020B0604020202020204" pitchFamily="34" charset="0"/>
              </a:defRPr>
            </a:lvl1pPr>
          </a:lstStyle>
          <a:p>
            <a:pPr lvl="0"/>
            <a:r>
              <a:rPr lang="en-AU" dirty="0"/>
              <a:t>Sub heading</a:t>
            </a:r>
          </a:p>
        </p:txBody>
      </p:sp>
      <p:sp>
        <p:nvSpPr>
          <p:cNvPr id="83" name="Text Placeholder 49"/>
          <p:cNvSpPr>
            <a:spLocks noGrp="1"/>
          </p:cNvSpPr>
          <p:nvPr>
            <p:ph type="body" sz="quarter" idx="15" hasCustomPrompt="1"/>
          </p:nvPr>
        </p:nvSpPr>
        <p:spPr>
          <a:xfrm>
            <a:off x="440871" y="2640809"/>
            <a:ext cx="8284029" cy="3095510"/>
          </a:xfrm>
        </p:spPr>
        <p:txBody>
          <a:bodyPr>
            <a:normAutofit/>
          </a:bodyPr>
          <a:lstStyle>
            <a:lvl1pPr marL="0" indent="0">
              <a:lnSpc>
                <a:spcPct val="100000"/>
              </a:lnSpc>
              <a:buNone/>
              <a:defRPr sz="1900">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84" name="Footer Placeholder 4"/>
          <p:cNvSpPr>
            <a:spLocks noGrp="1"/>
          </p:cNvSpPr>
          <p:nvPr>
            <p:ph type="ftr" sz="quarter" idx="3"/>
          </p:nvPr>
        </p:nvSpPr>
        <p:spPr>
          <a:xfrm>
            <a:off x="832758" y="6510471"/>
            <a:ext cx="3872246"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85"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3208934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47701" y="1626054"/>
            <a:ext cx="3867150" cy="4271941"/>
          </a:xfrm>
        </p:spPr>
        <p:txBody>
          <a:bodyPr/>
          <a:lstStyle>
            <a:lvl1pPr>
              <a:lnSpc>
                <a:spcPct val="100000"/>
              </a:lnSpc>
              <a:defRPr>
                <a:latin typeface="Arial" panose="020B0604020202020204" pitchFamily="34" charset="0"/>
                <a:cs typeface="Arial" panose="020B0604020202020204" pitchFamily="34" charset="0"/>
              </a:defRPr>
            </a:lvl1pPr>
            <a:lvl2pPr>
              <a:lnSpc>
                <a:spcPct val="100000"/>
              </a:lnSpc>
              <a:defRPr>
                <a:latin typeface="Arial" panose="020B0604020202020204" pitchFamily="34" charset="0"/>
                <a:cs typeface="Arial" panose="020B0604020202020204" pitchFamily="34" charset="0"/>
              </a:defRPr>
            </a:lvl2pPr>
            <a:lvl3pPr>
              <a:lnSpc>
                <a:spcPct val="100000"/>
              </a:lnSpc>
              <a:defRPr>
                <a:latin typeface="Arial" panose="020B0604020202020204" pitchFamily="34" charset="0"/>
                <a:cs typeface="Arial" panose="020B0604020202020204" pitchFamily="34" charset="0"/>
              </a:defRPr>
            </a:lvl3pPr>
            <a:lvl4pPr>
              <a:lnSpc>
                <a:spcPct val="100000"/>
              </a:lnSpc>
              <a:defRPr>
                <a:latin typeface="Arial" panose="020B0604020202020204" pitchFamily="34" charset="0"/>
                <a:cs typeface="Arial" panose="020B0604020202020204" pitchFamily="34" charset="0"/>
              </a:defRPr>
            </a:lvl4pPr>
            <a:lvl5pPr>
              <a:lnSpc>
                <a:spcPct val="100000"/>
              </a:lnSpc>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Content Placeholder 3"/>
          <p:cNvSpPr>
            <a:spLocks noGrp="1"/>
          </p:cNvSpPr>
          <p:nvPr>
            <p:ph sz="half" idx="2"/>
          </p:nvPr>
        </p:nvSpPr>
        <p:spPr>
          <a:xfrm>
            <a:off x="4646613" y="1651000"/>
            <a:ext cx="3887788" cy="4246995"/>
          </a:xfrm>
        </p:spPr>
        <p:txBody>
          <a:bodyPr/>
          <a:lstStyle>
            <a:lvl1pPr>
              <a:lnSpc>
                <a:spcPct val="100000"/>
              </a:lnSpc>
              <a:defRPr>
                <a:latin typeface="Arial" panose="020B0604020202020204" pitchFamily="34" charset="0"/>
                <a:cs typeface="Arial" panose="020B0604020202020204" pitchFamily="34" charset="0"/>
              </a:defRPr>
            </a:lvl1pPr>
            <a:lvl2pPr>
              <a:lnSpc>
                <a:spcPct val="100000"/>
              </a:lnSpc>
              <a:defRPr>
                <a:latin typeface="Arial" panose="020B0604020202020204" pitchFamily="34" charset="0"/>
                <a:cs typeface="Arial" panose="020B0604020202020204" pitchFamily="34" charset="0"/>
              </a:defRPr>
            </a:lvl2pPr>
            <a:lvl3pPr>
              <a:lnSpc>
                <a:spcPct val="100000"/>
              </a:lnSpc>
              <a:defRPr>
                <a:latin typeface="Arial" panose="020B0604020202020204" pitchFamily="34" charset="0"/>
                <a:cs typeface="Arial" panose="020B0604020202020204" pitchFamily="34" charset="0"/>
              </a:defRPr>
            </a:lvl3pPr>
            <a:lvl4pPr>
              <a:lnSpc>
                <a:spcPct val="100000"/>
              </a:lnSpc>
              <a:defRPr>
                <a:latin typeface="Arial" panose="020B0604020202020204" pitchFamily="34" charset="0"/>
                <a:cs typeface="Arial" panose="020B0604020202020204" pitchFamily="34" charset="0"/>
              </a:defRPr>
            </a:lvl4pPr>
            <a:lvl5pPr>
              <a:lnSpc>
                <a:spcPct val="100000"/>
              </a:lnSpc>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7" name="Title 1"/>
          <p:cNvSpPr>
            <a:spLocks noGrp="1"/>
          </p:cNvSpPr>
          <p:nvPr>
            <p:ph type="title" hasCustomPrompt="1"/>
          </p:nvPr>
        </p:nvSpPr>
        <p:spPr>
          <a:xfrm>
            <a:off x="440871" y="793049"/>
            <a:ext cx="6734398" cy="493981"/>
          </a:xfrm>
        </p:spPr>
        <p:txBody>
          <a:bodyPr>
            <a:spAutoFit/>
          </a:bodyPr>
          <a:lstStyle>
            <a:lvl1pPr>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88" name="Footer Placeholder 4"/>
          <p:cNvSpPr>
            <a:spLocks noGrp="1"/>
          </p:cNvSpPr>
          <p:nvPr>
            <p:ph type="ftr" sz="quarter" idx="3"/>
          </p:nvPr>
        </p:nvSpPr>
        <p:spPr>
          <a:xfrm>
            <a:off x="832757" y="6510471"/>
            <a:ext cx="3887787"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89"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1289585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623888" y="1864188"/>
            <a:ext cx="7886700" cy="4070577"/>
          </a:xfrm>
        </p:spPr>
        <p:txBody>
          <a:bodyPr vert="eaVert"/>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Title 1"/>
          <p:cNvSpPr>
            <a:spLocks noGrp="1"/>
          </p:cNvSpPr>
          <p:nvPr>
            <p:ph type="title" hasCustomPrompt="1"/>
          </p:nvPr>
        </p:nvSpPr>
        <p:spPr>
          <a:xfrm>
            <a:off x="498929" y="1056579"/>
            <a:ext cx="6734398" cy="493981"/>
          </a:xfrm>
        </p:spPr>
        <p:txBody>
          <a:bodyPr>
            <a:normAutofit/>
          </a:bodyPr>
          <a:lstStyle>
            <a:lvl1pPr>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5" name="Footer Placeholder 4"/>
          <p:cNvSpPr>
            <a:spLocks noGrp="1"/>
          </p:cNvSpPr>
          <p:nvPr>
            <p:ph type="ftr" sz="quarter" idx="3"/>
          </p:nvPr>
        </p:nvSpPr>
        <p:spPr>
          <a:xfrm>
            <a:off x="832758" y="6510471"/>
            <a:ext cx="3086100"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46"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3406363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lain White with Logo">
    <p:spTree>
      <p:nvGrpSpPr>
        <p:cNvPr id="1" name=""/>
        <p:cNvGrpSpPr/>
        <p:nvPr/>
      </p:nvGrpSpPr>
      <p:grpSpPr>
        <a:xfrm>
          <a:off x="0" y="0"/>
          <a:ext cx="0" cy="0"/>
          <a:chOff x="0" y="0"/>
          <a:chExt cx="0" cy="0"/>
        </a:xfrm>
      </p:grpSpPr>
      <p:sp>
        <p:nvSpPr>
          <p:cNvPr id="4" name="Rectangle 3"/>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AutoShape 3"/>
          <p:cNvSpPr>
            <a:spLocks noChangeAspect="1" noChangeArrowheads="1" noTextEdit="1"/>
          </p:cNvSpPr>
          <p:nvPr userDrawn="1"/>
        </p:nvSpPr>
        <p:spPr bwMode="auto">
          <a:xfrm>
            <a:off x="1588" y="0"/>
            <a:ext cx="9140825"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 name="Freeform 6"/>
          <p:cNvSpPr>
            <a:spLocks/>
          </p:cNvSpPr>
          <p:nvPr userDrawn="1"/>
        </p:nvSpPr>
        <p:spPr bwMode="auto">
          <a:xfrm>
            <a:off x="1588" y="-3175"/>
            <a:ext cx="5030788" cy="457200"/>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 name="Freeform 8"/>
          <p:cNvSpPr>
            <a:spLocks/>
          </p:cNvSpPr>
          <p:nvPr userDrawn="1"/>
        </p:nvSpPr>
        <p:spPr bwMode="auto">
          <a:xfrm>
            <a:off x="4572001" y="6397625"/>
            <a:ext cx="4570413" cy="457200"/>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 name="Freeform 9"/>
          <p:cNvSpPr>
            <a:spLocks/>
          </p:cNvSpPr>
          <p:nvPr userDrawn="1"/>
        </p:nvSpPr>
        <p:spPr bwMode="auto">
          <a:xfrm>
            <a:off x="7399338" y="371475"/>
            <a:ext cx="288925" cy="371475"/>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 name="Freeform 10"/>
          <p:cNvSpPr>
            <a:spLocks/>
          </p:cNvSpPr>
          <p:nvPr userDrawn="1"/>
        </p:nvSpPr>
        <p:spPr bwMode="auto">
          <a:xfrm>
            <a:off x="7453313" y="415925"/>
            <a:ext cx="180975" cy="238125"/>
          </a:xfrm>
          <a:custGeom>
            <a:avLst/>
            <a:gdLst>
              <a:gd name="T0" fmla="*/ 0 w 114"/>
              <a:gd name="T1" fmla="*/ 74 h 150"/>
              <a:gd name="T2" fmla="*/ 58 w 114"/>
              <a:gd name="T3" fmla="*/ 0 h 150"/>
              <a:gd name="T4" fmla="*/ 114 w 114"/>
              <a:gd name="T5" fmla="*/ 74 h 150"/>
              <a:gd name="T6" fmla="*/ 58 w 114"/>
              <a:gd name="T7" fmla="*/ 150 h 150"/>
              <a:gd name="T8" fmla="*/ 0 w 114"/>
              <a:gd name="T9" fmla="*/ 74 h 150"/>
              <a:gd name="T10" fmla="*/ 0 w 114"/>
              <a:gd name="T11" fmla="*/ 74 h 150"/>
            </a:gdLst>
            <a:ahLst/>
            <a:cxnLst>
              <a:cxn ang="0">
                <a:pos x="T0" y="T1"/>
              </a:cxn>
              <a:cxn ang="0">
                <a:pos x="T2" y="T3"/>
              </a:cxn>
              <a:cxn ang="0">
                <a:pos x="T4" y="T5"/>
              </a:cxn>
              <a:cxn ang="0">
                <a:pos x="T6" y="T7"/>
              </a:cxn>
              <a:cxn ang="0">
                <a:pos x="T8" y="T9"/>
              </a:cxn>
              <a:cxn ang="0">
                <a:pos x="T10" y="T11"/>
              </a:cxn>
            </a:cxnLst>
            <a:rect l="0" t="0" r="r" b="b"/>
            <a:pathLst>
              <a:path w="114" h="150">
                <a:moveTo>
                  <a:pt x="0" y="74"/>
                </a:moveTo>
                <a:lnTo>
                  <a:pt x="58" y="0"/>
                </a:lnTo>
                <a:lnTo>
                  <a:pt x="114" y="74"/>
                </a:lnTo>
                <a:lnTo>
                  <a:pt x="58" y="150"/>
                </a:lnTo>
                <a:lnTo>
                  <a:pt x="0" y="74"/>
                </a:lnTo>
                <a:lnTo>
                  <a:pt x="0" y="7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3" name="Freeform 11"/>
          <p:cNvSpPr>
            <a:spLocks/>
          </p:cNvSpPr>
          <p:nvPr userDrawn="1"/>
        </p:nvSpPr>
        <p:spPr bwMode="auto">
          <a:xfrm>
            <a:off x="7478713" y="466725"/>
            <a:ext cx="130175" cy="155575"/>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4" name="Freeform 12"/>
          <p:cNvSpPr>
            <a:spLocks noEditPoints="1"/>
          </p:cNvSpPr>
          <p:nvPr userDrawn="1"/>
        </p:nvSpPr>
        <p:spPr bwMode="auto">
          <a:xfrm>
            <a:off x="7399338" y="800100"/>
            <a:ext cx="53975"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5" name="Freeform 13"/>
          <p:cNvSpPr>
            <a:spLocks/>
          </p:cNvSpPr>
          <p:nvPr userDrawn="1"/>
        </p:nvSpPr>
        <p:spPr bwMode="auto">
          <a:xfrm>
            <a:off x="7456488" y="800100"/>
            <a:ext cx="44450"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6" name="Freeform 14"/>
          <p:cNvSpPr>
            <a:spLocks/>
          </p:cNvSpPr>
          <p:nvPr userDrawn="1"/>
        </p:nvSpPr>
        <p:spPr bwMode="auto">
          <a:xfrm>
            <a:off x="7510463" y="796925"/>
            <a:ext cx="41275"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7" name="Freeform 15"/>
          <p:cNvSpPr>
            <a:spLocks/>
          </p:cNvSpPr>
          <p:nvPr userDrawn="1"/>
        </p:nvSpPr>
        <p:spPr bwMode="auto">
          <a:xfrm>
            <a:off x="7558088" y="800100"/>
            <a:ext cx="41275"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8" name="Freeform 16"/>
          <p:cNvSpPr>
            <a:spLocks noEditPoints="1"/>
          </p:cNvSpPr>
          <p:nvPr userDrawn="1"/>
        </p:nvSpPr>
        <p:spPr bwMode="auto">
          <a:xfrm>
            <a:off x="7608888" y="800100"/>
            <a:ext cx="44450"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9" name="Freeform 17"/>
          <p:cNvSpPr>
            <a:spLocks noEditPoints="1"/>
          </p:cNvSpPr>
          <p:nvPr userDrawn="1"/>
        </p:nvSpPr>
        <p:spPr bwMode="auto">
          <a:xfrm>
            <a:off x="7656513" y="800100"/>
            <a:ext cx="53975"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0" name="Freeform 18"/>
          <p:cNvSpPr>
            <a:spLocks/>
          </p:cNvSpPr>
          <p:nvPr userDrawn="1"/>
        </p:nvSpPr>
        <p:spPr bwMode="auto">
          <a:xfrm>
            <a:off x="7716838" y="800100"/>
            <a:ext cx="34925"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1" name="Freeform 19"/>
          <p:cNvSpPr>
            <a:spLocks/>
          </p:cNvSpPr>
          <p:nvPr userDrawn="1"/>
        </p:nvSpPr>
        <p:spPr bwMode="auto">
          <a:xfrm>
            <a:off x="7761288" y="800100"/>
            <a:ext cx="6350"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2" name="Freeform 20"/>
          <p:cNvSpPr>
            <a:spLocks noEditPoints="1"/>
          </p:cNvSpPr>
          <p:nvPr userDrawn="1"/>
        </p:nvSpPr>
        <p:spPr bwMode="auto">
          <a:xfrm>
            <a:off x="7777163" y="800100"/>
            <a:ext cx="53975"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8" y="6"/>
                </a:lnTo>
                <a:lnTo>
                  <a:pt x="24" y="20"/>
                </a:lnTo>
                <a:lnTo>
                  <a:pt x="24"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3" name="Freeform 21"/>
          <p:cNvSpPr>
            <a:spLocks/>
          </p:cNvSpPr>
          <p:nvPr userDrawn="1"/>
        </p:nvSpPr>
        <p:spPr bwMode="auto">
          <a:xfrm>
            <a:off x="7840663" y="800100"/>
            <a:ext cx="41275"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4" name="Freeform 22"/>
          <p:cNvSpPr>
            <a:spLocks/>
          </p:cNvSpPr>
          <p:nvPr userDrawn="1"/>
        </p:nvSpPr>
        <p:spPr bwMode="auto">
          <a:xfrm>
            <a:off x="7920038" y="796925"/>
            <a:ext cx="47625"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5" name="Freeform 23"/>
          <p:cNvSpPr>
            <a:spLocks noEditPoints="1"/>
          </p:cNvSpPr>
          <p:nvPr userDrawn="1"/>
        </p:nvSpPr>
        <p:spPr bwMode="auto">
          <a:xfrm>
            <a:off x="7970838" y="800100"/>
            <a:ext cx="53975"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6" name="Freeform 24"/>
          <p:cNvSpPr>
            <a:spLocks/>
          </p:cNvSpPr>
          <p:nvPr userDrawn="1"/>
        </p:nvSpPr>
        <p:spPr bwMode="auto">
          <a:xfrm>
            <a:off x="8021638" y="800100"/>
            <a:ext cx="44450"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7" name="Freeform 25"/>
          <p:cNvSpPr>
            <a:spLocks/>
          </p:cNvSpPr>
          <p:nvPr userDrawn="1"/>
        </p:nvSpPr>
        <p:spPr bwMode="auto">
          <a:xfrm>
            <a:off x="8072438" y="800100"/>
            <a:ext cx="44450"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8" name="Freeform 26"/>
          <p:cNvSpPr>
            <a:spLocks noEditPoints="1"/>
          </p:cNvSpPr>
          <p:nvPr userDrawn="1"/>
        </p:nvSpPr>
        <p:spPr bwMode="auto">
          <a:xfrm>
            <a:off x="8126413" y="796925"/>
            <a:ext cx="5080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9" name="Freeform 27"/>
          <p:cNvSpPr>
            <a:spLocks/>
          </p:cNvSpPr>
          <p:nvPr userDrawn="1"/>
        </p:nvSpPr>
        <p:spPr bwMode="auto">
          <a:xfrm>
            <a:off x="8186738" y="800100"/>
            <a:ext cx="34925"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0" name="Freeform 28"/>
          <p:cNvSpPr>
            <a:spLocks/>
          </p:cNvSpPr>
          <p:nvPr userDrawn="1"/>
        </p:nvSpPr>
        <p:spPr bwMode="auto">
          <a:xfrm>
            <a:off x="8231188" y="800100"/>
            <a:ext cx="6350"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1" name="Freeform 29"/>
          <p:cNvSpPr>
            <a:spLocks/>
          </p:cNvSpPr>
          <p:nvPr userDrawn="1"/>
        </p:nvSpPr>
        <p:spPr bwMode="auto">
          <a:xfrm>
            <a:off x="8247063" y="796925"/>
            <a:ext cx="47625"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2" name="Freeform 30"/>
          <p:cNvSpPr>
            <a:spLocks/>
          </p:cNvSpPr>
          <p:nvPr userDrawn="1"/>
        </p:nvSpPr>
        <p:spPr bwMode="auto">
          <a:xfrm>
            <a:off x="8329613" y="800100"/>
            <a:ext cx="41275"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3" name="Freeform 31"/>
          <p:cNvSpPr>
            <a:spLocks/>
          </p:cNvSpPr>
          <p:nvPr userDrawn="1"/>
        </p:nvSpPr>
        <p:spPr bwMode="auto">
          <a:xfrm>
            <a:off x="8386763" y="800100"/>
            <a:ext cx="41275"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4" name="Freeform 32"/>
          <p:cNvSpPr>
            <a:spLocks/>
          </p:cNvSpPr>
          <p:nvPr userDrawn="1"/>
        </p:nvSpPr>
        <p:spPr bwMode="auto">
          <a:xfrm>
            <a:off x="8440738" y="800100"/>
            <a:ext cx="9525"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5" name="Freeform 33"/>
          <p:cNvSpPr>
            <a:spLocks/>
          </p:cNvSpPr>
          <p:nvPr userDrawn="1"/>
        </p:nvSpPr>
        <p:spPr bwMode="auto">
          <a:xfrm>
            <a:off x="8459788" y="800100"/>
            <a:ext cx="5080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6" name="Freeform 34"/>
          <p:cNvSpPr>
            <a:spLocks/>
          </p:cNvSpPr>
          <p:nvPr userDrawn="1"/>
        </p:nvSpPr>
        <p:spPr bwMode="auto">
          <a:xfrm>
            <a:off x="8516938" y="800100"/>
            <a:ext cx="38100"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7" name="Freeform 35"/>
          <p:cNvSpPr>
            <a:spLocks noEditPoints="1"/>
          </p:cNvSpPr>
          <p:nvPr userDrawn="1"/>
        </p:nvSpPr>
        <p:spPr bwMode="auto">
          <a:xfrm>
            <a:off x="8567738" y="800100"/>
            <a:ext cx="44450"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8" name="Freeform 36"/>
          <p:cNvSpPr>
            <a:spLocks/>
          </p:cNvSpPr>
          <p:nvPr userDrawn="1"/>
        </p:nvSpPr>
        <p:spPr bwMode="auto">
          <a:xfrm>
            <a:off x="8615363" y="796925"/>
            <a:ext cx="44450"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9" name="Freeform 37"/>
          <p:cNvSpPr>
            <a:spLocks/>
          </p:cNvSpPr>
          <p:nvPr userDrawn="1"/>
        </p:nvSpPr>
        <p:spPr bwMode="auto">
          <a:xfrm>
            <a:off x="8669338" y="800100"/>
            <a:ext cx="9525"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0" name="Freeform 38"/>
          <p:cNvSpPr>
            <a:spLocks/>
          </p:cNvSpPr>
          <p:nvPr userDrawn="1"/>
        </p:nvSpPr>
        <p:spPr bwMode="auto">
          <a:xfrm>
            <a:off x="8688388" y="800100"/>
            <a:ext cx="85725" cy="50800"/>
          </a:xfrm>
          <a:custGeom>
            <a:avLst/>
            <a:gdLst>
              <a:gd name="T0" fmla="*/ 30 w 54"/>
              <a:gd name="T1" fmla="*/ 0 h 32"/>
              <a:gd name="T2" fmla="*/ 0 w 54"/>
              <a:gd name="T3" fmla="*/ 0 h 32"/>
              <a:gd name="T4" fmla="*/ 0 w 54"/>
              <a:gd name="T5" fmla="*/ 4 h 32"/>
              <a:gd name="T6" fmla="*/ 10 w 54"/>
              <a:gd name="T7" fmla="*/ 4 h 32"/>
              <a:gd name="T8" fmla="*/ 10 w 54"/>
              <a:gd name="T9" fmla="*/ 32 h 32"/>
              <a:gd name="T10" fmla="*/ 16 w 54"/>
              <a:gd name="T11" fmla="*/ 32 h 32"/>
              <a:gd name="T12" fmla="*/ 16 w 54"/>
              <a:gd name="T13" fmla="*/ 4 h 32"/>
              <a:gd name="T14" fmla="*/ 26 w 54"/>
              <a:gd name="T15" fmla="*/ 4 h 32"/>
              <a:gd name="T16" fmla="*/ 36 w 54"/>
              <a:gd name="T17" fmla="*/ 18 h 32"/>
              <a:gd name="T18" fmla="*/ 36 w 54"/>
              <a:gd name="T19" fmla="*/ 32 h 32"/>
              <a:gd name="T20" fmla="*/ 42 w 54"/>
              <a:gd name="T21" fmla="*/ 32 h 32"/>
              <a:gd name="T22" fmla="*/ 42 w 54"/>
              <a:gd name="T23" fmla="*/ 18 h 32"/>
              <a:gd name="T24" fmla="*/ 54 w 54"/>
              <a:gd name="T25" fmla="*/ 0 h 32"/>
              <a:gd name="T26" fmla="*/ 54 w 54"/>
              <a:gd name="T27" fmla="*/ 0 h 32"/>
              <a:gd name="T28" fmla="*/ 54 w 54"/>
              <a:gd name="T29" fmla="*/ 0 h 32"/>
              <a:gd name="T30" fmla="*/ 48 w 54"/>
              <a:gd name="T31" fmla="*/ 0 h 32"/>
              <a:gd name="T32" fmla="*/ 38 w 54"/>
              <a:gd name="T33" fmla="*/ 14 h 32"/>
              <a:gd name="T34" fmla="*/ 30 w 54"/>
              <a:gd name="T35" fmla="*/ 0 h 32"/>
              <a:gd name="T36" fmla="*/ 30 w 54"/>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4" h="32">
                <a:moveTo>
                  <a:pt x="30" y="0"/>
                </a:moveTo>
                <a:lnTo>
                  <a:pt x="0" y="0"/>
                </a:lnTo>
                <a:lnTo>
                  <a:pt x="0" y="4"/>
                </a:lnTo>
                <a:lnTo>
                  <a:pt x="10" y="4"/>
                </a:lnTo>
                <a:lnTo>
                  <a:pt x="10" y="32"/>
                </a:lnTo>
                <a:lnTo>
                  <a:pt x="16" y="32"/>
                </a:lnTo>
                <a:lnTo>
                  <a:pt x="16" y="4"/>
                </a:lnTo>
                <a:lnTo>
                  <a:pt x="26" y="4"/>
                </a:lnTo>
                <a:lnTo>
                  <a:pt x="36" y="18"/>
                </a:lnTo>
                <a:lnTo>
                  <a:pt x="36" y="32"/>
                </a:lnTo>
                <a:lnTo>
                  <a:pt x="42" y="32"/>
                </a:lnTo>
                <a:lnTo>
                  <a:pt x="42" y="18"/>
                </a:lnTo>
                <a:lnTo>
                  <a:pt x="54" y="0"/>
                </a:lnTo>
                <a:lnTo>
                  <a:pt x="54" y="0"/>
                </a:lnTo>
                <a:lnTo>
                  <a:pt x="54" y="0"/>
                </a:lnTo>
                <a:lnTo>
                  <a:pt x="48" y="0"/>
                </a:lnTo>
                <a:lnTo>
                  <a:pt x="38" y="14"/>
                </a:lnTo>
                <a:lnTo>
                  <a:pt x="30" y="0"/>
                </a:lnTo>
                <a:lnTo>
                  <a:pt x="30"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1" name="Freeform 39"/>
          <p:cNvSpPr>
            <a:spLocks/>
          </p:cNvSpPr>
          <p:nvPr userDrawn="1"/>
        </p:nvSpPr>
        <p:spPr bwMode="auto">
          <a:xfrm>
            <a:off x="8482013" y="371475"/>
            <a:ext cx="292100" cy="365125"/>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2" name="Freeform 40"/>
          <p:cNvSpPr>
            <a:spLocks/>
          </p:cNvSpPr>
          <p:nvPr userDrawn="1"/>
        </p:nvSpPr>
        <p:spPr bwMode="auto">
          <a:xfrm>
            <a:off x="8094663" y="365125"/>
            <a:ext cx="336550" cy="371475"/>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3" name="Freeform 41"/>
          <p:cNvSpPr>
            <a:spLocks noEditPoints="1"/>
          </p:cNvSpPr>
          <p:nvPr userDrawn="1"/>
        </p:nvSpPr>
        <p:spPr bwMode="auto">
          <a:xfrm>
            <a:off x="7758113" y="371475"/>
            <a:ext cx="330200" cy="358775"/>
          </a:xfrm>
          <a:custGeom>
            <a:avLst/>
            <a:gdLst>
              <a:gd name="T0" fmla="*/ 164 w 208"/>
              <a:gd name="T1" fmla="*/ 226 h 226"/>
              <a:gd name="T2" fmla="*/ 208 w 208"/>
              <a:gd name="T3" fmla="*/ 226 h 226"/>
              <a:gd name="T4" fmla="*/ 120 w 208"/>
              <a:gd name="T5" fmla="*/ 0 h 226"/>
              <a:gd name="T6" fmla="*/ 86 w 208"/>
              <a:gd name="T7" fmla="*/ 0 h 226"/>
              <a:gd name="T8" fmla="*/ 0 w 208"/>
              <a:gd name="T9" fmla="*/ 226 h 226"/>
              <a:gd name="T10" fmla="*/ 22 w 208"/>
              <a:gd name="T11" fmla="*/ 226 h 226"/>
              <a:gd name="T12" fmla="*/ 48 w 208"/>
              <a:gd name="T13" fmla="*/ 162 h 226"/>
              <a:gd name="T14" fmla="*/ 140 w 208"/>
              <a:gd name="T15" fmla="*/ 162 h 226"/>
              <a:gd name="T16" fmla="*/ 164 w 208"/>
              <a:gd name="T17" fmla="*/ 226 h 226"/>
              <a:gd name="T18" fmla="*/ 164 w 208"/>
              <a:gd name="T19" fmla="*/ 226 h 226"/>
              <a:gd name="T20" fmla="*/ 54 w 208"/>
              <a:gd name="T21" fmla="*/ 142 h 226"/>
              <a:gd name="T22" fmla="*/ 94 w 208"/>
              <a:gd name="T23" fmla="*/ 36 h 226"/>
              <a:gd name="T24" fmla="*/ 134 w 208"/>
              <a:gd name="T25" fmla="*/ 142 h 226"/>
              <a:gd name="T26" fmla="*/ 54 w 208"/>
              <a:gd name="T27" fmla="*/ 142 h 226"/>
              <a:gd name="T28" fmla="*/ 54 w 208"/>
              <a:gd name="T29"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226">
                <a:moveTo>
                  <a:pt x="164" y="226"/>
                </a:moveTo>
                <a:lnTo>
                  <a:pt x="208" y="226"/>
                </a:lnTo>
                <a:lnTo>
                  <a:pt x="120" y="0"/>
                </a:lnTo>
                <a:lnTo>
                  <a:pt x="86" y="0"/>
                </a:lnTo>
                <a:lnTo>
                  <a:pt x="0" y="226"/>
                </a:lnTo>
                <a:lnTo>
                  <a:pt x="22" y="226"/>
                </a:lnTo>
                <a:lnTo>
                  <a:pt x="48" y="162"/>
                </a:lnTo>
                <a:lnTo>
                  <a:pt x="140" y="162"/>
                </a:lnTo>
                <a:lnTo>
                  <a:pt x="164" y="226"/>
                </a:lnTo>
                <a:lnTo>
                  <a:pt x="164" y="226"/>
                </a:lnTo>
                <a:close/>
                <a:moveTo>
                  <a:pt x="54" y="142"/>
                </a:moveTo>
                <a:lnTo>
                  <a:pt x="94" y="36"/>
                </a:lnTo>
                <a:lnTo>
                  <a:pt x="134" y="142"/>
                </a:lnTo>
                <a:lnTo>
                  <a:pt x="54" y="142"/>
                </a:lnTo>
                <a:lnTo>
                  <a:pt x="54" y="14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4" name="Title 1"/>
          <p:cNvSpPr>
            <a:spLocks noGrp="1"/>
          </p:cNvSpPr>
          <p:nvPr>
            <p:ph type="title" hasCustomPrompt="1"/>
          </p:nvPr>
        </p:nvSpPr>
        <p:spPr>
          <a:xfrm>
            <a:off x="440871" y="1014757"/>
            <a:ext cx="6733042" cy="538609"/>
          </a:xfrm>
        </p:spPr>
        <p:txBody>
          <a:bodyPr>
            <a:spAutoFit/>
          </a:bodyPr>
          <a:lstStyle>
            <a:lvl1pPr>
              <a:lnSpc>
                <a:spcPct val="100000"/>
              </a:lnSpc>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7" name="Text Placeholder 49"/>
          <p:cNvSpPr>
            <a:spLocks noGrp="1"/>
          </p:cNvSpPr>
          <p:nvPr>
            <p:ph type="body" sz="quarter" idx="15" hasCustomPrompt="1"/>
          </p:nvPr>
        </p:nvSpPr>
        <p:spPr>
          <a:xfrm>
            <a:off x="440871" y="1751357"/>
            <a:ext cx="8284029" cy="3954411"/>
          </a:xfrm>
        </p:spPr>
        <p:txBody>
          <a:bodyPr>
            <a:normAutofit/>
          </a:bodyPr>
          <a:lstStyle>
            <a:lvl1pPr marL="0" indent="0">
              <a:lnSpc>
                <a:spcPct val="100000"/>
              </a:lnSpc>
              <a:buNone/>
              <a:defRPr sz="1900">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45" name="Footer Placeholder 4"/>
          <p:cNvSpPr>
            <a:spLocks noGrp="1"/>
          </p:cNvSpPr>
          <p:nvPr>
            <p:ph type="ftr" sz="quarter" idx="3"/>
          </p:nvPr>
        </p:nvSpPr>
        <p:spPr>
          <a:xfrm>
            <a:off x="832758" y="6510471"/>
            <a:ext cx="3086100"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46"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1492378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lain with no logo">
    <p:spTree>
      <p:nvGrpSpPr>
        <p:cNvPr id="1" name=""/>
        <p:cNvGrpSpPr/>
        <p:nvPr/>
      </p:nvGrpSpPr>
      <p:grpSpPr>
        <a:xfrm>
          <a:off x="0" y="0"/>
          <a:ext cx="0" cy="0"/>
          <a:chOff x="0" y="0"/>
          <a:chExt cx="0" cy="0"/>
        </a:xfrm>
      </p:grpSpPr>
      <p:sp>
        <p:nvSpPr>
          <p:cNvPr id="6" name="AutoShape 3"/>
          <p:cNvSpPr>
            <a:spLocks noChangeAspect="1" noChangeArrowheads="1" noTextEdit="1"/>
          </p:cNvSpPr>
          <p:nvPr userDrawn="1"/>
        </p:nvSpPr>
        <p:spPr bwMode="auto">
          <a:xfrm>
            <a:off x="1588" y="0"/>
            <a:ext cx="9140825"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 name="Freeform 6"/>
          <p:cNvSpPr>
            <a:spLocks/>
          </p:cNvSpPr>
          <p:nvPr userDrawn="1"/>
        </p:nvSpPr>
        <p:spPr bwMode="auto">
          <a:xfrm>
            <a:off x="1588" y="-3175"/>
            <a:ext cx="5030788" cy="457200"/>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 name="Freeform 8"/>
          <p:cNvSpPr>
            <a:spLocks/>
          </p:cNvSpPr>
          <p:nvPr userDrawn="1"/>
        </p:nvSpPr>
        <p:spPr bwMode="auto">
          <a:xfrm>
            <a:off x="4572001" y="6397625"/>
            <a:ext cx="4570413" cy="457200"/>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 name="Rectangle 1"/>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4" name="Title 1"/>
          <p:cNvSpPr>
            <a:spLocks noGrp="1"/>
          </p:cNvSpPr>
          <p:nvPr>
            <p:ph type="title" hasCustomPrompt="1"/>
          </p:nvPr>
        </p:nvSpPr>
        <p:spPr>
          <a:xfrm>
            <a:off x="440871" y="1014757"/>
            <a:ext cx="6733042" cy="538609"/>
          </a:xfrm>
        </p:spPr>
        <p:txBody>
          <a:bodyPr>
            <a:spAutoFit/>
          </a:bodyPr>
          <a:lstStyle>
            <a:lvl1pPr>
              <a:lnSpc>
                <a:spcPct val="100000"/>
              </a:lnSpc>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7" name="Text Placeholder 49"/>
          <p:cNvSpPr>
            <a:spLocks noGrp="1"/>
          </p:cNvSpPr>
          <p:nvPr>
            <p:ph type="body" sz="quarter" idx="15" hasCustomPrompt="1"/>
          </p:nvPr>
        </p:nvSpPr>
        <p:spPr>
          <a:xfrm>
            <a:off x="440871" y="1751357"/>
            <a:ext cx="8284029" cy="3954411"/>
          </a:xfrm>
        </p:spPr>
        <p:txBody>
          <a:bodyPr>
            <a:normAutofit/>
          </a:bodyPr>
          <a:lstStyle>
            <a:lvl1pPr marL="0" indent="0">
              <a:lnSpc>
                <a:spcPct val="100000"/>
              </a:lnSpc>
              <a:buNone/>
              <a:defRPr sz="1900">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45" name="Footer Placeholder 4"/>
          <p:cNvSpPr>
            <a:spLocks noGrp="1"/>
          </p:cNvSpPr>
          <p:nvPr>
            <p:ph type="ftr" sz="quarter" idx="3"/>
          </p:nvPr>
        </p:nvSpPr>
        <p:spPr>
          <a:xfrm>
            <a:off x="832758" y="6510471"/>
            <a:ext cx="3086100"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46"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1079407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3" name="Rectangle 2"/>
          <p:cNvSpPr/>
          <p:nvPr/>
        </p:nvSpPr>
        <p:spPr>
          <a:xfrm flipV="1">
            <a:off x="0" y="4137025"/>
            <a:ext cx="9144000" cy="4603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useBgFill="1">
        <p:nvSpPr>
          <p:cNvPr id="4" name="Rounded Rectangle 3"/>
          <p:cNvSpPr/>
          <p:nvPr/>
        </p:nvSpPr>
        <p:spPr bwMode="white">
          <a:xfrm>
            <a:off x="5410202" y="3962401"/>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useBgFill="1">
        <p:nvSpPr>
          <p:cNvPr id="5" name="Rounded Rectangle 4"/>
          <p:cNvSpPr/>
          <p:nvPr/>
        </p:nvSpPr>
        <p:spPr bwMode="white">
          <a:xfrm>
            <a:off x="7377113" y="4060826"/>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p:nvSpPr>
          <p:cNvPr id="6" name="Rectangle 5"/>
          <p:cNvSpPr/>
          <p:nvPr/>
        </p:nvSpPr>
        <p:spPr>
          <a:xfrm>
            <a:off x="0" y="3962401"/>
            <a:ext cx="9144000" cy="244475"/>
          </a:xfrm>
          <a:prstGeom prst="rect">
            <a:avLst/>
          </a:prstGeom>
          <a:solidFill>
            <a:schemeClr val="accent6">
              <a:lumMod val="40000"/>
              <a:lumOff val="60000"/>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p:nvSpPr>
          <p:cNvPr id="7" name="Rectangle 6"/>
          <p:cNvSpPr/>
          <p:nvPr/>
        </p:nvSpPr>
        <p:spPr>
          <a:xfrm>
            <a:off x="0" y="3970338"/>
            <a:ext cx="9144000" cy="141287"/>
          </a:xfrm>
          <a:prstGeom prst="rect">
            <a:avLst/>
          </a:prstGeom>
          <a:solidFill>
            <a:srgbClr val="00206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p:nvSpPr>
          <p:cNvPr id="8" name="Rectangle 7"/>
          <p:cNvSpPr/>
          <p:nvPr userDrawn="1"/>
        </p:nvSpPr>
        <p:spPr>
          <a:xfrm>
            <a:off x="0" y="1"/>
            <a:ext cx="9144000" cy="3970338"/>
          </a:xfrm>
          <a:prstGeom prst="rect">
            <a:avLst/>
          </a:prstGeom>
          <a:solidFill>
            <a:schemeClr val="accent4">
              <a:lumMod val="7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p:nvSpPr>
          <p:cNvPr id="9" name="Subtitle 8"/>
          <p:cNvSpPr>
            <a:spLocks noGrp="1"/>
          </p:cNvSpPr>
          <p:nvPr>
            <p:ph type="subTitle" idx="1"/>
          </p:nvPr>
        </p:nvSpPr>
        <p:spPr>
          <a:xfrm>
            <a:off x="1584293" y="4724400"/>
            <a:ext cx="6324600" cy="1295400"/>
          </a:xfrm>
        </p:spPr>
        <p:txBody>
          <a:bodyPr>
            <a:noAutofit/>
          </a:bodyPr>
          <a:lstStyle>
            <a:lvl1pPr marL="59739" indent="0" algn="ctr">
              <a:buNone/>
              <a:defRPr sz="3200">
                <a:solidFill>
                  <a:schemeClr val="accent3">
                    <a:lumMod val="75000"/>
                  </a:schemeClr>
                </a:solidFill>
              </a:defRPr>
            </a:lvl1pPr>
            <a:lvl2pPr marL="426705" indent="0" algn="ctr">
              <a:buNone/>
            </a:lvl2pPr>
            <a:lvl3pPr marL="853410" indent="0" algn="ctr">
              <a:buNone/>
            </a:lvl3pPr>
            <a:lvl4pPr marL="1280114" indent="0" algn="ctr">
              <a:buNone/>
            </a:lvl4pPr>
            <a:lvl5pPr marL="1706819" indent="0" algn="ctr">
              <a:buNone/>
            </a:lvl5pPr>
            <a:lvl6pPr marL="2133524" indent="0" algn="ctr">
              <a:buNone/>
            </a:lvl6pPr>
            <a:lvl7pPr marL="2560229" indent="0" algn="ctr">
              <a:buNone/>
            </a:lvl7pPr>
            <a:lvl8pPr marL="2986933" indent="0" algn="ctr">
              <a:buNone/>
            </a:lvl8pPr>
            <a:lvl9pPr marL="3413638" indent="0" algn="ctr">
              <a:buNone/>
            </a:lvl9pPr>
          </a:lstStyle>
          <a:p>
            <a:r>
              <a:rPr lang="en-US" dirty="0"/>
              <a:t>Click to edit Master subtitle style</a:t>
            </a:r>
          </a:p>
        </p:txBody>
      </p:sp>
      <p:pic>
        <p:nvPicPr>
          <p:cNvPr id="1026" name="Picture 2"/>
          <p:cNvPicPr>
            <a:picLocks noChangeAspect="1" noChangeArrowheads="1"/>
          </p:cNvPicPr>
          <p:nvPr userDrawn="1"/>
        </p:nvPicPr>
        <p:blipFill>
          <a:blip r:embed="rId2" cstate="print"/>
          <a:srcRect/>
          <a:stretch>
            <a:fillRect/>
          </a:stretch>
        </p:blipFill>
        <p:spPr bwMode="auto">
          <a:xfrm>
            <a:off x="3200400" y="163286"/>
            <a:ext cx="2667000" cy="3688497"/>
          </a:xfrm>
          <a:prstGeom prst="rect">
            <a:avLst/>
          </a:prstGeom>
          <a:noFill/>
          <a:ln w="9525">
            <a:noFill/>
            <a:miter lim="800000"/>
            <a:headEnd/>
            <a:tailEnd/>
          </a:ln>
        </p:spPr>
      </p:pic>
    </p:spTree>
    <p:extLst>
      <p:ext uri="{BB962C8B-B14F-4D97-AF65-F5344CB8AC3E}">
        <p14:creationId xmlns:p14="http://schemas.microsoft.com/office/powerpoint/2010/main" val="8447248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9185390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1485992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9796072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8040083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9759136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6992358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6071007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5639718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9794120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1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0038922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40242315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8902910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2375144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8732388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9011324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1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070485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0991938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9427435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2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4988008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2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3156359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2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4359329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2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1114978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2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09810934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2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457512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2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3322574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2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25083454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2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47609703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2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7054072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3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42087420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3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83223317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3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15887792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3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76316748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3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70927098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3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26644708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3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6844434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3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6074677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3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84152023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4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64007320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4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11154673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4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6237207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4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02606116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4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71593599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4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18922159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4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55334682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4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50567166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4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3784321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4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16031028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5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7540580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5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79664863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5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88645047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5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6067901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5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30683126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5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45236139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5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19686069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5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5952090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5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9167395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5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76116149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cSld name="6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58203913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cSld name="6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69724380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6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5229977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6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48563219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cSld name="6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28286472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6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07572143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cSld name="6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411791584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cSld name="6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69925028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cSld name="6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76815255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cSld name="6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27945878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cSld name="7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69927288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cSld name="7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93316914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rgbClr val="FFFFFF"/>
        </a:solidFill>
        <a:effectLst/>
      </p:bgPr>
    </p:bg>
    <p:spTree>
      <p:nvGrpSpPr>
        <p:cNvPr id="1" name="Shape 38"/>
        <p:cNvGrpSpPr/>
        <p:nvPr/>
      </p:nvGrpSpPr>
      <p:grpSpPr>
        <a:xfrm>
          <a:off x="0" y="0"/>
          <a:ext cx="0" cy="0"/>
          <a:chOff x="0" y="0"/>
          <a:chExt cx="0" cy="0"/>
        </a:xfrm>
      </p:grpSpPr>
      <p:pic>
        <p:nvPicPr>
          <p:cNvPr id="39" name="Google Shape;39;p2"/>
          <p:cNvPicPr preferRelativeResize="0"/>
          <p:nvPr/>
        </p:nvPicPr>
        <p:blipFill>
          <a:blip r:embed="rId2">
            <a:alphaModFix/>
          </a:blip>
          <a:stretch>
            <a:fillRect/>
          </a:stretch>
        </p:blipFill>
        <p:spPr>
          <a:xfrm>
            <a:off x="1" y="-3"/>
            <a:ext cx="11328385" cy="6919433"/>
          </a:xfrm>
          <a:prstGeom prst="rect">
            <a:avLst/>
          </a:prstGeom>
          <a:noFill/>
          <a:ln>
            <a:noFill/>
          </a:ln>
        </p:spPr>
      </p:pic>
      <p:grpSp>
        <p:nvGrpSpPr>
          <p:cNvPr id="40" name="Google Shape;40;p2"/>
          <p:cNvGrpSpPr/>
          <p:nvPr/>
        </p:nvGrpSpPr>
        <p:grpSpPr>
          <a:xfrm>
            <a:off x="22" y="4740126"/>
            <a:ext cx="7314320" cy="1169029"/>
            <a:chOff x="-11" y="1378677"/>
            <a:chExt cx="7314320" cy="4116300"/>
          </a:xfrm>
        </p:grpSpPr>
        <p:sp>
          <p:nvSpPr>
            <p:cNvPr id="41" name="Google Shape;41;p2"/>
            <p:cNvSpPr/>
            <p:nvPr/>
          </p:nvSpPr>
          <p:spPr>
            <a:xfrm flipH="1">
              <a:off x="-11" y="1378677"/>
              <a:ext cx="187800" cy="4116300"/>
            </a:xfrm>
            <a:prstGeom prst="rect">
              <a:avLst/>
            </a:prstGeom>
            <a:solidFill>
              <a:srgbClr val="E6703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sp>
          <p:nvSpPr>
            <p:cNvPr id="42" name="Google Shape;42;p2"/>
            <p:cNvSpPr/>
            <p:nvPr/>
          </p:nvSpPr>
          <p:spPr>
            <a:xfrm flipH="1">
              <a:off x="187809" y="1378677"/>
              <a:ext cx="7126500" cy="4116300"/>
            </a:xfrm>
            <a:prstGeom prst="rect">
              <a:avLst/>
            </a:prstGeom>
            <a:solidFill>
              <a:srgbClr val="434343"/>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grpSp>
      <p:sp>
        <p:nvSpPr>
          <p:cNvPr id="43" name="Google Shape;43;p2"/>
          <p:cNvSpPr txBox="1">
            <a:spLocks noGrp="1"/>
          </p:cNvSpPr>
          <p:nvPr>
            <p:ph type="ctrTitle"/>
          </p:nvPr>
        </p:nvSpPr>
        <p:spPr>
          <a:xfrm>
            <a:off x="414375" y="4842443"/>
            <a:ext cx="6400800" cy="964400"/>
          </a:xfrm>
          <a:prstGeom prst="rect">
            <a:avLst/>
          </a:prstGeom>
        </p:spPr>
        <p:txBody>
          <a:bodyPr spcFirstLastPara="1" wrap="square" lIns="91425" tIns="91425" rIns="91425" bIns="91425" anchor="b" anchorCtr="0">
            <a:noAutofit/>
          </a:bodyPr>
          <a:lstStyle>
            <a:lvl1pPr lvl="0">
              <a:spcBef>
                <a:spcPts val="0"/>
              </a:spcBef>
              <a:spcAft>
                <a:spcPts val="0"/>
              </a:spcAft>
              <a:buClr>
                <a:srgbClr val="FFFFFF"/>
              </a:buClr>
              <a:buSzPts val="3600"/>
              <a:buNone/>
              <a:defRPr sz="3600">
                <a:solidFill>
                  <a:srgbClr val="FFFFFF"/>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Tree>
    <p:extLst>
      <p:ext uri="{BB962C8B-B14F-4D97-AF65-F5344CB8AC3E}">
        <p14:creationId xmlns:p14="http://schemas.microsoft.com/office/powerpoint/2010/main" val="358220151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7"/>
        <p:cNvGrpSpPr/>
        <p:nvPr/>
      </p:nvGrpSpPr>
      <p:grpSpPr>
        <a:xfrm>
          <a:off x="0" y="0"/>
          <a:ext cx="0" cy="0"/>
          <a:chOff x="0" y="0"/>
          <a:chExt cx="0" cy="0"/>
        </a:xfrm>
      </p:grpSpPr>
      <p:grpSp>
        <p:nvGrpSpPr>
          <p:cNvPr id="58" name="Google Shape;58;p5"/>
          <p:cNvGrpSpPr/>
          <p:nvPr/>
        </p:nvGrpSpPr>
        <p:grpSpPr>
          <a:xfrm>
            <a:off x="-13" y="-12188"/>
            <a:ext cx="8005728" cy="1612563"/>
            <a:chOff x="-13" y="-12188"/>
            <a:chExt cx="8005728" cy="1161900"/>
          </a:xfrm>
        </p:grpSpPr>
        <p:sp>
          <p:nvSpPr>
            <p:cNvPr id="59" name="Google Shape;59;p5"/>
            <p:cNvSpPr/>
            <p:nvPr/>
          </p:nvSpPr>
          <p:spPr>
            <a:xfrm flipH="1">
              <a:off x="-13" y="-12188"/>
              <a:ext cx="187800" cy="1161900"/>
            </a:xfrm>
            <a:prstGeom prst="rect">
              <a:avLst/>
            </a:prstGeom>
            <a:solidFill>
              <a:srgbClr val="E6703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sp>
          <p:nvSpPr>
            <p:cNvPr id="60" name="Google Shape;60;p5"/>
            <p:cNvSpPr/>
            <p:nvPr/>
          </p:nvSpPr>
          <p:spPr>
            <a:xfrm flipH="1">
              <a:off x="187715" y="-12188"/>
              <a:ext cx="7818000" cy="1161900"/>
            </a:xfrm>
            <a:prstGeom prst="rect">
              <a:avLst/>
            </a:prstGeom>
            <a:solidFill>
              <a:srgbClr val="E6703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grpSp>
      <p:sp>
        <p:nvSpPr>
          <p:cNvPr id="61" name="Google Shape;61;p5"/>
          <p:cNvSpPr txBox="1">
            <a:spLocks noGrp="1"/>
          </p:cNvSpPr>
          <p:nvPr>
            <p:ph type="title"/>
          </p:nvPr>
        </p:nvSpPr>
        <p:spPr>
          <a:xfrm>
            <a:off x="457200" y="134801"/>
            <a:ext cx="7315500" cy="1352000"/>
          </a:xfrm>
          <a:prstGeom prst="rect">
            <a:avLst/>
          </a:prstGeom>
        </p:spPr>
        <p:txBody>
          <a:bodyPr spcFirstLastPara="1" wrap="square" lIns="91425" tIns="91425" rIns="91425" bIns="91425" anchor="b" anchorCtr="0">
            <a:no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a:endParaRPr/>
          </a:p>
        </p:txBody>
      </p:sp>
    </p:spTree>
    <p:extLst>
      <p:ext uri="{BB962C8B-B14F-4D97-AF65-F5344CB8AC3E}">
        <p14:creationId xmlns:p14="http://schemas.microsoft.com/office/powerpoint/2010/main" val="401939164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44"/>
        <p:cNvGrpSpPr/>
        <p:nvPr/>
      </p:nvGrpSpPr>
      <p:grpSpPr>
        <a:xfrm>
          <a:off x="0" y="0"/>
          <a:ext cx="0" cy="0"/>
          <a:chOff x="0" y="0"/>
          <a:chExt cx="0" cy="0"/>
        </a:xfrm>
      </p:grpSpPr>
      <p:grpSp>
        <p:nvGrpSpPr>
          <p:cNvPr id="45" name="Google Shape;45;p3"/>
          <p:cNvGrpSpPr/>
          <p:nvPr/>
        </p:nvGrpSpPr>
        <p:grpSpPr>
          <a:xfrm>
            <a:off x="-13" y="-12188"/>
            <a:ext cx="8005728" cy="1612563"/>
            <a:chOff x="-13" y="-12188"/>
            <a:chExt cx="8005728" cy="1161900"/>
          </a:xfrm>
        </p:grpSpPr>
        <p:sp>
          <p:nvSpPr>
            <p:cNvPr id="46" name="Google Shape;46;p3"/>
            <p:cNvSpPr/>
            <p:nvPr/>
          </p:nvSpPr>
          <p:spPr>
            <a:xfrm flipH="1">
              <a:off x="-13" y="-12188"/>
              <a:ext cx="187800" cy="1161900"/>
            </a:xfrm>
            <a:prstGeom prst="rect">
              <a:avLst/>
            </a:prstGeom>
            <a:solidFill>
              <a:srgbClr val="E6703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sp>
          <p:nvSpPr>
            <p:cNvPr id="47" name="Google Shape;47;p3"/>
            <p:cNvSpPr/>
            <p:nvPr/>
          </p:nvSpPr>
          <p:spPr>
            <a:xfrm flipH="1">
              <a:off x="187715" y="-12188"/>
              <a:ext cx="7818000" cy="1161900"/>
            </a:xfrm>
            <a:prstGeom prst="rect">
              <a:avLst/>
            </a:prstGeom>
            <a:solidFill>
              <a:srgbClr val="E6703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grpSp>
      <p:sp>
        <p:nvSpPr>
          <p:cNvPr id="48" name="Google Shape;48;p3"/>
          <p:cNvSpPr txBox="1">
            <a:spLocks noGrp="1"/>
          </p:cNvSpPr>
          <p:nvPr>
            <p:ph type="title"/>
          </p:nvPr>
        </p:nvSpPr>
        <p:spPr>
          <a:xfrm>
            <a:off x="457200" y="134801"/>
            <a:ext cx="7315500" cy="1352000"/>
          </a:xfrm>
          <a:prstGeom prst="rect">
            <a:avLst/>
          </a:prstGeom>
        </p:spPr>
        <p:txBody>
          <a:bodyPr spcFirstLastPara="1" wrap="square" lIns="91425" tIns="91425" rIns="91425" bIns="91425" anchor="b" anchorCtr="0">
            <a:no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a:endParaRPr/>
          </a:p>
        </p:txBody>
      </p:sp>
      <p:sp>
        <p:nvSpPr>
          <p:cNvPr id="49" name="Google Shape;49;p3"/>
          <p:cNvSpPr txBox="1">
            <a:spLocks noGrp="1"/>
          </p:cNvSpPr>
          <p:nvPr>
            <p:ph type="body" idx="1"/>
          </p:nvPr>
        </p:nvSpPr>
        <p:spPr>
          <a:xfrm>
            <a:off x="457200" y="1704688"/>
            <a:ext cx="8229600" cy="4840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Tree>
    <p:extLst>
      <p:ext uri="{BB962C8B-B14F-4D97-AF65-F5344CB8AC3E}">
        <p14:creationId xmlns:p14="http://schemas.microsoft.com/office/powerpoint/2010/main" val="266218105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rgbClr val="3D3935"/>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5/25/2026</a:t>
            </a:fld>
            <a:endParaRPr lang="en-US"/>
          </a:p>
        </p:txBody>
      </p:sp>
      <p:sp>
        <p:nvSpPr>
          <p:cNvPr id="7" name="Holder 7"/>
          <p:cNvSpPr>
            <a:spLocks noGrp="1"/>
          </p:cNvSpPr>
          <p:nvPr>
            <p:ph type="sldNum" sz="quarter" idx="7"/>
          </p:nvPr>
        </p:nvSpPr>
        <p:spPr/>
        <p:txBody>
          <a:bodyPr lIns="0" tIns="0" rIns="0" bIns="0"/>
          <a:lstStyle>
            <a:lvl1pPr>
              <a:defRPr sz="1000" b="0" i="0">
                <a:solidFill>
                  <a:srgbClr val="3D3935"/>
                </a:solidFill>
                <a:latin typeface="Arial"/>
                <a:cs typeface="Arial"/>
              </a:defRPr>
            </a:lvl1pPr>
          </a:lstStyle>
          <a:p>
            <a:pPr marL="38100">
              <a:lnSpc>
                <a:spcPct val="100000"/>
              </a:lnSpc>
              <a:spcBef>
                <a:spcPts val="5"/>
              </a:spcBef>
            </a:pPr>
            <a:fld id="{81D60167-4931-47E6-BA6A-407CBD079E47}" type="slidenum">
              <a:rPr dirty="0"/>
              <a:t>‹#›</a:t>
            </a:fld>
            <a:r>
              <a:rPr spc="240" dirty="0"/>
              <a:t> </a:t>
            </a:r>
            <a:r>
              <a:rPr dirty="0"/>
              <a:t>|</a:t>
            </a:r>
            <a:r>
              <a:rPr spc="409" dirty="0"/>
              <a:t> </a:t>
            </a:r>
            <a:r>
              <a:rPr dirty="0"/>
              <a:t>Directorate</a:t>
            </a:r>
            <a:r>
              <a:rPr spc="-20" dirty="0"/>
              <a:t> </a:t>
            </a:r>
            <a:r>
              <a:rPr dirty="0"/>
              <a:t>|</a:t>
            </a:r>
            <a:r>
              <a:rPr spc="-15" dirty="0"/>
              <a:t> </a:t>
            </a:r>
            <a:r>
              <a:rPr dirty="0"/>
              <a:t>Office</a:t>
            </a:r>
            <a:r>
              <a:rPr spc="-20" dirty="0"/>
              <a:t> </a:t>
            </a:r>
            <a:r>
              <a:rPr dirty="0"/>
              <a:t>|</a:t>
            </a:r>
            <a:r>
              <a:rPr spc="-15" dirty="0"/>
              <a:t> </a:t>
            </a:r>
            <a:r>
              <a:rPr dirty="0"/>
              <a:t>Faculty</a:t>
            </a:r>
            <a:r>
              <a:rPr spc="-15" dirty="0"/>
              <a:t> </a:t>
            </a:r>
            <a:r>
              <a:rPr dirty="0"/>
              <a:t>|</a:t>
            </a:r>
            <a:r>
              <a:rPr spc="-15" dirty="0"/>
              <a:t> </a:t>
            </a:r>
            <a:r>
              <a:rPr spc="-10" dirty="0"/>
              <a:t>School</a:t>
            </a:r>
          </a:p>
        </p:txBody>
      </p:sp>
    </p:spTree>
    <p:extLst>
      <p:ext uri="{BB962C8B-B14F-4D97-AF65-F5344CB8AC3E}">
        <p14:creationId xmlns:p14="http://schemas.microsoft.com/office/powerpoint/2010/main" val="411829408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2628A-7B10-1144-B563-9F7D35EB940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23B5F27-03B0-0645-8735-8C6D1CD55B4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80233902"/>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image" Target="../media/image1.emf"/><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tags" Target="../tags/tag2.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87"/>
            </p:custDataLst>
            <p:extLst>
              <p:ext uri="{D42A27DB-BD31-4B8C-83A1-F6EECF244321}">
                <p14:modId xmlns:p14="http://schemas.microsoft.com/office/powerpoint/2010/main" val="347569646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88" imgW="347" imgH="348" progId="TCLayout.ActiveDocument.1">
                  <p:embed/>
                </p:oleObj>
              </mc:Choice>
              <mc:Fallback>
                <p:oleObj name="think-cell Slide" r:id="rId88" imgW="347" imgH="348" progId="TCLayout.ActiveDocument.1">
                  <p:embed/>
                  <p:pic>
                    <p:nvPicPr>
                      <p:cNvPr id="4" name="Object 3" hidden="1"/>
                      <p:cNvPicPr/>
                      <p:nvPr/>
                    </p:nvPicPr>
                    <p:blipFill>
                      <a:blip r:embed="rId89"/>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87" name="Group 4"/>
          <p:cNvGrpSpPr>
            <a:grpSpLocks noChangeAspect="1"/>
          </p:cNvGrpSpPr>
          <p:nvPr userDrawn="1"/>
        </p:nvGrpSpPr>
        <p:grpSpPr bwMode="auto">
          <a:xfrm>
            <a:off x="1588" y="0"/>
            <a:ext cx="9140825" cy="6858000"/>
            <a:chOff x="1" y="0"/>
            <a:chExt cx="5758" cy="4320"/>
          </a:xfrm>
        </p:grpSpPr>
        <p:sp>
          <p:nvSpPr>
            <p:cNvPr id="88" name="AutoShape 3"/>
            <p:cNvSpPr>
              <a:spLocks noChangeAspect="1" noChangeArrowheads="1" noTextEdit="1"/>
            </p:cNvSpPr>
            <p:nvPr userDrawn="1"/>
          </p:nvSpPr>
          <p:spPr bwMode="auto">
            <a:xfrm>
              <a:off x="1" y="0"/>
              <a:ext cx="5758" cy="43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9" name="Freeform 5"/>
            <p:cNvSpPr>
              <a:spLocks/>
            </p:cNvSpPr>
            <p:nvPr userDrawn="1"/>
          </p:nvSpPr>
          <p:spPr bwMode="auto">
            <a:xfrm>
              <a:off x="1" y="-2"/>
              <a:ext cx="3169" cy="288"/>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close/>
                </a:path>
              </a:pathLst>
            </a:custGeom>
            <a:solidFill>
              <a:srgbClr val="E8E3DB"/>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0" name="Freeform 6"/>
            <p:cNvSpPr>
              <a:spLocks/>
            </p:cNvSpPr>
            <p:nvPr userDrawn="1"/>
          </p:nvSpPr>
          <p:spPr bwMode="auto">
            <a:xfrm>
              <a:off x="1" y="-2"/>
              <a:ext cx="3169" cy="288"/>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1" name="Freeform 7"/>
            <p:cNvSpPr>
              <a:spLocks/>
            </p:cNvSpPr>
            <p:nvPr userDrawn="1"/>
          </p:nvSpPr>
          <p:spPr bwMode="auto">
            <a:xfrm>
              <a:off x="2880" y="4030"/>
              <a:ext cx="2879" cy="288"/>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close/>
                </a:path>
              </a:pathLst>
            </a:custGeom>
            <a:solidFill>
              <a:srgbClr val="E8E3DB"/>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2" name="Freeform 8"/>
            <p:cNvSpPr>
              <a:spLocks/>
            </p:cNvSpPr>
            <p:nvPr userDrawn="1"/>
          </p:nvSpPr>
          <p:spPr bwMode="auto">
            <a:xfrm>
              <a:off x="2880" y="4030"/>
              <a:ext cx="2879" cy="288"/>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3" name="Freeform 9"/>
            <p:cNvSpPr>
              <a:spLocks/>
            </p:cNvSpPr>
            <p:nvPr userDrawn="1"/>
          </p:nvSpPr>
          <p:spPr bwMode="auto">
            <a:xfrm>
              <a:off x="4661" y="234"/>
              <a:ext cx="182" cy="234"/>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4" name="Freeform 10"/>
            <p:cNvSpPr>
              <a:spLocks/>
            </p:cNvSpPr>
            <p:nvPr userDrawn="1"/>
          </p:nvSpPr>
          <p:spPr bwMode="auto">
            <a:xfrm>
              <a:off x="4695" y="262"/>
              <a:ext cx="114" cy="150"/>
            </a:xfrm>
            <a:custGeom>
              <a:avLst/>
              <a:gdLst>
                <a:gd name="T0" fmla="*/ 0 w 114"/>
                <a:gd name="T1" fmla="*/ 74 h 150"/>
                <a:gd name="T2" fmla="*/ 58 w 114"/>
                <a:gd name="T3" fmla="*/ 0 h 150"/>
                <a:gd name="T4" fmla="*/ 114 w 114"/>
                <a:gd name="T5" fmla="*/ 74 h 150"/>
                <a:gd name="T6" fmla="*/ 58 w 114"/>
                <a:gd name="T7" fmla="*/ 150 h 150"/>
                <a:gd name="T8" fmla="*/ 0 w 114"/>
                <a:gd name="T9" fmla="*/ 74 h 150"/>
                <a:gd name="T10" fmla="*/ 0 w 114"/>
                <a:gd name="T11" fmla="*/ 74 h 150"/>
              </a:gdLst>
              <a:ahLst/>
              <a:cxnLst>
                <a:cxn ang="0">
                  <a:pos x="T0" y="T1"/>
                </a:cxn>
                <a:cxn ang="0">
                  <a:pos x="T2" y="T3"/>
                </a:cxn>
                <a:cxn ang="0">
                  <a:pos x="T4" y="T5"/>
                </a:cxn>
                <a:cxn ang="0">
                  <a:pos x="T6" y="T7"/>
                </a:cxn>
                <a:cxn ang="0">
                  <a:pos x="T8" y="T9"/>
                </a:cxn>
                <a:cxn ang="0">
                  <a:pos x="T10" y="T11"/>
                </a:cxn>
              </a:cxnLst>
              <a:rect l="0" t="0" r="r" b="b"/>
              <a:pathLst>
                <a:path w="114" h="150">
                  <a:moveTo>
                    <a:pt x="0" y="74"/>
                  </a:moveTo>
                  <a:lnTo>
                    <a:pt x="58" y="0"/>
                  </a:lnTo>
                  <a:lnTo>
                    <a:pt x="114" y="74"/>
                  </a:lnTo>
                  <a:lnTo>
                    <a:pt x="58" y="150"/>
                  </a:lnTo>
                  <a:lnTo>
                    <a:pt x="0" y="74"/>
                  </a:lnTo>
                  <a:lnTo>
                    <a:pt x="0" y="7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5" name="Freeform 11"/>
            <p:cNvSpPr>
              <a:spLocks/>
            </p:cNvSpPr>
            <p:nvPr userDrawn="1"/>
          </p:nvSpPr>
          <p:spPr bwMode="auto">
            <a:xfrm>
              <a:off x="4711" y="294"/>
              <a:ext cx="82" cy="9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6" name="Freeform 12"/>
            <p:cNvSpPr>
              <a:spLocks noEditPoints="1"/>
            </p:cNvSpPr>
            <p:nvPr userDrawn="1"/>
          </p:nvSpPr>
          <p:spPr bwMode="auto">
            <a:xfrm>
              <a:off x="4661" y="504"/>
              <a:ext cx="34" cy="32"/>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7" name="Freeform 13"/>
            <p:cNvSpPr>
              <a:spLocks/>
            </p:cNvSpPr>
            <p:nvPr userDrawn="1"/>
          </p:nvSpPr>
          <p:spPr bwMode="auto">
            <a:xfrm>
              <a:off x="4697" y="504"/>
              <a:ext cx="28" cy="32"/>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8" name="Freeform 14"/>
            <p:cNvSpPr>
              <a:spLocks/>
            </p:cNvSpPr>
            <p:nvPr userDrawn="1"/>
          </p:nvSpPr>
          <p:spPr bwMode="auto">
            <a:xfrm>
              <a:off x="4731" y="502"/>
              <a:ext cx="26" cy="34"/>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9" name="Freeform 15"/>
            <p:cNvSpPr>
              <a:spLocks/>
            </p:cNvSpPr>
            <p:nvPr userDrawn="1"/>
          </p:nvSpPr>
          <p:spPr bwMode="auto">
            <a:xfrm>
              <a:off x="4761" y="504"/>
              <a:ext cx="26" cy="32"/>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0" name="Freeform 16"/>
            <p:cNvSpPr>
              <a:spLocks noEditPoints="1"/>
            </p:cNvSpPr>
            <p:nvPr userDrawn="1"/>
          </p:nvSpPr>
          <p:spPr bwMode="auto">
            <a:xfrm>
              <a:off x="4793" y="504"/>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1" name="Freeform 17"/>
            <p:cNvSpPr>
              <a:spLocks noEditPoints="1"/>
            </p:cNvSpPr>
            <p:nvPr userDrawn="1"/>
          </p:nvSpPr>
          <p:spPr bwMode="auto">
            <a:xfrm>
              <a:off x="4823" y="504"/>
              <a:ext cx="34" cy="32"/>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2" name="Freeform 18"/>
            <p:cNvSpPr>
              <a:spLocks/>
            </p:cNvSpPr>
            <p:nvPr userDrawn="1"/>
          </p:nvSpPr>
          <p:spPr bwMode="auto">
            <a:xfrm>
              <a:off x="4861" y="504"/>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3" name="Freeform 19"/>
            <p:cNvSpPr>
              <a:spLocks/>
            </p:cNvSpPr>
            <p:nvPr userDrawn="1"/>
          </p:nvSpPr>
          <p:spPr bwMode="auto">
            <a:xfrm>
              <a:off x="4889" y="504"/>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4" name="Freeform 20"/>
            <p:cNvSpPr>
              <a:spLocks noEditPoints="1"/>
            </p:cNvSpPr>
            <p:nvPr userDrawn="1"/>
          </p:nvSpPr>
          <p:spPr bwMode="auto">
            <a:xfrm>
              <a:off x="4899" y="504"/>
              <a:ext cx="34" cy="32"/>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8" y="6"/>
                  </a:lnTo>
                  <a:lnTo>
                    <a:pt x="24" y="20"/>
                  </a:lnTo>
                  <a:lnTo>
                    <a:pt x="24"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5" name="Freeform 21"/>
            <p:cNvSpPr>
              <a:spLocks/>
            </p:cNvSpPr>
            <p:nvPr userDrawn="1"/>
          </p:nvSpPr>
          <p:spPr bwMode="auto">
            <a:xfrm>
              <a:off x="4939" y="504"/>
              <a:ext cx="26" cy="32"/>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6" name="Freeform 22"/>
            <p:cNvSpPr>
              <a:spLocks/>
            </p:cNvSpPr>
            <p:nvPr userDrawn="1"/>
          </p:nvSpPr>
          <p:spPr bwMode="auto">
            <a:xfrm>
              <a:off x="4989" y="502"/>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7" name="Freeform 23"/>
            <p:cNvSpPr>
              <a:spLocks noEditPoints="1"/>
            </p:cNvSpPr>
            <p:nvPr userDrawn="1"/>
          </p:nvSpPr>
          <p:spPr bwMode="auto">
            <a:xfrm>
              <a:off x="5021" y="504"/>
              <a:ext cx="34" cy="32"/>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8" name="Freeform 24"/>
            <p:cNvSpPr>
              <a:spLocks/>
            </p:cNvSpPr>
            <p:nvPr userDrawn="1"/>
          </p:nvSpPr>
          <p:spPr bwMode="auto">
            <a:xfrm>
              <a:off x="5053" y="504"/>
              <a:ext cx="28" cy="32"/>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9" name="Freeform 25"/>
            <p:cNvSpPr>
              <a:spLocks/>
            </p:cNvSpPr>
            <p:nvPr userDrawn="1"/>
          </p:nvSpPr>
          <p:spPr bwMode="auto">
            <a:xfrm>
              <a:off x="5085" y="504"/>
              <a:ext cx="28" cy="32"/>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0" name="Freeform 26"/>
            <p:cNvSpPr>
              <a:spLocks noEditPoints="1"/>
            </p:cNvSpPr>
            <p:nvPr userDrawn="1"/>
          </p:nvSpPr>
          <p:spPr bwMode="auto">
            <a:xfrm>
              <a:off x="5119" y="502"/>
              <a:ext cx="32" cy="34"/>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1" name="Freeform 27"/>
            <p:cNvSpPr>
              <a:spLocks/>
            </p:cNvSpPr>
            <p:nvPr userDrawn="1"/>
          </p:nvSpPr>
          <p:spPr bwMode="auto">
            <a:xfrm>
              <a:off x="5157" y="504"/>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2" name="Freeform 28"/>
            <p:cNvSpPr>
              <a:spLocks/>
            </p:cNvSpPr>
            <p:nvPr userDrawn="1"/>
          </p:nvSpPr>
          <p:spPr bwMode="auto">
            <a:xfrm>
              <a:off x="5185" y="504"/>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3" name="Freeform 29"/>
            <p:cNvSpPr>
              <a:spLocks/>
            </p:cNvSpPr>
            <p:nvPr userDrawn="1"/>
          </p:nvSpPr>
          <p:spPr bwMode="auto">
            <a:xfrm>
              <a:off x="5195" y="502"/>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4" name="Freeform 30"/>
            <p:cNvSpPr>
              <a:spLocks/>
            </p:cNvSpPr>
            <p:nvPr userDrawn="1"/>
          </p:nvSpPr>
          <p:spPr bwMode="auto">
            <a:xfrm>
              <a:off x="5247" y="504"/>
              <a:ext cx="26" cy="32"/>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5" name="Freeform 31"/>
            <p:cNvSpPr>
              <a:spLocks/>
            </p:cNvSpPr>
            <p:nvPr userDrawn="1"/>
          </p:nvSpPr>
          <p:spPr bwMode="auto">
            <a:xfrm>
              <a:off x="5283" y="504"/>
              <a:ext cx="26" cy="32"/>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6" name="Freeform 32"/>
            <p:cNvSpPr>
              <a:spLocks/>
            </p:cNvSpPr>
            <p:nvPr userDrawn="1"/>
          </p:nvSpPr>
          <p:spPr bwMode="auto">
            <a:xfrm>
              <a:off x="5317" y="504"/>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7" name="Freeform 33"/>
            <p:cNvSpPr>
              <a:spLocks/>
            </p:cNvSpPr>
            <p:nvPr userDrawn="1"/>
          </p:nvSpPr>
          <p:spPr bwMode="auto">
            <a:xfrm>
              <a:off x="5329" y="504"/>
              <a:ext cx="32" cy="32"/>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8" name="Freeform 34"/>
            <p:cNvSpPr>
              <a:spLocks/>
            </p:cNvSpPr>
            <p:nvPr userDrawn="1"/>
          </p:nvSpPr>
          <p:spPr bwMode="auto">
            <a:xfrm>
              <a:off x="5365" y="504"/>
              <a:ext cx="24" cy="32"/>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9" name="Freeform 35"/>
            <p:cNvSpPr>
              <a:spLocks noEditPoints="1"/>
            </p:cNvSpPr>
            <p:nvPr userDrawn="1"/>
          </p:nvSpPr>
          <p:spPr bwMode="auto">
            <a:xfrm>
              <a:off x="5397" y="504"/>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0" name="Freeform 36"/>
            <p:cNvSpPr>
              <a:spLocks/>
            </p:cNvSpPr>
            <p:nvPr userDrawn="1"/>
          </p:nvSpPr>
          <p:spPr bwMode="auto">
            <a:xfrm>
              <a:off x="5427" y="502"/>
              <a:ext cx="28" cy="34"/>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1" name="Freeform 37"/>
            <p:cNvSpPr>
              <a:spLocks/>
            </p:cNvSpPr>
            <p:nvPr userDrawn="1"/>
          </p:nvSpPr>
          <p:spPr bwMode="auto">
            <a:xfrm>
              <a:off x="5461" y="504"/>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2" name="Freeform 38"/>
            <p:cNvSpPr>
              <a:spLocks/>
            </p:cNvSpPr>
            <p:nvPr userDrawn="1"/>
          </p:nvSpPr>
          <p:spPr bwMode="auto">
            <a:xfrm>
              <a:off x="5473" y="504"/>
              <a:ext cx="54" cy="32"/>
            </a:xfrm>
            <a:custGeom>
              <a:avLst/>
              <a:gdLst>
                <a:gd name="T0" fmla="*/ 30 w 54"/>
                <a:gd name="T1" fmla="*/ 0 h 32"/>
                <a:gd name="T2" fmla="*/ 0 w 54"/>
                <a:gd name="T3" fmla="*/ 0 h 32"/>
                <a:gd name="T4" fmla="*/ 0 w 54"/>
                <a:gd name="T5" fmla="*/ 4 h 32"/>
                <a:gd name="T6" fmla="*/ 10 w 54"/>
                <a:gd name="T7" fmla="*/ 4 h 32"/>
                <a:gd name="T8" fmla="*/ 10 w 54"/>
                <a:gd name="T9" fmla="*/ 32 h 32"/>
                <a:gd name="T10" fmla="*/ 16 w 54"/>
                <a:gd name="T11" fmla="*/ 32 h 32"/>
                <a:gd name="T12" fmla="*/ 16 w 54"/>
                <a:gd name="T13" fmla="*/ 4 h 32"/>
                <a:gd name="T14" fmla="*/ 26 w 54"/>
                <a:gd name="T15" fmla="*/ 4 h 32"/>
                <a:gd name="T16" fmla="*/ 36 w 54"/>
                <a:gd name="T17" fmla="*/ 18 h 32"/>
                <a:gd name="T18" fmla="*/ 36 w 54"/>
                <a:gd name="T19" fmla="*/ 32 h 32"/>
                <a:gd name="T20" fmla="*/ 42 w 54"/>
                <a:gd name="T21" fmla="*/ 32 h 32"/>
                <a:gd name="T22" fmla="*/ 42 w 54"/>
                <a:gd name="T23" fmla="*/ 18 h 32"/>
                <a:gd name="T24" fmla="*/ 54 w 54"/>
                <a:gd name="T25" fmla="*/ 0 h 32"/>
                <a:gd name="T26" fmla="*/ 54 w 54"/>
                <a:gd name="T27" fmla="*/ 0 h 32"/>
                <a:gd name="T28" fmla="*/ 54 w 54"/>
                <a:gd name="T29" fmla="*/ 0 h 32"/>
                <a:gd name="T30" fmla="*/ 48 w 54"/>
                <a:gd name="T31" fmla="*/ 0 h 32"/>
                <a:gd name="T32" fmla="*/ 38 w 54"/>
                <a:gd name="T33" fmla="*/ 14 h 32"/>
                <a:gd name="T34" fmla="*/ 30 w 54"/>
                <a:gd name="T35" fmla="*/ 0 h 32"/>
                <a:gd name="T36" fmla="*/ 30 w 54"/>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4" h="32">
                  <a:moveTo>
                    <a:pt x="30" y="0"/>
                  </a:moveTo>
                  <a:lnTo>
                    <a:pt x="0" y="0"/>
                  </a:lnTo>
                  <a:lnTo>
                    <a:pt x="0" y="4"/>
                  </a:lnTo>
                  <a:lnTo>
                    <a:pt x="10" y="4"/>
                  </a:lnTo>
                  <a:lnTo>
                    <a:pt x="10" y="32"/>
                  </a:lnTo>
                  <a:lnTo>
                    <a:pt x="16" y="32"/>
                  </a:lnTo>
                  <a:lnTo>
                    <a:pt x="16" y="4"/>
                  </a:lnTo>
                  <a:lnTo>
                    <a:pt x="26" y="4"/>
                  </a:lnTo>
                  <a:lnTo>
                    <a:pt x="36" y="18"/>
                  </a:lnTo>
                  <a:lnTo>
                    <a:pt x="36" y="32"/>
                  </a:lnTo>
                  <a:lnTo>
                    <a:pt x="42" y="32"/>
                  </a:lnTo>
                  <a:lnTo>
                    <a:pt x="42" y="18"/>
                  </a:lnTo>
                  <a:lnTo>
                    <a:pt x="54" y="0"/>
                  </a:lnTo>
                  <a:lnTo>
                    <a:pt x="54" y="0"/>
                  </a:lnTo>
                  <a:lnTo>
                    <a:pt x="54" y="0"/>
                  </a:lnTo>
                  <a:lnTo>
                    <a:pt x="48" y="0"/>
                  </a:lnTo>
                  <a:lnTo>
                    <a:pt x="38" y="14"/>
                  </a:lnTo>
                  <a:lnTo>
                    <a:pt x="30" y="0"/>
                  </a:lnTo>
                  <a:lnTo>
                    <a:pt x="30" y="0"/>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3" name="Freeform 39"/>
            <p:cNvSpPr>
              <a:spLocks/>
            </p:cNvSpPr>
            <p:nvPr userDrawn="1"/>
          </p:nvSpPr>
          <p:spPr bwMode="auto">
            <a:xfrm>
              <a:off x="5343" y="234"/>
              <a:ext cx="184" cy="230"/>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4" name="Freeform 40"/>
            <p:cNvSpPr>
              <a:spLocks/>
            </p:cNvSpPr>
            <p:nvPr userDrawn="1"/>
          </p:nvSpPr>
          <p:spPr bwMode="auto">
            <a:xfrm>
              <a:off x="5099" y="230"/>
              <a:ext cx="212" cy="234"/>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5" name="Freeform 41"/>
            <p:cNvSpPr>
              <a:spLocks noEditPoints="1"/>
            </p:cNvSpPr>
            <p:nvPr userDrawn="1"/>
          </p:nvSpPr>
          <p:spPr bwMode="auto">
            <a:xfrm>
              <a:off x="4887" y="234"/>
              <a:ext cx="208" cy="226"/>
            </a:xfrm>
            <a:custGeom>
              <a:avLst/>
              <a:gdLst>
                <a:gd name="T0" fmla="*/ 164 w 208"/>
                <a:gd name="T1" fmla="*/ 226 h 226"/>
                <a:gd name="T2" fmla="*/ 208 w 208"/>
                <a:gd name="T3" fmla="*/ 226 h 226"/>
                <a:gd name="T4" fmla="*/ 120 w 208"/>
                <a:gd name="T5" fmla="*/ 0 h 226"/>
                <a:gd name="T6" fmla="*/ 86 w 208"/>
                <a:gd name="T7" fmla="*/ 0 h 226"/>
                <a:gd name="T8" fmla="*/ 0 w 208"/>
                <a:gd name="T9" fmla="*/ 226 h 226"/>
                <a:gd name="T10" fmla="*/ 22 w 208"/>
                <a:gd name="T11" fmla="*/ 226 h 226"/>
                <a:gd name="T12" fmla="*/ 48 w 208"/>
                <a:gd name="T13" fmla="*/ 162 h 226"/>
                <a:gd name="T14" fmla="*/ 140 w 208"/>
                <a:gd name="T15" fmla="*/ 162 h 226"/>
                <a:gd name="T16" fmla="*/ 164 w 208"/>
                <a:gd name="T17" fmla="*/ 226 h 226"/>
                <a:gd name="T18" fmla="*/ 164 w 208"/>
                <a:gd name="T19" fmla="*/ 226 h 226"/>
                <a:gd name="T20" fmla="*/ 54 w 208"/>
                <a:gd name="T21" fmla="*/ 142 h 226"/>
                <a:gd name="T22" fmla="*/ 94 w 208"/>
                <a:gd name="T23" fmla="*/ 36 h 226"/>
                <a:gd name="T24" fmla="*/ 134 w 208"/>
                <a:gd name="T25" fmla="*/ 142 h 226"/>
                <a:gd name="T26" fmla="*/ 54 w 208"/>
                <a:gd name="T27" fmla="*/ 142 h 226"/>
                <a:gd name="T28" fmla="*/ 54 w 208"/>
                <a:gd name="T29"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226">
                  <a:moveTo>
                    <a:pt x="164" y="226"/>
                  </a:moveTo>
                  <a:lnTo>
                    <a:pt x="208" y="226"/>
                  </a:lnTo>
                  <a:lnTo>
                    <a:pt x="120" y="0"/>
                  </a:lnTo>
                  <a:lnTo>
                    <a:pt x="86" y="0"/>
                  </a:lnTo>
                  <a:lnTo>
                    <a:pt x="0" y="226"/>
                  </a:lnTo>
                  <a:lnTo>
                    <a:pt x="22" y="226"/>
                  </a:lnTo>
                  <a:lnTo>
                    <a:pt x="48" y="162"/>
                  </a:lnTo>
                  <a:lnTo>
                    <a:pt x="140" y="162"/>
                  </a:lnTo>
                  <a:lnTo>
                    <a:pt x="164" y="226"/>
                  </a:lnTo>
                  <a:lnTo>
                    <a:pt x="164" y="226"/>
                  </a:lnTo>
                  <a:close/>
                  <a:moveTo>
                    <a:pt x="54" y="142"/>
                  </a:moveTo>
                  <a:lnTo>
                    <a:pt x="94" y="36"/>
                  </a:lnTo>
                  <a:lnTo>
                    <a:pt x="134" y="142"/>
                  </a:lnTo>
                  <a:lnTo>
                    <a:pt x="54" y="142"/>
                  </a:lnTo>
                  <a:lnTo>
                    <a:pt x="54" y="142"/>
                  </a:lnTo>
                  <a:close/>
                </a:path>
              </a:pathLst>
            </a:custGeom>
            <a:solidFill>
              <a:srgbClr val="3D0F5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
        <p:nvSpPr>
          <p:cNvPr id="5" name="Footer Placeholder 4"/>
          <p:cNvSpPr>
            <a:spLocks noGrp="1"/>
          </p:cNvSpPr>
          <p:nvPr>
            <p:ph type="ftr" sz="quarter" idx="3"/>
          </p:nvPr>
        </p:nvSpPr>
        <p:spPr>
          <a:xfrm>
            <a:off x="832758" y="6510471"/>
            <a:ext cx="3086100"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6"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2980067865"/>
      </p:ext>
    </p:extLst>
  </p:cSld>
  <p:clrMap bg1="lt1" tx1="dk1" bg2="lt2" tx2="dk2" accent1="accent1" accent2="accent2" accent3="accent3" accent4="accent4" accent5="accent5" accent6="accent6" hlink="hlink" folHlink="folHlink"/>
  <p:sldLayoutIdLst>
    <p:sldLayoutId id="2147483661" r:id="rId1"/>
    <p:sldLayoutId id="2147483691" r:id="rId2"/>
    <p:sldLayoutId id="2147483663" r:id="rId3"/>
    <p:sldLayoutId id="2147483664" r:id="rId4"/>
    <p:sldLayoutId id="2147483665" r:id="rId5"/>
    <p:sldLayoutId id="2147483682" r:id="rId6"/>
    <p:sldLayoutId id="2147483679" r:id="rId7"/>
    <p:sldLayoutId id="2147483686" r:id="rId8"/>
    <p:sldLayoutId id="2147483689" r:id="rId9"/>
    <p:sldLayoutId id="2147483692" r:id="rId10"/>
    <p:sldLayoutId id="2147483693"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 id="2147483710" r:id="rId27"/>
    <p:sldLayoutId id="2147483711" r:id="rId28"/>
    <p:sldLayoutId id="2147483712" r:id="rId29"/>
    <p:sldLayoutId id="2147483713" r:id="rId30"/>
    <p:sldLayoutId id="2147483714" r:id="rId31"/>
    <p:sldLayoutId id="2147483715" r:id="rId32"/>
    <p:sldLayoutId id="2147483716" r:id="rId33"/>
    <p:sldLayoutId id="2147483717" r:id="rId34"/>
    <p:sldLayoutId id="2147483718" r:id="rId35"/>
    <p:sldLayoutId id="2147483719" r:id="rId36"/>
    <p:sldLayoutId id="2147483720" r:id="rId37"/>
    <p:sldLayoutId id="2147483721" r:id="rId38"/>
    <p:sldLayoutId id="2147483722" r:id="rId39"/>
    <p:sldLayoutId id="2147483723" r:id="rId40"/>
    <p:sldLayoutId id="2147483724" r:id="rId41"/>
    <p:sldLayoutId id="2147483726" r:id="rId42"/>
    <p:sldLayoutId id="2147483727" r:id="rId43"/>
    <p:sldLayoutId id="2147483728" r:id="rId44"/>
    <p:sldLayoutId id="2147483729" r:id="rId45"/>
    <p:sldLayoutId id="2147483730" r:id="rId46"/>
    <p:sldLayoutId id="2147483731" r:id="rId47"/>
    <p:sldLayoutId id="2147483732" r:id="rId48"/>
    <p:sldLayoutId id="2147483733" r:id="rId49"/>
    <p:sldLayoutId id="2147483734" r:id="rId50"/>
    <p:sldLayoutId id="2147483735" r:id="rId51"/>
    <p:sldLayoutId id="2147483736" r:id="rId52"/>
    <p:sldLayoutId id="2147483737" r:id="rId53"/>
    <p:sldLayoutId id="2147483738" r:id="rId54"/>
    <p:sldLayoutId id="2147483739" r:id="rId55"/>
    <p:sldLayoutId id="2147483740" r:id="rId56"/>
    <p:sldLayoutId id="2147483741" r:id="rId57"/>
    <p:sldLayoutId id="2147483742" r:id="rId58"/>
    <p:sldLayoutId id="2147483743" r:id="rId59"/>
    <p:sldLayoutId id="2147483744" r:id="rId60"/>
    <p:sldLayoutId id="2147483745" r:id="rId61"/>
    <p:sldLayoutId id="2147483746" r:id="rId62"/>
    <p:sldLayoutId id="2147483747" r:id="rId63"/>
    <p:sldLayoutId id="2147483748" r:id="rId64"/>
    <p:sldLayoutId id="2147483749" r:id="rId65"/>
    <p:sldLayoutId id="2147483750" r:id="rId66"/>
    <p:sldLayoutId id="2147483751" r:id="rId67"/>
    <p:sldLayoutId id="2147483752" r:id="rId68"/>
    <p:sldLayoutId id="2147483753" r:id="rId69"/>
    <p:sldLayoutId id="2147483754" r:id="rId70"/>
    <p:sldLayoutId id="2147483755" r:id="rId71"/>
    <p:sldLayoutId id="2147483756" r:id="rId72"/>
    <p:sldLayoutId id="2147483757" r:id="rId73"/>
    <p:sldLayoutId id="2147483758" r:id="rId74"/>
    <p:sldLayoutId id="2147483759" r:id="rId75"/>
    <p:sldLayoutId id="2147483760" r:id="rId76"/>
    <p:sldLayoutId id="2147483761" r:id="rId77"/>
    <p:sldLayoutId id="2147483762" r:id="rId78"/>
    <p:sldLayoutId id="2147483763" r:id="rId79"/>
    <p:sldLayoutId id="2147483764" r:id="rId80"/>
    <p:sldLayoutId id="2147483766" r:id="rId81"/>
    <p:sldLayoutId id="2147483767" r:id="rId82"/>
    <p:sldLayoutId id="2147483768" r:id="rId83"/>
    <p:sldLayoutId id="2147483775" r:id="rId84"/>
    <p:sldLayoutId id="2147483776" r:id="rId85"/>
  </p:sldLayoutIdLst>
  <p:hf hdr="0" dt="0"/>
  <p:txStyles>
    <p:titleStyle>
      <a:lvl1pPr algn="l" defTabSz="914400" rtl="0" eaLnBrk="1" latinLnBrk="0" hangingPunct="1">
        <a:lnSpc>
          <a:spcPct val="100000"/>
        </a:lnSpc>
        <a:spcBef>
          <a:spcPct val="0"/>
        </a:spcBef>
        <a:buNone/>
        <a:defRPr sz="3866" b="1" kern="1200">
          <a:solidFill>
            <a:srgbClr val="3D3935"/>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000"/>
        </a:spcBef>
        <a:buClr>
          <a:srgbClr val="F2120C"/>
        </a:buClr>
        <a:buFont typeface="Arial" panose="020B0604020202020204" pitchFamily="34" charset="0"/>
        <a:buChar char="•"/>
        <a:defRPr sz="2533"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55.xml.rels><?xml version="1.0" encoding="UTF-8" standalone="yes"?>
<Relationships xmlns="http://schemas.openxmlformats.org/package/2006/relationships"><Relationship Id="rId3" Type="http://schemas.openxmlformats.org/officeDocument/2006/relationships/hyperlink" Target="linkedin.com/in/farshid-keivanian" TargetMode="External"/><Relationship Id="rId2" Type="http://schemas.openxmlformats.org/officeDocument/2006/relationships/image" Target="../media/image12.jpeg"/><Relationship Id="rId1" Type="http://schemas.openxmlformats.org/officeDocument/2006/relationships/slideLayout" Target="../slideLayouts/slideLayout84.xml"/><Relationship Id="rId4" Type="http://schemas.openxmlformats.org/officeDocument/2006/relationships/hyperlink" Target="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ACF62-ED9D-4C0F-A976-E9C35DDB35EB}"/>
              </a:ext>
            </a:extLst>
          </p:cNvPr>
          <p:cNvSpPr>
            <a:spLocks noGrp="1"/>
          </p:cNvSpPr>
          <p:nvPr>
            <p:ph type="title"/>
          </p:nvPr>
        </p:nvSpPr>
        <p:spPr>
          <a:xfrm>
            <a:off x="198630" y="0"/>
            <a:ext cx="4373370" cy="2130422"/>
          </a:xfrm>
        </p:spPr>
        <p:txBody>
          <a:bodyPr/>
          <a:lstStyle/>
          <a:p>
            <a:r>
              <a:rPr lang="en-US" sz="3400" dirty="0"/>
              <a:t>Data Privacy and Legal and Ethical Aspects of Data Management</a:t>
            </a:r>
            <a:endParaRPr lang="en-AU" sz="3400" dirty="0"/>
          </a:p>
        </p:txBody>
      </p:sp>
      <p:sp>
        <p:nvSpPr>
          <p:cNvPr id="3" name="Subtitle 2">
            <a:extLst>
              <a:ext uri="{FF2B5EF4-FFF2-40B4-BE49-F238E27FC236}">
                <a16:creationId xmlns:a16="http://schemas.microsoft.com/office/drawing/2014/main" id="{23EEDDFE-62E7-4B7A-B286-FF3EA6C173A5}"/>
              </a:ext>
            </a:extLst>
          </p:cNvPr>
          <p:cNvSpPr>
            <a:spLocks noGrp="1"/>
          </p:cNvSpPr>
          <p:nvPr>
            <p:ph type="subTitle" idx="1"/>
          </p:nvPr>
        </p:nvSpPr>
        <p:spPr>
          <a:xfrm>
            <a:off x="776288" y="3893642"/>
            <a:ext cx="3867150" cy="447675"/>
          </a:xfrm>
        </p:spPr>
        <p:txBody>
          <a:bodyPr/>
          <a:lstStyle/>
          <a:p>
            <a:r>
              <a:rPr lang="en-AU" sz="2000" b="1" dirty="0"/>
              <a:t>Week 12</a:t>
            </a:r>
          </a:p>
        </p:txBody>
      </p:sp>
      <p:sp>
        <p:nvSpPr>
          <p:cNvPr id="4" name="Text Placeholder 3">
            <a:extLst>
              <a:ext uri="{FF2B5EF4-FFF2-40B4-BE49-F238E27FC236}">
                <a16:creationId xmlns:a16="http://schemas.microsoft.com/office/drawing/2014/main" id="{08DAEE5F-D393-479E-8BB0-2D5C0579454F}"/>
              </a:ext>
            </a:extLst>
          </p:cNvPr>
          <p:cNvSpPr>
            <a:spLocks noGrp="1"/>
          </p:cNvSpPr>
          <p:nvPr>
            <p:ph type="body" sz="quarter" idx="10"/>
          </p:nvPr>
        </p:nvSpPr>
        <p:spPr/>
        <p:txBody>
          <a:bodyPr>
            <a:normAutofit fontScale="92500" lnSpcReduction="20000"/>
          </a:bodyPr>
          <a:lstStyle/>
          <a:p>
            <a:r>
              <a:rPr lang="en-AU" dirty="0"/>
              <a:t>Dr. Farshid Keivanian</a:t>
            </a:r>
          </a:p>
        </p:txBody>
      </p:sp>
    </p:spTree>
    <p:extLst>
      <p:ext uri="{BB962C8B-B14F-4D97-AF65-F5344CB8AC3E}">
        <p14:creationId xmlns:p14="http://schemas.microsoft.com/office/powerpoint/2010/main" val="581688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70660180-C222-1C0E-972D-3D88A9D4F0F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45A6B1-8B80-DB67-9023-1B2F212A75C1}"/>
              </a:ext>
            </a:extLst>
          </p:cNvPr>
          <p:cNvSpPr>
            <a:spLocks noGrp="1"/>
          </p:cNvSpPr>
          <p:nvPr>
            <p:ph type="ftr" sz="quarter" idx="3"/>
          </p:nvPr>
        </p:nvSpPr>
        <p:spPr/>
        <p:txBody>
          <a:bodyPr/>
          <a:lstStyle/>
          <a:p>
            <a:r>
              <a:rPr lang="en-US" dirty="0"/>
              <a:t>Faculty of Business and Law | Peter Faber Business School</a:t>
            </a:r>
          </a:p>
        </p:txBody>
      </p:sp>
      <p:sp>
        <p:nvSpPr>
          <p:cNvPr id="4" name="Slide Number Placeholder 3">
            <a:extLst>
              <a:ext uri="{FF2B5EF4-FFF2-40B4-BE49-F238E27FC236}">
                <a16:creationId xmlns:a16="http://schemas.microsoft.com/office/drawing/2014/main" id="{403A225C-DA99-BC7A-E7E6-1795A091203F}"/>
              </a:ext>
            </a:extLst>
          </p:cNvPr>
          <p:cNvSpPr>
            <a:spLocks noGrp="1"/>
          </p:cNvSpPr>
          <p:nvPr>
            <p:ph type="sldNum" sz="quarter" idx="4"/>
          </p:nvPr>
        </p:nvSpPr>
        <p:spPr/>
        <p:txBody>
          <a:bodyPr/>
          <a:lstStyle/>
          <a:p>
            <a:fld id="{16A89BA3-132D-40E1-AAB4-CDCD0A14C216}" type="slidenum">
              <a:rPr lang="en-AU" smtClean="0"/>
              <a:pPr/>
              <a:t>2</a:t>
            </a:fld>
            <a:r>
              <a:rPr lang="en-AU"/>
              <a:t>  |</a:t>
            </a:r>
            <a:endParaRPr lang="en-AU" dirty="0"/>
          </a:p>
        </p:txBody>
      </p:sp>
      <p:sp>
        <p:nvSpPr>
          <p:cNvPr id="9" name="Text Placeholder 3">
            <a:extLst>
              <a:ext uri="{FF2B5EF4-FFF2-40B4-BE49-F238E27FC236}">
                <a16:creationId xmlns:a16="http://schemas.microsoft.com/office/drawing/2014/main" id="{47FEF29E-E553-F396-FF4A-DC7E74AA1C03}"/>
              </a:ext>
            </a:extLst>
          </p:cNvPr>
          <p:cNvSpPr>
            <a:spLocks noGrp="1"/>
          </p:cNvSpPr>
          <p:nvPr>
            <p:ph type="body" sz="quarter" idx="16"/>
          </p:nvPr>
        </p:nvSpPr>
        <p:spPr>
          <a:xfrm>
            <a:off x="0" y="-1"/>
            <a:ext cx="7849590" cy="493987"/>
          </a:xfrm>
        </p:spPr>
        <p:txBody>
          <a:bodyPr>
            <a:noAutofit/>
          </a:bodyPr>
          <a:lstStyle/>
          <a:p>
            <a:r>
              <a:rPr lang="en-US" sz="3200" dirty="0"/>
              <a:t>Week 12: Outline</a:t>
            </a:r>
            <a:endParaRPr lang="en-AU" sz="30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C2ED2261-8415-F09D-030E-8807BD50DF84}"/>
              </a:ext>
            </a:extLst>
          </p:cNvPr>
          <p:cNvSpPr txBox="1"/>
          <p:nvPr/>
        </p:nvSpPr>
        <p:spPr>
          <a:xfrm>
            <a:off x="0" y="1154082"/>
            <a:ext cx="9144000" cy="5196166"/>
          </a:xfrm>
          <a:prstGeom prst="rect">
            <a:avLst/>
          </a:prstGeom>
          <a:noFill/>
        </p:spPr>
        <p:txBody>
          <a:bodyPr wrap="square">
            <a:spAutoFit/>
          </a:bodyPr>
          <a:lstStyle/>
          <a:p>
            <a:pPr marL="514350" lvl="0" indent="-514350">
              <a:lnSpc>
                <a:spcPct val="150000"/>
              </a:lnSpc>
              <a:buFont typeface="+mj-lt"/>
              <a:buAutoNum type="arabicPeriod"/>
            </a:pPr>
            <a:r>
              <a:rPr lang="en-US" sz="2800" dirty="0">
                <a:latin typeface="Calibir"/>
              </a:rPr>
              <a:t>Key Concepts – Data Transparency, Ethics, and Privacy</a:t>
            </a:r>
          </a:p>
          <a:p>
            <a:pPr marL="514350" lvl="0" indent="-514350">
              <a:lnSpc>
                <a:spcPct val="150000"/>
              </a:lnSpc>
              <a:buFont typeface="+mj-lt"/>
              <a:buAutoNum type="arabicPeriod"/>
            </a:pPr>
            <a:r>
              <a:rPr lang="en-US" sz="2800" dirty="0">
                <a:latin typeface="Calibir"/>
              </a:rPr>
              <a:t>Story 1: The Consent Confusion at </a:t>
            </a:r>
            <a:r>
              <a:rPr lang="en-US" sz="2800" dirty="0" err="1">
                <a:latin typeface="Calibir"/>
              </a:rPr>
              <a:t>MedData</a:t>
            </a:r>
            <a:r>
              <a:rPr lang="en-US" sz="2800" dirty="0">
                <a:latin typeface="Calibir"/>
              </a:rPr>
              <a:t> Research</a:t>
            </a:r>
          </a:p>
          <a:p>
            <a:pPr marL="514350" lvl="0" indent="-514350">
              <a:lnSpc>
                <a:spcPct val="150000"/>
              </a:lnSpc>
              <a:buFont typeface="+mj-lt"/>
              <a:buAutoNum type="arabicPeriod"/>
            </a:pPr>
            <a:r>
              <a:rPr lang="en-US" sz="2800" dirty="0">
                <a:latin typeface="Calibir"/>
              </a:rPr>
              <a:t>Story 2: The Algorithm Audit at </a:t>
            </a:r>
            <a:r>
              <a:rPr lang="en-US" sz="2800" dirty="0" err="1">
                <a:latin typeface="Calibir"/>
              </a:rPr>
              <a:t>EduTrack</a:t>
            </a:r>
            <a:r>
              <a:rPr lang="en-US" sz="2800" dirty="0">
                <a:latin typeface="Calibir"/>
              </a:rPr>
              <a:t> Analytics</a:t>
            </a:r>
          </a:p>
          <a:p>
            <a:pPr marL="514350" lvl="0" indent="-514350">
              <a:lnSpc>
                <a:spcPct val="150000"/>
              </a:lnSpc>
              <a:buFont typeface="+mj-lt"/>
              <a:buAutoNum type="arabicPeriod"/>
            </a:pPr>
            <a:r>
              <a:rPr lang="en-US" sz="2800" dirty="0">
                <a:latin typeface="Calibir"/>
              </a:rPr>
              <a:t>Part B – Independent Work on Assessment 3</a:t>
            </a:r>
          </a:p>
          <a:p>
            <a:pPr marL="514350" lvl="0" indent="-514350">
              <a:lnSpc>
                <a:spcPct val="150000"/>
              </a:lnSpc>
              <a:buFont typeface="+mj-lt"/>
              <a:buAutoNum type="arabicPeriod"/>
            </a:pPr>
            <a:r>
              <a:rPr lang="en-US" sz="2800" dirty="0">
                <a:latin typeface="Calibir"/>
              </a:rPr>
              <a:t>Week 12 – Milestone Unlocked: From Raw Data to Reliable Insights</a:t>
            </a:r>
          </a:p>
          <a:p>
            <a:pPr marL="514350" lvl="0" indent="-514350">
              <a:lnSpc>
                <a:spcPct val="150000"/>
              </a:lnSpc>
              <a:buFont typeface="+mj-lt"/>
              <a:buAutoNum type="arabicPeriod"/>
            </a:pPr>
            <a:r>
              <a:rPr lang="en-US" sz="2800" dirty="0">
                <a:latin typeface="Calibir"/>
              </a:rPr>
              <a:t>Have You Completed the Survey</a:t>
            </a:r>
          </a:p>
          <a:p>
            <a:pPr marL="514350" lvl="0" indent="-514350">
              <a:lnSpc>
                <a:spcPct val="150000"/>
              </a:lnSpc>
              <a:buFont typeface="+mj-lt"/>
              <a:buAutoNum type="arabicPeriod"/>
            </a:pPr>
            <a:r>
              <a:rPr lang="en-US" sz="2800" dirty="0">
                <a:latin typeface="Calibir"/>
              </a:rPr>
              <a:t>Stay Connected</a:t>
            </a:r>
          </a:p>
        </p:txBody>
      </p:sp>
    </p:spTree>
    <p:extLst>
      <p:ext uri="{BB962C8B-B14F-4D97-AF65-F5344CB8AC3E}">
        <p14:creationId xmlns:p14="http://schemas.microsoft.com/office/powerpoint/2010/main" val="1874798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4FD54456-A46A-CADF-7274-FC9ED47BEAF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C64A3BB-A4C2-00C6-7AB6-B13BBED8F32B}"/>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3E1D9CE0-5D7D-2603-D9AC-F18AA8893655}"/>
              </a:ext>
            </a:extLst>
          </p:cNvPr>
          <p:cNvSpPr>
            <a:spLocks noGrp="1"/>
          </p:cNvSpPr>
          <p:nvPr>
            <p:ph type="sldNum" sz="quarter" idx="4"/>
          </p:nvPr>
        </p:nvSpPr>
        <p:spPr/>
        <p:txBody>
          <a:bodyPr/>
          <a:lstStyle/>
          <a:p>
            <a:fld id="{16A89BA3-132D-40E1-AAB4-CDCD0A14C216}" type="slidenum">
              <a:rPr lang="en-AU" smtClean="0"/>
              <a:pPr/>
              <a:t>3</a:t>
            </a:fld>
            <a:r>
              <a:rPr lang="en-AU"/>
              <a:t>  |</a:t>
            </a:r>
            <a:endParaRPr lang="en-AU" dirty="0"/>
          </a:p>
        </p:txBody>
      </p:sp>
      <p:sp>
        <p:nvSpPr>
          <p:cNvPr id="2" name="Text Placeholder 3">
            <a:extLst>
              <a:ext uri="{FF2B5EF4-FFF2-40B4-BE49-F238E27FC236}">
                <a16:creationId xmlns:a16="http://schemas.microsoft.com/office/drawing/2014/main" id="{04D68BED-B61A-C091-02A7-4B9F376B89FD}"/>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Key Concepts – Data Transparency, Ethics, and Privacy</a:t>
            </a:r>
            <a:endParaRPr lang="en-AU" sz="3000" dirty="0">
              <a:latin typeface="Calibri" panose="020F0502020204030204" pitchFamily="34" charset="0"/>
              <a:cs typeface="Calibri" panose="020F0502020204030204" pitchFamily="34" charset="0"/>
            </a:endParaRPr>
          </a:p>
        </p:txBody>
      </p:sp>
      <p:sp>
        <p:nvSpPr>
          <p:cNvPr id="8" name="Rectangle 1">
            <a:extLst>
              <a:ext uri="{FF2B5EF4-FFF2-40B4-BE49-F238E27FC236}">
                <a16:creationId xmlns:a16="http://schemas.microsoft.com/office/drawing/2014/main" id="{38BF9589-64CF-E883-4A17-01A705BD66FC}"/>
              </a:ext>
            </a:extLst>
          </p:cNvPr>
          <p:cNvSpPr>
            <a:spLocks noChangeArrowheads="1"/>
          </p:cNvSpPr>
          <p:nvPr/>
        </p:nvSpPr>
        <p:spPr bwMode="auto">
          <a:xfrm>
            <a:off x="0" y="818016"/>
            <a:ext cx="9144000" cy="584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1. Data Transparency &amp; Accountability</a:t>
            </a:r>
          </a:p>
          <a:p>
            <a:pPr marL="714375" indent="-457200">
              <a:lnSpc>
                <a:spcPct val="150000"/>
              </a:lnSpc>
              <a:buFont typeface="Arial" panose="020B0604020202020204" pitchFamily="34" charset="0"/>
              <a:buChar char="•"/>
            </a:pPr>
            <a:r>
              <a:rPr lang="en-US" sz="2800" dirty="0" err="1">
                <a:latin typeface="Calibir"/>
              </a:rPr>
              <a:t>Organisations</a:t>
            </a:r>
            <a:r>
              <a:rPr lang="en-US" sz="2800" dirty="0">
                <a:latin typeface="Calibir"/>
              </a:rPr>
              <a:t> must be open about how they collect, use, and share data.</a:t>
            </a:r>
          </a:p>
          <a:p>
            <a:pPr marL="714375" indent="-457200">
              <a:lnSpc>
                <a:spcPct val="150000"/>
              </a:lnSpc>
              <a:buFont typeface="Arial" panose="020B0604020202020204" pitchFamily="34" charset="0"/>
              <a:buChar char="•"/>
            </a:pPr>
            <a:r>
              <a:rPr lang="en-US" sz="2800" dirty="0">
                <a:latin typeface="Calibir"/>
              </a:rPr>
              <a:t>Clear records and audit trails build trust and responsibility.</a:t>
            </a:r>
          </a:p>
          <a:p>
            <a:pPr>
              <a:lnSpc>
                <a:spcPct val="150000"/>
              </a:lnSpc>
            </a:pPr>
            <a:r>
              <a:rPr lang="en-US" sz="2800" b="1" dirty="0">
                <a:latin typeface="Calibir"/>
              </a:rPr>
              <a:t>2. Ethical Data Practices</a:t>
            </a:r>
          </a:p>
          <a:p>
            <a:pPr marL="714375" indent="-457200">
              <a:lnSpc>
                <a:spcPct val="150000"/>
              </a:lnSpc>
              <a:buFont typeface="Arial" panose="020B0604020202020204" pitchFamily="34" charset="0"/>
              <a:buChar char="•"/>
            </a:pPr>
            <a:r>
              <a:rPr lang="en-US" sz="2800" dirty="0">
                <a:latin typeface="Calibir"/>
              </a:rPr>
              <a:t>Follow fairness, honesty, and respect when handling people’s data.</a:t>
            </a:r>
          </a:p>
          <a:p>
            <a:pPr marL="714375" indent="-457200">
              <a:lnSpc>
                <a:spcPct val="150000"/>
              </a:lnSpc>
              <a:buFont typeface="Arial" panose="020B0604020202020204" pitchFamily="34" charset="0"/>
              <a:buChar char="•"/>
            </a:pPr>
            <a:r>
              <a:rPr lang="en-US" sz="2800" dirty="0">
                <a:latin typeface="Calibir"/>
              </a:rPr>
              <a:t>Make decisions that are ethical, not just legal.</a:t>
            </a:r>
          </a:p>
        </p:txBody>
      </p:sp>
    </p:spTree>
    <p:extLst>
      <p:ext uri="{BB962C8B-B14F-4D97-AF65-F5344CB8AC3E}">
        <p14:creationId xmlns:p14="http://schemas.microsoft.com/office/powerpoint/2010/main" val="2437128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142375FC-1199-7483-3B85-CA48DCE6B0A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0FA0D7-F71C-B919-86E6-4B75A7B25D3E}"/>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B09ED530-3D38-2E3D-3D4C-70D60F22FF8F}"/>
              </a:ext>
            </a:extLst>
          </p:cNvPr>
          <p:cNvSpPr>
            <a:spLocks noGrp="1"/>
          </p:cNvSpPr>
          <p:nvPr>
            <p:ph type="sldNum" sz="quarter" idx="4"/>
          </p:nvPr>
        </p:nvSpPr>
        <p:spPr/>
        <p:txBody>
          <a:bodyPr/>
          <a:lstStyle/>
          <a:p>
            <a:fld id="{16A89BA3-132D-40E1-AAB4-CDCD0A14C216}" type="slidenum">
              <a:rPr lang="en-AU" smtClean="0"/>
              <a:pPr/>
              <a:t>4</a:t>
            </a:fld>
            <a:r>
              <a:rPr lang="en-AU"/>
              <a:t>  |</a:t>
            </a:r>
            <a:endParaRPr lang="en-AU" dirty="0"/>
          </a:p>
        </p:txBody>
      </p:sp>
      <p:sp>
        <p:nvSpPr>
          <p:cNvPr id="2" name="Text Placeholder 3">
            <a:extLst>
              <a:ext uri="{FF2B5EF4-FFF2-40B4-BE49-F238E27FC236}">
                <a16:creationId xmlns:a16="http://schemas.microsoft.com/office/drawing/2014/main" id="{97306FAD-2A43-56F5-4ACB-62B36352F3D4}"/>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Key Concepts – Data Transparency, Ethics, and Privacy</a:t>
            </a:r>
            <a:endParaRPr lang="en-AU" sz="3000" dirty="0">
              <a:latin typeface="Calibri" panose="020F0502020204030204" pitchFamily="34" charset="0"/>
              <a:cs typeface="Calibri" panose="020F0502020204030204" pitchFamily="34" charset="0"/>
            </a:endParaRPr>
          </a:p>
        </p:txBody>
      </p:sp>
      <p:sp>
        <p:nvSpPr>
          <p:cNvPr id="8" name="Rectangle 1">
            <a:extLst>
              <a:ext uri="{FF2B5EF4-FFF2-40B4-BE49-F238E27FC236}">
                <a16:creationId xmlns:a16="http://schemas.microsoft.com/office/drawing/2014/main" id="{9879F7B3-1B56-D02C-73DA-3011D94497A1}"/>
              </a:ext>
            </a:extLst>
          </p:cNvPr>
          <p:cNvSpPr>
            <a:spLocks noChangeArrowheads="1"/>
          </p:cNvSpPr>
          <p:nvPr/>
        </p:nvSpPr>
        <p:spPr bwMode="auto">
          <a:xfrm>
            <a:off x="0" y="2110678"/>
            <a:ext cx="9144000"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3. Privacy Laws &amp; Protection</a:t>
            </a:r>
          </a:p>
          <a:p>
            <a:pPr marL="914400" lvl="1" indent="-457200">
              <a:lnSpc>
                <a:spcPct val="150000"/>
              </a:lnSpc>
              <a:buFont typeface="Arial" panose="020B0604020202020204" pitchFamily="34" charset="0"/>
              <a:buChar char="•"/>
            </a:pPr>
            <a:r>
              <a:rPr lang="en-US" sz="2800" dirty="0">
                <a:latin typeface="Calibir"/>
              </a:rPr>
              <a:t>Australian Privacy Act (APPs): Sets rules for how businesses handle personal info.</a:t>
            </a:r>
          </a:p>
          <a:p>
            <a:pPr marL="914400" lvl="1" indent="-457200">
              <a:lnSpc>
                <a:spcPct val="150000"/>
              </a:lnSpc>
              <a:buFont typeface="Arial" panose="020B0604020202020204" pitchFamily="34" charset="0"/>
              <a:buChar char="•"/>
            </a:pPr>
            <a:r>
              <a:rPr lang="en-US" sz="2800" dirty="0">
                <a:latin typeface="Calibir"/>
              </a:rPr>
              <a:t>EU GDPR: European law that gives individuals strong rights over their data.</a:t>
            </a:r>
          </a:p>
        </p:txBody>
      </p:sp>
    </p:spTree>
    <p:extLst>
      <p:ext uri="{BB962C8B-B14F-4D97-AF65-F5344CB8AC3E}">
        <p14:creationId xmlns:p14="http://schemas.microsoft.com/office/powerpoint/2010/main" val="2505205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38ED9CD7-8169-36E1-7B60-52FD647BDD9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B70D8C0-DFEF-E1E4-EB99-ACB719F3B4E5}"/>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245FF4A7-7AA3-2D58-D6C9-7CBCE689D9B1}"/>
              </a:ext>
            </a:extLst>
          </p:cNvPr>
          <p:cNvSpPr>
            <a:spLocks noGrp="1"/>
          </p:cNvSpPr>
          <p:nvPr>
            <p:ph type="sldNum" sz="quarter" idx="4"/>
          </p:nvPr>
        </p:nvSpPr>
        <p:spPr/>
        <p:txBody>
          <a:bodyPr/>
          <a:lstStyle/>
          <a:p>
            <a:fld id="{16A89BA3-132D-40E1-AAB4-CDCD0A14C216}" type="slidenum">
              <a:rPr lang="en-AU" smtClean="0"/>
              <a:pPr/>
              <a:t>5</a:t>
            </a:fld>
            <a:r>
              <a:rPr lang="en-AU"/>
              <a:t>  |</a:t>
            </a:r>
            <a:endParaRPr lang="en-AU" dirty="0"/>
          </a:p>
        </p:txBody>
      </p:sp>
      <p:sp>
        <p:nvSpPr>
          <p:cNvPr id="2" name="Text Placeholder 3">
            <a:extLst>
              <a:ext uri="{FF2B5EF4-FFF2-40B4-BE49-F238E27FC236}">
                <a16:creationId xmlns:a16="http://schemas.microsoft.com/office/drawing/2014/main" id="{12E0DCB4-BC59-6D1C-9F20-CAD49265A236}"/>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Key Concepts – Data Transparency, Ethics, and Privacy</a:t>
            </a:r>
            <a:endParaRPr lang="en-AU" sz="3000" dirty="0">
              <a:latin typeface="Calibri" panose="020F0502020204030204" pitchFamily="34" charset="0"/>
              <a:cs typeface="Calibri" panose="020F0502020204030204" pitchFamily="34" charset="0"/>
            </a:endParaRPr>
          </a:p>
        </p:txBody>
      </p:sp>
      <p:sp>
        <p:nvSpPr>
          <p:cNvPr id="8" name="Rectangle 1">
            <a:extLst>
              <a:ext uri="{FF2B5EF4-FFF2-40B4-BE49-F238E27FC236}">
                <a16:creationId xmlns:a16="http://schemas.microsoft.com/office/drawing/2014/main" id="{9818500E-D9E9-1AB8-CEA6-5706ADBDCB55}"/>
              </a:ext>
            </a:extLst>
          </p:cNvPr>
          <p:cNvSpPr>
            <a:spLocks noChangeArrowheads="1"/>
          </p:cNvSpPr>
          <p:nvPr/>
        </p:nvSpPr>
        <p:spPr bwMode="auto">
          <a:xfrm>
            <a:off x="0" y="914195"/>
            <a:ext cx="9144000" cy="584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4. Key Terms to Know</a:t>
            </a:r>
            <a:endParaRPr lang="en-US" sz="2800" dirty="0">
              <a:latin typeface="Calibir"/>
            </a:endParaRPr>
          </a:p>
          <a:p>
            <a:pPr marL="914400" lvl="1" indent="-457200">
              <a:lnSpc>
                <a:spcPct val="150000"/>
              </a:lnSpc>
              <a:buFont typeface="Arial" panose="020B0604020202020204" pitchFamily="34" charset="0"/>
              <a:buChar char="•"/>
            </a:pPr>
            <a:r>
              <a:rPr lang="en-US" sz="2800" b="1" dirty="0">
                <a:latin typeface="Calibir"/>
              </a:rPr>
              <a:t>Personal information: </a:t>
            </a:r>
            <a:r>
              <a:rPr lang="en-US" sz="2800" dirty="0">
                <a:latin typeface="Calibir"/>
              </a:rPr>
              <a:t>Data that identifies a person (name, email, address).</a:t>
            </a:r>
          </a:p>
          <a:p>
            <a:pPr marL="914400" lvl="1" indent="-457200">
              <a:lnSpc>
                <a:spcPct val="150000"/>
              </a:lnSpc>
              <a:buFont typeface="Arial" panose="020B0604020202020204" pitchFamily="34" charset="0"/>
              <a:buChar char="•"/>
            </a:pPr>
            <a:r>
              <a:rPr lang="en-US" sz="2800" b="1" dirty="0">
                <a:latin typeface="Calibir"/>
              </a:rPr>
              <a:t>Sensitive information: </a:t>
            </a:r>
            <a:r>
              <a:rPr lang="en-US" sz="2800" dirty="0">
                <a:latin typeface="Calibir"/>
              </a:rPr>
              <a:t>Private details like health, beliefs, or ethnicity.</a:t>
            </a:r>
          </a:p>
          <a:p>
            <a:pPr marL="914400" lvl="1" indent="-457200">
              <a:lnSpc>
                <a:spcPct val="150000"/>
              </a:lnSpc>
              <a:buFont typeface="Arial" panose="020B0604020202020204" pitchFamily="34" charset="0"/>
              <a:buChar char="•"/>
            </a:pPr>
            <a:r>
              <a:rPr lang="en-US" sz="2800" b="1" dirty="0">
                <a:latin typeface="Calibir"/>
              </a:rPr>
              <a:t>Privacy policy: </a:t>
            </a:r>
            <a:r>
              <a:rPr lang="en-US" sz="2800" dirty="0">
                <a:latin typeface="Calibir"/>
              </a:rPr>
              <a:t>Explains how an </a:t>
            </a:r>
            <a:r>
              <a:rPr lang="en-US" sz="2800" dirty="0" err="1">
                <a:latin typeface="Calibir"/>
              </a:rPr>
              <a:t>organisation</a:t>
            </a:r>
            <a:r>
              <a:rPr lang="en-US" sz="2800" dirty="0">
                <a:latin typeface="Calibir"/>
              </a:rPr>
              <a:t> manages and protects data.</a:t>
            </a:r>
          </a:p>
          <a:p>
            <a:pPr marL="914400" lvl="1" indent="-457200">
              <a:lnSpc>
                <a:spcPct val="150000"/>
              </a:lnSpc>
              <a:buFont typeface="Arial" panose="020B0604020202020204" pitchFamily="34" charset="0"/>
              <a:buChar char="•"/>
            </a:pPr>
            <a:r>
              <a:rPr lang="en-US" sz="2800" b="1" dirty="0">
                <a:latin typeface="Calibir"/>
              </a:rPr>
              <a:t>Data ethics: </a:t>
            </a:r>
            <a:r>
              <a:rPr lang="en-US" sz="2800" dirty="0">
                <a:latin typeface="Calibir"/>
              </a:rPr>
              <a:t>Doing the right thing with data — not just what’s allowed.</a:t>
            </a:r>
          </a:p>
        </p:txBody>
      </p:sp>
    </p:spTree>
    <p:extLst>
      <p:ext uri="{BB962C8B-B14F-4D97-AF65-F5344CB8AC3E}">
        <p14:creationId xmlns:p14="http://schemas.microsoft.com/office/powerpoint/2010/main" val="3689169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E1AA2C1D-56D4-6457-A44B-6732987B17D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4781469-A530-5495-5161-DA61030DB70D}"/>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10A5EE1F-8B4C-53D4-4C20-579AA4BC9837}"/>
              </a:ext>
            </a:extLst>
          </p:cNvPr>
          <p:cNvSpPr>
            <a:spLocks noGrp="1"/>
          </p:cNvSpPr>
          <p:nvPr>
            <p:ph type="sldNum" sz="quarter" idx="4"/>
          </p:nvPr>
        </p:nvSpPr>
        <p:spPr/>
        <p:txBody>
          <a:bodyPr/>
          <a:lstStyle/>
          <a:p>
            <a:fld id="{16A89BA3-132D-40E1-AAB4-CDCD0A14C216}" type="slidenum">
              <a:rPr lang="en-AU" smtClean="0"/>
              <a:pPr/>
              <a:t>6</a:t>
            </a:fld>
            <a:r>
              <a:rPr lang="en-AU"/>
              <a:t>  |</a:t>
            </a:r>
            <a:endParaRPr lang="en-AU" dirty="0"/>
          </a:p>
        </p:txBody>
      </p:sp>
      <p:sp>
        <p:nvSpPr>
          <p:cNvPr id="2" name="Text Placeholder 3">
            <a:extLst>
              <a:ext uri="{FF2B5EF4-FFF2-40B4-BE49-F238E27FC236}">
                <a16:creationId xmlns:a16="http://schemas.microsoft.com/office/drawing/2014/main" id="{348CE1B2-853D-66F6-9594-73EF119FC017}"/>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Story 1: The Consent Confusion at </a:t>
            </a:r>
            <a:r>
              <a:rPr lang="en-US" sz="3200" dirty="0" err="1"/>
              <a:t>MedData</a:t>
            </a:r>
            <a:r>
              <a:rPr lang="en-US" sz="3200" dirty="0"/>
              <a:t> Research</a:t>
            </a:r>
            <a:endParaRPr lang="en-AU" sz="30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D7B2CF6C-0DF3-A7A5-BFFC-2CB2235A5A22}"/>
              </a:ext>
            </a:extLst>
          </p:cNvPr>
          <p:cNvPicPr>
            <a:picLocks noChangeAspect="1"/>
          </p:cNvPicPr>
          <p:nvPr/>
        </p:nvPicPr>
        <p:blipFill>
          <a:blip r:embed="rId5"/>
          <a:srcRect l="18736" t="34010" r="16782" b="7139"/>
          <a:stretch>
            <a:fillRect/>
          </a:stretch>
        </p:blipFill>
        <p:spPr>
          <a:xfrm>
            <a:off x="0" y="1012727"/>
            <a:ext cx="9144000" cy="4694245"/>
          </a:xfrm>
          <a:prstGeom prst="rect">
            <a:avLst/>
          </a:prstGeom>
        </p:spPr>
      </p:pic>
      <p:pic>
        <p:nvPicPr>
          <p:cNvPr id="7" name="Timer">
            <a:hlinkClick r:id="" action="ppaction://media"/>
            <a:extLst>
              <a:ext uri="{FF2B5EF4-FFF2-40B4-BE49-F238E27FC236}">
                <a16:creationId xmlns:a16="http://schemas.microsoft.com/office/drawing/2014/main" id="{C3D353C9-37AD-E42D-8814-337DE6D57BC2}"/>
              </a:ext>
            </a:extLst>
          </p:cNvPr>
          <p:cNvPicPr>
            <a:picLocks noChangeAspect="1"/>
          </p:cNvPicPr>
          <p:nvPr>
            <a:videoFile r:link="rId2"/>
            <p:extLst>
              <p:ext uri="{DAA4B4D4-6D71-4841-9C94-3DE7FCFB9230}">
                <p14:media xmlns:p14="http://schemas.microsoft.com/office/powerpoint/2010/main" r:embed="rId1"/>
              </p:ext>
            </p:extLst>
          </p:nvPr>
        </p:nvPicPr>
        <p:blipFill>
          <a:blip r:embed="rId6"/>
          <a:srcRect l="40690" t="44432" r="41149" b="40856"/>
          <a:stretch>
            <a:fillRect/>
          </a:stretch>
        </p:blipFill>
        <p:spPr>
          <a:xfrm>
            <a:off x="7482569" y="3774977"/>
            <a:ext cx="1660635" cy="756745"/>
          </a:xfrm>
          <a:prstGeom prst="rect">
            <a:avLst/>
          </a:prstGeom>
          <a:ln w="38100">
            <a:solidFill>
              <a:schemeClr val="accent1"/>
            </a:solidFill>
          </a:ln>
        </p:spPr>
      </p:pic>
      <p:sp>
        <p:nvSpPr>
          <p:cNvPr id="10" name="TextBox 9">
            <a:extLst>
              <a:ext uri="{FF2B5EF4-FFF2-40B4-BE49-F238E27FC236}">
                <a16:creationId xmlns:a16="http://schemas.microsoft.com/office/drawing/2014/main" id="{B0719D9C-B89A-F926-1652-AC87971594EE}"/>
              </a:ext>
            </a:extLst>
          </p:cNvPr>
          <p:cNvSpPr txBox="1"/>
          <p:nvPr/>
        </p:nvSpPr>
        <p:spPr>
          <a:xfrm>
            <a:off x="-796" y="5088529"/>
            <a:ext cx="9144000" cy="1754326"/>
          </a:xfrm>
          <a:prstGeom prst="rect">
            <a:avLst/>
          </a:prstGeom>
          <a:solidFill>
            <a:schemeClr val="bg1"/>
          </a:solidFill>
          <a:ln>
            <a:solidFill>
              <a:schemeClr val="accent1"/>
            </a:solidFill>
          </a:ln>
        </p:spPr>
        <p:txBody>
          <a:bodyPr wrap="square">
            <a:spAutoFit/>
          </a:bodyPr>
          <a:lstStyle/>
          <a:p>
            <a:pPr marL="342900" indent="-342900">
              <a:buFont typeface="+mj-lt"/>
              <a:buAutoNum type="arabicPeriod"/>
            </a:pPr>
            <a:r>
              <a:rPr lang="en-US" b="1" dirty="0">
                <a:latin typeface="Calibir"/>
              </a:rPr>
              <a:t>Explain key terms</a:t>
            </a:r>
            <a:r>
              <a:rPr lang="en-US" dirty="0">
                <a:latin typeface="Calibir"/>
              </a:rPr>
              <a:t> — define </a:t>
            </a:r>
            <a:r>
              <a:rPr lang="en-US" i="1" dirty="0">
                <a:latin typeface="Calibir"/>
              </a:rPr>
              <a:t>personal information</a:t>
            </a:r>
            <a:r>
              <a:rPr lang="en-US" dirty="0">
                <a:latin typeface="Calibir"/>
              </a:rPr>
              <a:t> and </a:t>
            </a:r>
            <a:r>
              <a:rPr lang="en-US" i="1" dirty="0">
                <a:latin typeface="Calibir"/>
              </a:rPr>
              <a:t>sensitive information</a:t>
            </a:r>
            <a:r>
              <a:rPr lang="en-US" dirty="0">
                <a:latin typeface="Calibir"/>
              </a:rPr>
              <a:t> in this case.</a:t>
            </a:r>
          </a:p>
          <a:p>
            <a:pPr marL="342900" indent="-342900">
              <a:buFont typeface="+mj-lt"/>
              <a:buAutoNum type="arabicPeriod"/>
            </a:pPr>
            <a:r>
              <a:rPr lang="en-US" b="1" dirty="0">
                <a:latin typeface="Calibir"/>
              </a:rPr>
              <a:t>Find privacy breaches</a:t>
            </a:r>
            <a:r>
              <a:rPr lang="en-US" dirty="0">
                <a:latin typeface="Calibir"/>
              </a:rPr>
              <a:t> — identify which APPs or GDPR rules may have been broken.</a:t>
            </a:r>
          </a:p>
          <a:p>
            <a:pPr marL="342900" indent="-342900">
              <a:buFont typeface="+mj-lt"/>
              <a:buAutoNum type="arabicPeriod"/>
            </a:pPr>
            <a:r>
              <a:rPr lang="en-US" b="1" dirty="0">
                <a:latin typeface="Calibir"/>
              </a:rPr>
              <a:t>Suggest solutions</a:t>
            </a:r>
            <a:r>
              <a:rPr lang="en-US" dirty="0">
                <a:latin typeface="Calibir"/>
              </a:rPr>
              <a:t> — propose three actions </a:t>
            </a:r>
            <a:r>
              <a:rPr lang="en-US" dirty="0" err="1">
                <a:latin typeface="Calibir"/>
              </a:rPr>
              <a:t>MedData</a:t>
            </a:r>
            <a:r>
              <a:rPr lang="en-US" dirty="0">
                <a:latin typeface="Calibir"/>
              </a:rPr>
              <a:t> can take to rebuild trust and ensure ethical data use.</a:t>
            </a:r>
          </a:p>
          <a:p>
            <a:pPr>
              <a:buNone/>
            </a:pPr>
            <a:r>
              <a:rPr lang="en-US" dirty="0">
                <a:latin typeface="Calibir"/>
              </a:rPr>
              <a:t>Then, present their findings in a 5–7 minute group discussion, showing how clear consent and transparency prevent data misuse.</a:t>
            </a:r>
          </a:p>
        </p:txBody>
      </p:sp>
    </p:spTree>
    <p:extLst>
      <p:ext uri="{BB962C8B-B14F-4D97-AF65-F5344CB8AC3E}">
        <p14:creationId xmlns:p14="http://schemas.microsoft.com/office/powerpoint/2010/main" val="2214779750"/>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E1AA2C1D-56D4-6457-A44B-6732987B17DB}"/>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8095126-703A-D7F4-B6EC-B48AB46C3CD0}"/>
              </a:ext>
            </a:extLst>
          </p:cNvPr>
          <p:cNvPicPr>
            <a:picLocks noChangeAspect="1"/>
          </p:cNvPicPr>
          <p:nvPr/>
        </p:nvPicPr>
        <p:blipFill>
          <a:blip r:embed="rId5"/>
          <a:srcRect l="18171" t="25610" r="17683" b="18455"/>
          <a:stretch>
            <a:fillRect/>
          </a:stretch>
        </p:blipFill>
        <p:spPr>
          <a:xfrm>
            <a:off x="0" y="1012727"/>
            <a:ext cx="8218449" cy="4031102"/>
          </a:xfrm>
          <a:prstGeom prst="rect">
            <a:avLst/>
          </a:prstGeom>
        </p:spPr>
      </p:pic>
      <p:sp>
        <p:nvSpPr>
          <p:cNvPr id="3" name="Footer Placeholder 2">
            <a:extLst>
              <a:ext uri="{FF2B5EF4-FFF2-40B4-BE49-F238E27FC236}">
                <a16:creationId xmlns:a16="http://schemas.microsoft.com/office/drawing/2014/main" id="{B4781469-A530-5495-5161-DA61030DB70D}"/>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10A5EE1F-8B4C-53D4-4C20-579AA4BC9837}"/>
              </a:ext>
            </a:extLst>
          </p:cNvPr>
          <p:cNvSpPr>
            <a:spLocks noGrp="1"/>
          </p:cNvSpPr>
          <p:nvPr>
            <p:ph type="sldNum" sz="quarter" idx="4"/>
          </p:nvPr>
        </p:nvSpPr>
        <p:spPr/>
        <p:txBody>
          <a:bodyPr/>
          <a:lstStyle/>
          <a:p>
            <a:fld id="{16A89BA3-132D-40E1-AAB4-CDCD0A14C216}" type="slidenum">
              <a:rPr lang="en-AU" smtClean="0"/>
              <a:pPr/>
              <a:t>7</a:t>
            </a:fld>
            <a:r>
              <a:rPr lang="en-AU"/>
              <a:t>  |</a:t>
            </a:r>
            <a:endParaRPr lang="en-AU" dirty="0"/>
          </a:p>
        </p:txBody>
      </p:sp>
      <p:sp>
        <p:nvSpPr>
          <p:cNvPr id="2" name="Text Placeholder 3">
            <a:extLst>
              <a:ext uri="{FF2B5EF4-FFF2-40B4-BE49-F238E27FC236}">
                <a16:creationId xmlns:a16="http://schemas.microsoft.com/office/drawing/2014/main" id="{348CE1B2-853D-66F6-9594-73EF119FC017}"/>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Story 2: The Algorithm Audit at </a:t>
            </a:r>
            <a:r>
              <a:rPr lang="en-US" sz="3200" dirty="0" err="1"/>
              <a:t>EduTrack</a:t>
            </a:r>
            <a:r>
              <a:rPr lang="en-US" sz="3200" dirty="0"/>
              <a:t> Analytics</a:t>
            </a:r>
            <a:endParaRPr lang="en-AU" sz="3000" dirty="0">
              <a:latin typeface="Calibri" panose="020F0502020204030204" pitchFamily="34" charset="0"/>
              <a:cs typeface="Calibri" panose="020F0502020204030204" pitchFamily="34" charset="0"/>
            </a:endParaRPr>
          </a:p>
        </p:txBody>
      </p:sp>
      <p:pic>
        <p:nvPicPr>
          <p:cNvPr id="7" name="Timer">
            <a:hlinkClick r:id="" action="ppaction://media"/>
            <a:extLst>
              <a:ext uri="{FF2B5EF4-FFF2-40B4-BE49-F238E27FC236}">
                <a16:creationId xmlns:a16="http://schemas.microsoft.com/office/drawing/2014/main" id="{C3D353C9-37AD-E42D-8814-337DE6D57BC2}"/>
              </a:ext>
            </a:extLst>
          </p:cNvPr>
          <p:cNvPicPr>
            <a:picLocks noChangeAspect="1"/>
          </p:cNvPicPr>
          <p:nvPr>
            <a:videoFile r:link="rId2"/>
            <p:extLst>
              <p:ext uri="{DAA4B4D4-6D71-4841-9C94-3DE7FCFB9230}">
                <p14:media xmlns:p14="http://schemas.microsoft.com/office/powerpoint/2010/main" r:embed="rId1"/>
              </p:ext>
            </p:extLst>
          </p:nvPr>
        </p:nvPicPr>
        <p:blipFill>
          <a:blip r:embed="rId6"/>
          <a:srcRect l="40690" t="44432" r="41149" b="40856"/>
          <a:stretch>
            <a:fillRect/>
          </a:stretch>
        </p:blipFill>
        <p:spPr>
          <a:xfrm>
            <a:off x="7483365" y="3429000"/>
            <a:ext cx="1660635" cy="756745"/>
          </a:xfrm>
          <a:prstGeom prst="rect">
            <a:avLst/>
          </a:prstGeom>
          <a:ln w="38100">
            <a:solidFill>
              <a:schemeClr val="accent1"/>
            </a:solidFill>
          </a:ln>
        </p:spPr>
      </p:pic>
      <p:sp>
        <p:nvSpPr>
          <p:cNvPr id="10" name="TextBox 9">
            <a:extLst>
              <a:ext uri="{FF2B5EF4-FFF2-40B4-BE49-F238E27FC236}">
                <a16:creationId xmlns:a16="http://schemas.microsoft.com/office/drawing/2014/main" id="{B0719D9C-B89A-F926-1652-AC87971594EE}"/>
              </a:ext>
            </a:extLst>
          </p:cNvPr>
          <p:cNvSpPr txBox="1"/>
          <p:nvPr/>
        </p:nvSpPr>
        <p:spPr>
          <a:xfrm>
            <a:off x="0" y="4549676"/>
            <a:ext cx="9144000" cy="2308324"/>
          </a:xfrm>
          <a:prstGeom prst="rect">
            <a:avLst/>
          </a:prstGeom>
          <a:solidFill>
            <a:schemeClr val="bg1"/>
          </a:solidFill>
          <a:ln>
            <a:solidFill>
              <a:schemeClr val="accent1"/>
            </a:solidFill>
          </a:ln>
        </p:spPr>
        <p:txBody>
          <a:bodyPr wrap="square">
            <a:spAutoFit/>
          </a:bodyPr>
          <a:lstStyle/>
          <a:p>
            <a:pPr marL="342900" indent="-342900">
              <a:buFont typeface="+mj-lt"/>
              <a:buAutoNum type="arabicPeriod"/>
            </a:pPr>
            <a:r>
              <a:rPr lang="en-US" b="1" dirty="0">
                <a:latin typeface="Calibir"/>
              </a:rPr>
              <a:t>Find issues </a:t>
            </a:r>
            <a:r>
              <a:rPr lang="en-US" dirty="0">
                <a:latin typeface="Calibir"/>
              </a:rPr>
              <a:t>– Identify three ethical challenges </a:t>
            </a:r>
            <a:r>
              <a:rPr lang="en-US" dirty="0" err="1">
                <a:latin typeface="Calibir"/>
              </a:rPr>
              <a:t>EduTrack</a:t>
            </a:r>
            <a:r>
              <a:rPr lang="en-US" dirty="0">
                <a:latin typeface="Calibir"/>
              </a:rPr>
              <a:t> faced (e.g., bias, lack of transparency, or fairness).</a:t>
            </a:r>
          </a:p>
          <a:p>
            <a:pPr marL="342900" indent="-342900">
              <a:buFont typeface="+mj-lt"/>
              <a:buAutoNum type="arabicPeriod"/>
            </a:pPr>
            <a:r>
              <a:rPr lang="en-US" b="1" dirty="0">
                <a:latin typeface="Calibir"/>
              </a:rPr>
              <a:t>Suggest principles </a:t>
            </a:r>
            <a:r>
              <a:rPr lang="en-US" dirty="0">
                <a:latin typeface="Calibir"/>
              </a:rPr>
              <a:t>– List key ideas for a Data Ethics Charter (like fairness, accountability, and explainability).</a:t>
            </a:r>
          </a:p>
          <a:p>
            <a:pPr marL="342900" indent="-342900">
              <a:buFont typeface="+mj-lt"/>
              <a:buAutoNum type="arabicPeriod"/>
            </a:pPr>
            <a:r>
              <a:rPr lang="en-US" b="1" dirty="0">
                <a:latin typeface="Calibir"/>
              </a:rPr>
              <a:t>Recommend one action </a:t>
            </a:r>
            <a:r>
              <a:rPr lang="en-US" dirty="0">
                <a:latin typeface="Calibir"/>
              </a:rPr>
              <a:t>– Propose a practical step </a:t>
            </a:r>
            <a:r>
              <a:rPr lang="en-US" dirty="0" err="1">
                <a:latin typeface="Calibir"/>
              </a:rPr>
              <a:t>EduTrack</a:t>
            </a:r>
            <a:r>
              <a:rPr lang="en-US" dirty="0">
                <a:latin typeface="Calibir"/>
              </a:rPr>
              <a:t> can take to make its system more transparent and fair.</a:t>
            </a:r>
          </a:p>
          <a:p>
            <a:r>
              <a:rPr lang="en-US" dirty="0">
                <a:latin typeface="Calibir"/>
              </a:rPr>
              <a:t>Then, in a 5–7 minute group talk, explain how these ideas help build long-term trust with schools, parents, and students.</a:t>
            </a:r>
          </a:p>
        </p:txBody>
      </p:sp>
    </p:spTree>
    <p:extLst>
      <p:ext uri="{BB962C8B-B14F-4D97-AF65-F5344CB8AC3E}">
        <p14:creationId xmlns:p14="http://schemas.microsoft.com/office/powerpoint/2010/main" val="3187334477"/>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8BF1B157-1023-D6F0-52DA-D29EED1A4D7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1AA086A-4BF4-1A87-C9BA-3E04DBB9132B}"/>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F9B68AFD-0FB7-ADED-0274-FE4ED91C2371}"/>
              </a:ext>
            </a:extLst>
          </p:cNvPr>
          <p:cNvSpPr>
            <a:spLocks noGrp="1"/>
          </p:cNvSpPr>
          <p:nvPr>
            <p:ph type="sldNum" sz="quarter" idx="4"/>
          </p:nvPr>
        </p:nvSpPr>
        <p:spPr/>
        <p:txBody>
          <a:bodyPr/>
          <a:lstStyle/>
          <a:p>
            <a:fld id="{16A89BA3-132D-40E1-AAB4-CDCD0A14C216}" type="slidenum">
              <a:rPr lang="en-AU" smtClean="0"/>
              <a:pPr/>
              <a:t>8</a:t>
            </a:fld>
            <a:r>
              <a:rPr lang="en-AU"/>
              <a:t>  |</a:t>
            </a:r>
            <a:endParaRPr lang="en-AU" dirty="0"/>
          </a:p>
        </p:txBody>
      </p:sp>
      <p:sp>
        <p:nvSpPr>
          <p:cNvPr id="2" name="Text Placeholder 3">
            <a:extLst>
              <a:ext uri="{FF2B5EF4-FFF2-40B4-BE49-F238E27FC236}">
                <a16:creationId xmlns:a16="http://schemas.microsoft.com/office/drawing/2014/main" id="{1A06168D-89F0-00E5-F554-DD906572101F}"/>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5C38A94D-C8C8-BFB3-0A18-26F4A2BEBD00}"/>
              </a:ext>
            </a:extLst>
          </p:cNvPr>
          <p:cNvSpPr txBox="1"/>
          <p:nvPr/>
        </p:nvSpPr>
        <p:spPr>
          <a:xfrm>
            <a:off x="0" y="1305609"/>
            <a:ext cx="9144000" cy="4549835"/>
          </a:xfrm>
          <a:prstGeom prst="rect">
            <a:avLst/>
          </a:prstGeom>
          <a:noFill/>
        </p:spPr>
        <p:txBody>
          <a:bodyPr wrap="square">
            <a:spAutoFit/>
          </a:bodyPr>
          <a:lstStyle/>
          <a:p>
            <a:pPr>
              <a:lnSpc>
                <a:spcPct val="150000"/>
              </a:lnSpc>
            </a:pPr>
            <a:r>
              <a:rPr lang="en-AU" sz="2800" dirty="0">
                <a:latin typeface="Calibir"/>
              </a:rPr>
              <a:t>Assessment 3 – Part B Presentation Guide (20 Marks)</a:t>
            </a:r>
          </a:p>
          <a:p>
            <a:pPr>
              <a:lnSpc>
                <a:spcPct val="150000"/>
              </a:lnSpc>
            </a:pPr>
            <a:r>
              <a:rPr lang="en-US" sz="2800" b="1" dirty="0">
                <a:latin typeface="Calibir"/>
              </a:rPr>
              <a:t>What You Need To Do</a:t>
            </a:r>
          </a:p>
          <a:p>
            <a:pPr>
              <a:lnSpc>
                <a:spcPct val="150000"/>
              </a:lnSpc>
            </a:pPr>
            <a:r>
              <a:rPr lang="en-US" sz="2800" dirty="0">
                <a:latin typeface="Calibir"/>
              </a:rPr>
              <a:t>You must create:</a:t>
            </a:r>
          </a:p>
          <a:p>
            <a:pPr marL="271463">
              <a:lnSpc>
                <a:spcPct val="150000"/>
              </a:lnSpc>
            </a:pPr>
            <a:r>
              <a:rPr lang="en-US" sz="2800" dirty="0">
                <a:latin typeface="Calibir"/>
              </a:rPr>
              <a:t>- A PowerPoint presentation </a:t>
            </a:r>
          </a:p>
          <a:p>
            <a:pPr marL="271463">
              <a:lnSpc>
                <a:spcPct val="150000"/>
              </a:lnSpc>
            </a:pPr>
            <a:r>
              <a:rPr lang="en-US" sz="2800" dirty="0">
                <a:latin typeface="Calibir"/>
              </a:rPr>
              <a:t>- Record yourself speaking over the slides </a:t>
            </a:r>
          </a:p>
          <a:p>
            <a:pPr marL="271463">
              <a:lnSpc>
                <a:spcPct val="150000"/>
              </a:lnSpc>
            </a:pPr>
            <a:r>
              <a:rPr lang="en-US" sz="2800" dirty="0">
                <a:latin typeface="Calibir"/>
              </a:rPr>
              <a:t>- Export it as an MP4 video </a:t>
            </a:r>
          </a:p>
          <a:p>
            <a:pPr marL="271463">
              <a:lnSpc>
                <a:spcPct val="150000"/>
              </a:lnSpc>
            </a:pPr>
            <a:r>
              <a:rPr lang="en-US" sz="2800" dirty="0">
                <a:latin typeface="Calibir"/>
              </a:rPr>
              <a:t>- Submit the MP4 file</a:t>
            </a:r>
          </a:p>
        </p:txBody>
      </p:sp>
    </p:spTree>
    <p:extLst>
      <p:ext uri="{BB962C8B-B14F-4D97-AF65-F5344CB8AC3E}">
        <p14:creationId xmlns:p14="http://schemas.microsoft.com/office/powerpoint/2010/main" val="1360552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D1B20C5-CD93-2665-D1D5-C34EA564178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C6C2D75-ADFC-63BB-787D-AAB9FBB48EA0}"/>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CC8D8DCD-8141-C834-E433-6EDFADEC31CA}"/>
              </a:ext>
            </a:extLst>
          </p:cNvPr>
          <p:cNvSpPr>
            <a:spLocks noGrp="1"/>
          </p:cNvSpPr>
          <p:nvPr>
            <p:ph type="sldNum" sz="quarter" idx="4"/>
          </p:nvPr>
        </p:nvSpPr>
        <p:spPr/>
        <p:txBody>
          <a:bodyPr/>
          <a:lstStyle/>
          <a:p>
            <a:fld id="{16A89BA3-132D-40E1-AAB4-CDCD0A14C216}" type="slidenum">
              <a:rPr lang="en-AU" smtClean="0"/>
              <a:pPr/>
              <a:t>9</a:t>
            </a:fld>
            <a:r>
              <a:rPr lang="en-AU"/>
              <a:t>  |</a:t>
            </a:r>
            <a:endParaRPr lang="en-AU" dirty="0"/>
          </a:p>
        </p:txBody>
      </p:sp>
      <p:sp>
        <p:nvSpPr>
          <p:cNvPr id="2" name="Text Placeholder 3">
            <a:extLst>
              <a:ext uri="{FF2B5EF4-FFF2-40B4-BE49-F238E27FC236}">
                <a16:creationId xmlns:a16="http://schemas.microsoft.com/office/drawing/2014/main" id="{5729712F-8427-62CC-9F2D-82A988E70BBE}"/>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869B1DE6-819D-4B59-4C0F-4571DA83786D}"/>
              </a:ext>
            </a:extLst>
          </p:cNvPr>
          <p:cNvSpPr txBox="1"/>
          <p:nvPr/>
        </p:nvSpPr>
        <p:spPr>
          <a:xfrm>
            <a:off x="0" y="1305609"/>
            <a:ext cx="9144000" cy="3903504"/>
          </a:xfrm>
          <a:prstGeom prst="rect">
            <a:avLst/>
          </a:prstGeom>
          <a:noFill/>
        </p:spPr>
        <p:txBody>
          <a:bodyPr wrap="square">
            <a:spAutoFit/>
          </a:bodyPr>
          <a:lstStyle/>
          <a:p>
            <a:pPr>
              <a:lnSpc>
                <a:spcPct val="150000"/>
              </a:lnSpc>
            </a:pPr>
            <a:r>
              <a:rPr lang="en-US" sz="2800" dirty="0">
                <a:latin typeface="Calibir"/>
              </a:rPr>
              <a:t>Your presentation must be:</a:t>
            </a:r>
          </a:p>
          <a:p>
            <a:pPr marL="179388">
              <a:lnSpc>
                <a:spcPct val="150000"/>
              </a:lnSpc>
            </a:pPr>
            <a:r>
              <a:rPr lang="en-US" sz="2800" dirty="0">
                <a:latin typeface="Calibir"/>
              </a:rPr>
              <a:t>- About 4–5 minutes </a:t>
            </a:r>
          </a:p>
          <a:p>
            <a:pPr marL="179388">
              <a:lnSpc>
                <a:spcPct val="150000"/>
              </a:lnSpc>
            </a:pPr>
            <a:r>
              <a:rPr lang="en-US" sz="2800" dirty="0">
                <a:latin typeface="Calibir"/>
              </a:rPr>
              <a:t>- Clear and professional </a:t>
            </a:r>
          </a:p>
          <a:p>
            <a:pPr marL="179388">
              <a:lnSpc>
                <a:spcPct val="150000"/>
              </a:lnSpc>
            </a:pPr>
            <a:r>
              <a:rPr lang="en-US" sz="2800" dirty="0">
                <a:latin typeface="Calibir"/>
              </a:rPr>
              <a:t>- Based on the </a:t>
            </a:r>
            <a:r>
              <a:rPr lang="en-US" sz="2800" dirty="0" err="1">
                <a:latin typeface="Calibir"/>
              </a:rPr>
              <a:t>SmartHealth</a:t>
            </a:r>
            <a:r>
              <a:rPr lang="en-US" sz="2800" dirty="0">
                <a:latin typeface="Calibir"/>
              </a:rPr>
              <a:t> Clinic case study </a:t>
            </a:r>
          </a:p>
          <a:p>
            <a:pPr marL="179388">
              <a:lnSpc>
                <a:spcPct val="150000"/>
              </a:lnSpc>
            </a:pPr>
            <a:r>
              <a:rPr lang="en-US" sz="2800" dirty="0">
                <a:latin typeface="Calibir"/>
              </a:rPr>
              <a:t>- Include answers to all 7 questions </a:t>
            </a:r>
          </a:p>
          <a:p>
            <a:pPr marL="179388">
              <a:lnSpc>
                <a:spcPct val="150000"/>
              </a:lnSpc>
            </a:pPr>
            <a:r>
              <a:rPr lang="en-US" sz="2800" dirty="0">
                <a:latin typeface="Calibir"/>
              </a:rPr>
              <a:t>- Use 1–2 slides per question</a:t>
            </a:r>
          </a:p>
        </p:txBody>
      </p:sp>
    </p:spTree>
    <p:extLst>
      <p:ext uri="{BB962C8B-B14F-4D97-AF65-F5344CB8AC3E}">
        <p14:creationId xmlns:p14="http://schemas.microsoft.com/office/powerpoint/2010/main" val="3643204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32828D6-A4A7-6785-56B9-33E57190BA3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7AD58BB-81CA-A02D-ABA5-1AE9C4A5DDC8}"/>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CE2915FC-6041-447C-E0B0-07E91C2135E1}"/>
              </a:ext>
            </a:extLst>
          </p:cNvPr>
          <p:cNvSpPr>
            <a:spLocks noGrp="1"/>
          </p:cNvSpPr>
          <p:nvPr>
            <p:ph type="sldNum" sz="quarter" idx="4"/>
          </p:nvPr>
        </p:nvSpPr>
        <p:spPr/>
        <p:txBody>
          <a:bodyPr/>
          <a:lstStyle/>
          <a:p>
            <a:fld id="{16A89BA3-132D-40E1-AAB4-CDCD0A14C216}" type="slidenum">
              <a:rPr lang="en-AU" smtClean="0"/>
              <a:pPr/>
              <a:t>10</a:t>
            </a:fld>
            <a:r>
              <a:rPr lang="en-AU"/>
              <a:t>  |</a:t>
            </a:r>
            <a:endParaRPr lang="en-AU" dirty="0"/>
          </a:p>
        </p:txBody>
      </p:sp>
      <p:sp>
        <p:nvSpPr>
          <p:cNvPr id="2" name="Text Placeholder 3">
            <a:extLst>
              <a:ext uri="{FF2B5EF4-FFF2-40B4-BE49-F238E27FC236}">
                <a16:creationId xmlns:a16="http://schemas.microsoft.com/office/drawing/2014/main" id="{22C698A1-F9E1-E95C-0DD4-5413C1F57735}"/>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184A16E4-85F2-D9F2-9AC6-C44D85558D97}"/>
              </a:ext>
            </a:extLst>
          </p:cNvPr>
          <p:cNvSpPr txBox="1"/>
          <p:nvPr/>
        </p:nvSpPr>
        <p:spPr>
          <a:xfrm>
            <a:off x="0" y="905559"/>
            <a:ext cx="9144000" cy="4549835"/>
          </a:xfrm>
          <a:prstGeom prst="rect">
            <a:avLst/>
          </a:prstGeom>
          <a:noFill/>
        </p:spPr>
        <p:txBody>
          <a:bodyPr wrap="square">
            <a:spAutoFit/>
          </a:bodyPr>
          <a:lstStyle/>
          <a:p>
            <a:pPr>
              <a:lnSpc>
                <a:spcPct val="150000"/>
              </a:lnSpc>
            </a:pPr>
            <a:r>
              <a:rPr lang="en-US" sz="2800" b="1" dirty="0">
                <a:latin typeface="Calibir"/>
              </a:rPr>
              <a:t>Step 1 — Understand the Main Problem in the Case Study</a:t>
            </a:r>
          </a:p>
          <a:p>
            <a:pPr>
              <a:lnSpc>
                <a:spcPct val="150000"/>
              </a:lnSpc>
            </a:pPr>
            <a:r>
              <a:rPr lang="en-US" sz="2800" dirty="0">
                <a:latin typeface="Calibir"/>
              </a:rPr>
              <a:t>The clinic had many serious database problems:</a:t>
            </a:r>
          </a:p>
          <a:p>
            <a:pPr>
              <a:lnSpc>
                <a:spcPct val="150000"/>
              </a:lnSpc>
            </a:pPr>
            <a:r>
              <a:rPr lang="en-US" sz="2800" b="1" dirty="0">
                <a:latin typeface="Calibir"/>
              </a:rPr>
              <a:t>Main Issues</a:t>
            </a:r>
          </a:p>
          <a:p>
            <a:pPr marL="179388">
              <a:lnSpc>
                <a:spcPct val="150000"/>
              </a:lnSpc>
            </a:pPr>
            <a:r>
              <a:rPr lang="en-US" sz="2800" dirty="0">
                <a:latin typeface="Calibir"/>
              </a:rPr>
              <a:t>- Duplicate patient records </a:t>
            </a:r>
          </a:p>
          <a:p>
            <a:pPr marL="179388">
              <a:lnSpc>
                <a:spcPct val="150000"/>
              </a:lnSpc>
            </a:pPr>
            <a:r>
              <a:rPr lang="en-US" sz="2800" dirty="0">
                <a:latin typeface="Calibir"/>
              </a:rPr>
              <a:t>- Wrong or missing medical data </a:t>
            </a:r>
          </a:p>
          <a:p>
            <a:pPr marL="179388">
              <a:lnSpc>
                <a:spcPct val="150000"/>
              </a:lnSpc>
            </a:pPr>
            <a:r>
              <a:rPr lang="en-US" sz="2800" dirty="0">
                <a:latin typeface="Calibir"/>
              </a:rPr>
              <a:t>- Telehealth and clinic systems not syncing properly </a:t>
            </a:r>
          </a:p>
          <a:p>
            <a:pPr marL="179388">
              <a:lnSpc>
                <a:spcPct val="150000"/>
              </a:lnSpc>
            </a:pPr>
            <a:r>
              <a:rPr lang="en-US" sz="2800" dirty="0">
                <a:latin typeface="Calibir"/>
              </a:rPr>
              <a:t>- Shared staff logins</a:t>
            </a:r>
          </a:p>
        </p:txBody>
      </p:sp>
    </p:spTree>
    <p:extLst>
      <p:ext uri="{BB962C8B-B14F-4D97-AF65-F5344CB8AC3E}">
        <p14:creationId xmlns:p14="http://schemas.microsoft.com/office/powerpoint/2010/main" val="3451217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F926F2FD-B200-4BB0-7957-52B1E151C7A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9166EE2-CCD9-CDF5-6C1D-E57CDBEDD364}"/>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BBED22E5-8BD3-F82E-90CE-B61152E0F997}"/>
              </a:ext>
            </a:extLst>
          </p:cNvPr>
          <p:cNvSpPr>
            <a:spLocks noGrp="1"/>
          </p:cNvSpPr>
          <p:nvPr>
            <p:ph type="sldNum" sz="quarter" idx="4"/>
          </p:nvPr>
        </p:nvSpPr>
        <p:spPr/>
        <p:txBody>
          <a:bodyPr/>
          <a:lstStyle/>
          <a:p>
            <a:fld id="{16A89BA3-132D-40E1-AAB4-CDCD0A14C216}" type="slidenum">
              <a:rPr lang="en-AU" smtClean="0"/>
              <a:pPr/>
              <a:t>11</a:t>
            </a:fld>
            <a:r>
              <a:rPr lang="en-AU"/>
              <a:t>  |</a:t>
            </a:r>
            <a:endParaRPr lang="en-AU" dirty="0"/>
          </a:p>
        </p:txBody>
      </p:sp>
      <p:sp>
        <p:nvSpPr>
          <p:cNvPr id="2" name="Text Placeholder 3">
            <a:extLst>
              <a:ext uri="{FF2B5EF4-FFF2-40B4-BE49-F238E27FC236}">
                <a16:creationId xmlns:a16="http://schemas.microsoft.com/office/drawing/2014/main" id="{B8D0359E-4376-EE66-4EB5-D0FC4FE03892}"/>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4F1C7BD2-B95E-198D-FA09-753F488B9872}"/>
              </a:ext>
            </a:extLst>
          </p:cNvPr>
          <p:cNvSpPr txBox="1"/>
          <p:nvPr/>
        </p:nvSpPr>
        <p:spPr>
          <a:xfrm>
            <a:off x="0" y="1800413"/>
            <a:ext cx="9144000" cy="3257174"/>
          </a:xfrm>
          <a:prstGeom prst="rect">
            <a:avLst/>
          </a:prstGeom>
          <a:noFill/>
        </p:spPr>
        <p:txBody>
          <a:bodyPr wrap="square">
            <a:spAutoFit/>
          </a:bodyPr>
          <a:lstStyle/>
          <a:p>
            <a:pPr marL="179388">
              <a:lnSpc>
                <a:spcPct val="150000"/>
              </a:lnSpc>
            </a:pPr>
            <a:r>
              <a:rPr lang="en-US" sz="2800" dirty="0">
                <a:latin typeface="Calibir"/>
              </a:rPr>
              <a:t>- No access control </a:t>
            </a:r>
          </a:p>
          <a:p>
            <a:pPr marL="179388">
              <a:lnSpc>
                <a:spcPct val="150000"/>
              </a:lnSpc>
            </a:pPr>
            <a:r>
              <a:rPr lang="en-US" sz="2800" dirty="0">
                <a:latin typeface="Calibir"/>
              </a:rPr>
              <a:t>- Failed backups </a:t>
            </a:r>
          </a:p>
          <a:p>
            <a:pPr marL="179388">
              <a:lnSpc>
                <a:spcPct val="150000"/>
              </a:lnSpc>
            </a:pPr>
            <a:r>
              <a:rPr lang="en-US" sz="2800" dirty="0">
                <a:latin typeface="Calibir"/>
              </a:rPr>
              <a:t>- Weak security </a:t>
            </a:r>
          </a:p>
          <a:p>
            <a:pPr marL="179388">
              <a:lnSpc>
                <a:spcPct val="150000"/>
              </a:lnSpc>
            </a:pPr>
            <a:r>
              <a:rPr lang="en-US" sz="2800" dirty="0">
                <a:latin typeface="Calibir"/>
              </a:rPr>
              <a:t>- Privacy law violations </a:t>
            </a:r>
          </a:p>
          <a:p>
            <a:pPr marL="179388">
              <a:lnSpc>
                <a:spcPct val="150000"/>
              </a:lnSpc>
            </a:pPr>
            <a:r>
              <a:rPr lang="en-US" sz="2800" dirty="0">
                <a:latin typeface="Calibir"/>
              </a:rPr>
              <a:t>- Ethical problems with sharing patient data </a:t>
            </a:r>
          </a:p>
        </p:txBody>
      </p:sp>
    </p:spTree>
    <p:extLst>
      <p:ext uri="{BB962C8B-B14F-4D97-AF65-F5344CB8AC3E}">
        <p14:creationId xmlns:p14="http://schemas.microsoft.com/office/powerpoint/2010/main" val="2869027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B355BB7A-3F7D-0593-A41C-55538D9A9F7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0C4BA9C-0196-4DE8-35F2-C12B3A14D314}"/>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7E109E85-40F6-5F6D-D0E8-111339C95749}"/>
              </a:ext>
            </a:extLst>
          </p:cNvPr>
          <p:cNvSpPr>
            <a:spLocks noGrp="1"/>
          </p:cNvSpPr>
          <p:nvPr>
            <p:ph type="sldNum" sz="quarter" idx="4"/>
          </p:nvPr>
        </p:nvSpPr>
        <p:spPr/>
        <p:txBody>
          <a:bodyPr/>
          <a:lstStyle/>
          <a:p>
            <a:fld id="{16A89BA3-132D-40E1-AAB4-CDCD0A14C216}" type="slidenum">
              <a:rPr lang="en-AU" smtClean="0"/>
              <a:pPr/>
              <a:t>12</a:t>
            </a:fld>
            <a:r>
              <a:rPr lang="en-AU"/>
              <a:t>  |</a:t>
            </a:r>
            <a:endParaRPr lang="en-AU" dirty="0"/>
          </a:p>
        </p:txBody>
      </p:sp>
      <p:sp>
        <p:nvSpPr>
          <p:cNvPr id="2" name="Text Placeholder 3">
            <a:extLst>
              <a:ext uri="{FF2B5EF4-FFF2-40B4-BE49-F238E27FC236}">
                <a16:creationId xmlns:a16="http://schemas.microsoft.com/office/drawing/2014/main" id="{396CE294-A2AE-9086-8D42-68329DAA2416}"/>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65ABA1B-581D-EBE4-DDC4-4CE670EA21B4}"/>
              </a:ext>
            </a:extLst>
          </p:cNvPr>
          <p:cNvSpPr txBox="1"/>
          <p:nvPr/>
        </p:nvSpPr>
        <p:spPr>
          <a:xfrm>
            <a:off x="0" y="1800413"/>
            <a:ext cx="9144000" cy="2610843"/>
          </a:xfrm>
          <a:prstGeom prst="rect">
            <a:avLst/>
          </a:prstGeom>
          <a:noFill/>
        </p:spPr>
        <p:txBody>
          <a:bodyPr wrap="square">
            <a:spAutoFit/>
          </a:bodyPr>
          <a:lstStyle/>
          <a:p>
            <a:pPr>
              <a:lnSpc>
                <a:spcPct val="150000"/>
              </a:lnSpc>
            </a:pPr>
            <a:r>
              <a:rPr lang="en-US" sz="2800" dirty="0">
                <a:latin typeface="Calibir"/>
              </a:rPr>
              <a:t>Your job is to explain:</a:t>
            </a:r>
          </a:p>
          <a:p>
            <a:pPr marL="808038" indent="-514350">
              <a:lnSpc>
                <a:spcPct val="150000"/>
              </a:lnSpc>
              <a:buFont typeface="+mj-lt"/>
              <a:buAutoNum type="arabicPeriod"/>
            </a:pPr>
            <a:r>
              <a:rPr lang="en-US" sz="2800" dirty="0">
                <a:latin typeface="Calibir"/>
              </a:rPr>
              <a:t>What went wrong </a:t>
            </a:r>
          </a:p>
          <a:p>
            <a:pPr marL="808038" indent="-514350">
              <a:lnSpc>
                <a:spcPct val="150000"/>
              </a:lnSpc>
              <a:buFont typeface="+mj-lt"/>
              <a:buAutoNum type="arabicPeriod"/>
            </a:pPr>
            <a:r>
              <a:rPr lang="en-US" sz="2800" dirty="0">
                <a:latin typeface="Calibir"/>
              </a:rPr>
              <a:t>Why it is dangerous </a:t>
            </a:r>
          </a:p>
          <a:p>
            <a:pPr marL="808038" indent="-514350">
              <a:lnSpc>
                <a:spcPct val="150000"/>
              </a:lnSpc>
              <a:buFont typeface="+mj-lt"/>
              <a:buAutoNum type="arabicPeriod"/>
            </a:pPr>
            <a:r>
              <a:rPr lang="en-US" sz="2800" dirty="0">
                <a:latin typeface="Calibir"/>
              </a:rPr>
              <a:t>How you would fix it</a:t>
            </a:r>
          </a:p>
        </p:txBody>
      </p:sp>
    </p:spTree>
    <p:extLst>
      <p:ext uri="{BB962C8B-B14F-4D97-AF65-F5344CB8AC3E}">
        <p14:creationId xmlns:p14="http://schemas.microsoft.com/office/powerpoint/2010/main" val="1069758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C6F2196-2210-B723-5EC5-5BBE9318132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5921EE0-F9CB-86B0-FADD-481BCC20558E}"/>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27FA21AE-60ED-34E1-7871-628AABEE0C6B}"/>
              </a:ext>
            </a:extLst>
          </p:cNvPr>
          <p:cNvSpPr>
            <a:spLocks noGrp="1"/>
          </p:cNvSpPr>
          <p:nvPr>
            <p:ph type="sldNum" sz="quarter" idx="4"/>
          </p:nvPr>
        </p:nvSpPr>
        <p:spPr/>
        <p:txBody>
          <a:bodyPr/>
          <a:lstStyle/>
          <a:p>
            <a:fld id="{16A89BA3-132D-40E1-AAB4-CDCD0A14C216}" type="slidenum">
              <a:rPr lang="en-AU" smtClean="0"/>
              <a:pPr/>
              <a:t>13</a:t>
            </a:fld>
            <a:r>
              <a:rPr lang="en-AU"/>
              <a:t>  |</a:t>
            </a:r>
            <a:endParaRPr lang="en-AU" dirty="0"/>
          </a:p>
        </p:txBody>
      </p:sp>
      <p:sp>
        <p:nvSpPr>
          <p:cNvPr id="2" name="Text Placeholder 3">
            <a:extLst>
              <a:ext uri="{FF2B5EF4-FFF2-40B4-BE49-F238E27FC236}">
                <a16:creationId xmlns:a16="http://schemas.microsoft.com/office/drawing/2014/main" id="{0E3126B2-5887-025C-425F-6A4E55AC429E}"/>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2E702AE-CDFF-5636-A232-F355E9CC9DDC}"/>
              </a:ext>
            </a:extLst>
          </p:cNvPr>
          <p:cNvSpPr txBox="1"/>
          <p:nvPr/>
        </p:nvSpPr>
        <p:spPr>
          <a:xfrm>
            <a:off x="0" y="968058"/>
            <a:ext cx="9144000" cy="1318181"/>
          </a:xfrm>
          <a:prstGeom prst="rect">
            <a:avLst/>
          </a:prstGeom>
          <a:noFill/>
        </p:spPr>
        <p:txBody>
          <a:bodyPr wrap="square">
            <a:spAutoFit/>
          </a:bodyPr>
          <a:lstStyle/>
          <a:p>
            <a:pPr>
              <a:lnSpc>
                <a:spcPct val="150000"/>
              </a:lnSpc>
            </a:pPr>
            <a:r>
              <a:rPr lang="en-US" sz="2800" b="1" dirty="0">
                <a:latin typeface="Calibir"/>
              </a:rPr>
              <a:t>Step 2 — Create Your Slide Structure</a:t>
            </a:r>
          </a:p>
          <a:p>
            <a:pPr>
              <a:lnSpc>
                <a:spcPct val="150000"/>
              </a:lnSpc>
            </a:pPr>
            <a:r>
              <a:rPr lang="en-US" sz="2800" dirty="0">
                <a:latin typeface="Calibir"/>
              </a:rPr>
              <a:t>You can use something like this:</a:t>
            </a:r>
          </a:p>
        </p:txBody>
      </p:sp>
      <p:graphicFrame>
        <p:nvGraphicFramePr>
          <p:cNvPr id="5" name="Table 4">
            <a:extLst>
              <a:ext uri="{FF2B5EF4-FFF2-40B4-BE49-F238E27FC236}">
                <a16:creationId xmlns:a16="http://schemas.microsoft.com/office/drawing/2014/main" id="{6B31054C-06BA-6E96-77F2-89BF768085CD}"/>
              </a:ext>
            </a:extLst>
          </p:cNvPr>
          <p:cNvGraphicFramePr>
            <a:graphicFrameLocks noGrp="1"/>
          </p:cNvGraphicFramePr>
          <p:nvPr>
            <p:extLst>
              <p:ext uri="{D42A27DB-BD31-4B8C-83A1-F6EECF244321}">
                <p14:modId xmlns:p14="http://schemas.microsoft.com/office/powerpoint/2010/main" val="3524324061"/>
              </p:ext>
            </p:extLst>
          </p:nvPr>
        </p:nvGraphicFramePr>
        <p:xfrm>
          <a:off x="65967" y="2304718"/>
          <a:ext cx="5498220" cy="4553282"/>
        </p:xfrm>
        <a:graphic>
          <a:graphicData uri="http://schemas.openxmlformats.org/drawingml/2006/table">
            <a:tbl>
              <a:tblPr>
                <a:tableStyleId>{ED083AE6-46FA-4A59-8FB0-9F97EB10719F}</a:tableStyleId>
              </a:tblPr>
              <a:tblGrid>
                <a:gridCol w="1704889">
                  <a:extLst>
                    <a:ext uri="{9D8B030D-6E8A-4147-A177-3AD203B41FA5}">
                      <a16:colId xmlns:a16="http://schemas.microsoft.com/office/drawing/2014/main" val="1282209495"/>
                    </a:ext>
                  </a:extLst>
                </a:gridCol>
                <a:gridCol w="3793331">
                  <a:extLst>
                    <a:ext uri="{9D8B030D-6E8A-4147-A177-3AD203B41FA5}">
                      <a16:colId xmlns:a16="http://schemas.microsoft.com/office/drawing/2014/main" val="1580063875"/>
                    </a:ext>
                  </a:extLst>
                </a:gridCol>
              </a:tblGrid>
              <a:tr h="341281">
                <a:tc>
                  <a:txBody>
                    <a:bodyPr/>
                    <a:lstStyle/>
                    <a:p>
                      <a:pPr>
                        <a:buNone/>
                      </a:pPr>
                      <a:r>
                        <a:rPr lang="en-AU" sz="1800" dirty="0">
                          <a:latin typeface="Calibir"/>
                        </a:rPr>
                        <a:t>Slide</a:t>
                      </a:r>
                    </a:p>
                  </a:txBody>
                  <a:tcPr marL="85320" marR="85320" marT="42660" marB="42660" anchor="ctr">
                    <a:solidFill>
                      <a:schemeClr val="tx1">
                        <a:lumMod val="10000"/>
                        <a:lumOff val="90000"/>
                      </a:schemeClr>
                    </a:solidFill>
                  </a:tcPr>
                </a:tc>
                <a:tc>
                  <a:txBody>
                    <a:bodyPr/>
                    <a:lstStyle/>
                    <a:p>
                      <a:pPr>
                        <a:buNone/>
                      </a:pPr>
                      <a:r>
                        <a:rPr lang="en-AU" sz="1800" dirty="0">
                          <a:latin typeface="Calibir"/>
                        </a:rPr>
                        <a:t>Topic</a:t>
                      </a:r>
                    </a:p>
                  </a:txBody>
                  <a:tcPr marL="85320" marR="85320" marT="42660" marB="42660" anchor="ctr">
                    <a:solidFill>
                      <a:schemeClr val="tx1">
                        <a:lumMod val="10000"/>
                        <a:lumOff val="90000"/>
                      </a:schemeClr>
                    </a:solidFill>
                  </a:tcPr>
                </a:tc>
                <a:extLst>
                  <a:ext uri="{0D108BD9-81ED-4DB2-BD59-A6C34878D82A}">
                    <a16:rowId xmlns:a16="http://schemas.microsoft.com/office/drawing/2014/main" val="2497997"/>
                  </a:ext>
                </a:extLst>
              </a:tr>
              <a:tr h="341281">
                <a:tc>
                  <a:txBody>
                    <a:bodyPr/>
                    <a:lstStyle/>
                    <a:p>
                      <a:pPr>
                        <a:buNone/>
                      </a:pPr>
                      <a:r>
                        <a:rPr lang="en-AU" sz="1800" dirty="0">
                          <a:latin typeface="Calibir"/>
                        </a:rPr>
                        <a:t>1</a:t>
                      </a:r>
                    </a:p>
                  </a:txBody>
                  <a:tcPr marL="85320" marR="85320" marT="42660" marB="42660" anchor="ctr">
                    <a:solidFill>
                      <a:schemeClr val="bg1"/>
                    </a:solidFill>
                  </a:tcPr>
                </a:tc>
                <a:tc>
                  <a:txBody>
                    <a:bodyPr/>
                    <a:lstStyle/>
                    <a:p>
                      <a:pPr>
                        <a:buNone/>
                      </a:pPr>
                      <a:r>
                        <a:rPr lang="en-AU" sz="1800">
                          <a:latin typeface="Calibir"/>
                        </a:rPr>
                        <a:t>Title Slide</a:t>
                      </a:r>
                    </a:p>
                  </a:txBody>
                  <a:tcPr marL="85320" marR="85320" marT="42660" marB="42660" anchor="ctr">
                    <a:solidFill>
                      <a:schemeClr val="bg1"/>
                    </a:solidFill>
                  </a:tcPr>
                </a:tc>
                <a:extLst>
                  <a:ext uri="{0D108BD9-81ED-4DB2-BD59-A6C34878D82A}">
                    <a16:rowId xmlns:a16="http://schemas.microsoft.com/office/drawing/2014/main" val="50500632"/>
                  </a:ext>
                </a:extLst>
              </a:tr>
              <a:tr h="597242">
                <a:tc>
                  <a:txBody>
                    <a:bodyPr/>
                    <a:lstStyle/>
                    <a:p>
                      <a:pPr>
                        <a:buNone/>
                      </a:pPr>
                      <a:r>
                        <a:rPr lang="en-AU" sz="1800" dirty="0">
                          <a:latin typeface="Calibir"/>
                        </a:rPr>
                        <a:t>2</a:t>
                      </a:r>
                    </a:p>
                  </a:txBody>
                  <a:tcPr marL="85320" marR="85320" marT="42660" marB="42660" anchor="ctr">
                    <a:solidFill>
                      <a:schemeClr val="bg1"/>
                    </a:solidFill>
                  </a:tcPr>
                </a:tc>
                <a:tc>
                  <a:txBody>
                    <a:bodyPr/>
                    <a:lstStyle/>
                    <a:p>
                      <a:pPr>
                        <a:buNone/>
                      </a:pPr>
                      <a:r>
                        <a:rPr lang="en-AU" sz="1800" dirty="0">
                          <a:latin typeface="Calibir"/>
                        </a:rPr>
                        <a:t>Introduction to </a:t>
                      </a:r>
                      <a:r>
                        <a:rPr lang="en-AU" sz="1800" dirty="0" err="1">
                          <a:latin typeface="Calibir"/>
                        </a:rPr>
                        <a:t>SmartHealth</a:t>
                      </a:r>
                      <a:r>
                        <a:rPr lang="en-AU" sz="1800" dirty="0">
                          <a:latin typeface="Calibir"/>
                        </a:rPr>
                        <a:t> problems</a:t>
                      </a:r>
                    </a:p>
                  </a:txBody>
                  <a:tcPr marL="85320" marR="85320" marT="42660" marB="42660" anchor="ctr">
                    <a:solidFill>
                      <a:schemeClr val="bg1"/>
                    </a:solidFill>
                  </a:tcPr>
                </a:tc>
                <a:extLst>
                  <a:ext uri="{0D108BD9-81ED-4DB2-BD59-A6C34878D82A}">
                    <a16:rowId xmlns:a16="http://schemas.microsoft.com/office/drawing/2014/main" val="1858768162"/>
                  </a:ext>
                </a:extLst>
              </a:tr>
              <a:tr h="341281">
                <a:tc>
                  <a:txBody>
                    <a:bodyPr/>
                    <a:lstStyle/>
                    <a:p>
                      <a:pPr>
                        <a:buNone/>
                      </a:pPr>
                      <a:r>
                        <a:rPr lang="en-AU" sz="1800">
                          <a:latin typeface="Calibir"/>
                        </a:rPr>
                        <a:t>3–4</a:t>
                      </a:r>
                    </a:p>
                  </a:txBody>
                  <a:tcPr marL="85320" marR="85320" marT="42660" marB="42660" anchor="ctr">
                    <a:solidFill>
                      <a:schemeClr val="bg1"/>
                    </a:solidFill>
                  </a:tcPr>
                </a:tc>
                <a:tc>
                  <a:txBody>
                    <a:bodyPr/>
                    <a:lstStyle/>
                    <a:p>
                      <a:pPr>
                        <a:buNone/>
                      </a:pPr>
                      <a:r>
                        <a:rPr lang="en-AU" sz="1800">
                          <a:latin typeface="Calibir"/>
                        </a:rPr>
                        <a:t>Q1 Database Design</a:t>
                      </a:r>
                    </a:p>
                  </a:txBody>
                  <a:tcPr marL="85320" marR="85320" marT="42660" marB="42660" anchor="ctr">
                    <a:solidFill>
                      <a:schemeClr val="bg1"/>
                    </a:solidFill>
                  </a:tcPr>
                </a:tc>
                <a:extLst>
                  <a:ext uri="{0D108BD9-81ED-4DB2-BD59-A6C34878D82A}">
                    <a16:rowId xmlns:a16="http://schemas.microsoft.com/office/drawing/2014/main" val="3074070731"/>
                  </a:ext>
                </a:extLst>
              </a:tr>
              <a:tr h="341281">
                <a:tc>
                  <a:txBody>
                    <a:bodyPr/>
                    <a:lstStyle/>
                    <a:p>
                      <a:pPr>
                        <a:buNone/>
                      </a:pPr>
                      <a:r>
                        <a:rPr lang="en-AU" sz="1800">
                          <a:latin typeface="Calibir"/>
                        </a:rPr>
                        <a:t>5–6</a:t>
                      </a:r>
                    </a:p>
                  </a:txBody>
                  <a:tcPr marL="85320" marR="85320" marT="42660" marB="42660" anchor="ctr">
                    <a:solidFill>
                      <a:schemeClr val="bg1"/>
                    </a:solidFill>
                  </a:tcPr>
                </a:tc>
                <a:tc>
                  <a:txBody>
                    <a:bodyPr/>
                    <a:lstStyle/>
                    <a:p>
                      <a:pPr>
                        <a:buNone/>
                      </a:pPr>
                      <a:r>
                        <a:rPr lang="en-AU" sz="1800" dirty="0">
                          <a:latin typeface="Calibir"/>
                        </a:rPr>
                        <a:t>Q2 Data Integrity</a:t>
                      </a:r>
                    </a:p>
                  </a:txBody>
                  <a:tcPr marL="85320" marR="85320" marT="42660" marB="42660" anchor="ctr">
                    <a:solidFill>
                      <a:schemeClr val="bg1"/>
                    </a:solidFill>
                  </a:tcPr>
                </a:tc>
                <a:extLst>
                  <a:ext uri="{0D108BD9-81ED-4DB2-BD59-A6C34878D82A}">
                    <a16:rowId xmlns:a16="http://schemas.microsoft.com/office/drawing/2014/main" val="341257958"/>
                  </a:ext>
                </a:extLst>
              </a:tr>
              <a:tr h="341281">
                <a:tc>
                  <a:txBody>
                    <a:bodyPr/>
                    <a:lstStyle/>
                    <a:p>
                      <a:pPr>
                        <a:buNone/>
                      </a:pPr>
                      <a:r>
                        <a:rPr lang="en-AU" sz="1800">
                          <a:latin typeface="Calibir"/>
                        </a:rPr>
                        <a:t>7–8</a:t>
                      </a:r>
                    </a:p>
                  </a:txBody>
                  <a:tcPr marL="85320" marR="85320" marT="42660" marB="42660" anchor="ctr">
                    <a:solidFill>
                      <a:schemeClr val="bg1"/>
                    </a:solidFill>
                  </a:tcPr>
                </a:tc>
                <a:tc>
                  <a:txBody>
                    <a:bodyPr/>
                    <a:lstStyle/>
                    <a:p>
                      <a:pPr>
                        <a:buNone/>
                      </a:pPr>
                      <a:r>
                        <a:rPr lang="en-AU" sz="1800">
                          <a:latin typeface="Calibir"/>
                        </a:rPr>
                        <a:t>Q3 Azure SQL &amp; Architecture</a:t>
                      </a:r>
                    </a:p>
                  </a:txBody>
                  <a:tcPr marL="85320" marR="85320" marT="42660" marB="42660" anchor="ctr">
                    <a:solidFill>
                      <a:schemeClr val="bg1"/>
                    </a:solidFill>
                  </a:tcPr>
                </a:tc>
                <a:extLst>
                  <a:ext uri="{0D108BD9-81ED-4DB2-BD59-A6C34878D82A}">
                    <a16:rowId xmlns:a16="http://schemas.microsoft.com/office/drawing/2014/main" val="712366440"/>
                  </a:ext>
                </a:extLst>
              </a:tr>
              <a:tr h="341281">
                <a:tc>
                  <a:txBody>
                    <a:bodyPr/>
                    <a:lstStyle/>
                    <a:p>
                      <a:pPr>
                        <a:buNone/>
                      </a:pPr>
                      <a:r>
                        <a:rPr lang="en-AU" sz="1800">
                          <a:latin typeface="Calibir"/>
                        </a:rPr>
                        <a:t>9–10</a:t>
                      </a:r>
                    </a:p>
                  </a:txBody>
                  <a:tcPr marL="85320" marR="85320" marT="42660" marB="42660" anchor="ctr">
                    <a:solidFill>
                      <a:schemeClr val="bg1"/>
                    </a:solidFill>
                  </a:tcPr>
                </a:tc>
                <a:tc>
                  <a:txBody>
                    <a:bodyPr/>
                    <a:lstStyle/>
                    <a:p>
                      <a:pPr>
                        <a:buNone/>
                      </a:pPr>
                      <a:r>
                        <a:rPr lang="en-AU" sz="1800">
                          <a:latin typeface="Calibir"/>
                        </a:rPr>
                        <a:t>Q4 Database Security</a:t>
                      </a:r>
                    </a:p>
                  </a:txBody>
                  <a:tcPr marL="85320" marR="85320" marT="42660" marB="42660" anchor="ctr">
                    <a:solidFill>
                      <a:schemeClr val="bg1"/>
                    </a:solidFill>
                  </a:tcPr>
                </a:tc>
                <a:extLst>
                  <a:ext uri="{0D108BD9-81ED-4DB2-BD59-A6C34878D82A}">
                    <a16:rowId xmlns:a16="http://schemas.microsoft.com/office/drawing/2014/main" val="1767698792"/>
                  </a:ext>
                </a:extLst>
              </a:tr>
              <a:tr h="341281">
                <a:tc>
                  <a:txBody>
                    <a:bodyPr/>
                    <a:lstStyle/>
                    <a:p>
                      <a:pPr>
                        <a:buNone/>
                      </a:pPr>
                      <a:r>
                        <a:rPr lang="en-AU" sz="1800">
                          <a:latin typeface="Calibir"/>
                        </a:rPr>
                        <a:t>11–12</a:t>
                      </a:r>
                    </a:p>
                  </a:txBody>
                  <a:tcPr marL="85320" marR="85320" marT="42660" marB="42660" anchor="ctr">
                    <a:solidFill>
                      <a:schemeClr val="bg1"/>
                    </a:solidFill>
                  </a:tcPr>
                </a:tc>
                <a:tc>
                  <a:txBody>
                    <a:bodyPr/>
                    <a:lstStyle/>
                    <a:p>
                      <a:pPr>
                        <a:buNone/>
                      </a:pPr>
                      <a:r>
                        <a:rPr lang="en-AU" sz="1800" dirty="0">
                          <a:latin typeface="Calibir"/>
                        </a:rPr>
                        <a:t>Q5 Privacy Laws (APPs)</a:t>
                      </a:r>
                    </a:p>
                  </a:txBody>
                  <a:tcPr marL="85320" marR="85320" marT="42660" marB="42660" anchor="ctr">
                    <a:solidFill>
                      <a:schemeClr val="bg1"/>
                    </a:solidFill>
                  </a:tcPr>
                </a:tc>
                <a:extLst>
                  <a:ext uri="{0D108BD9-81ED-4DB2-BD59-A6C34878D82A}">
                    <a16:rowId xmlns:a16="http://schemas.microsoft.com/office/drawing/2014/main" val="1110418132"/>
                  </a:ext>
                </a:extLst>
              </a:tr>
              <a:tr h="341281">
                <a:tc>
                  <a:txBody>
                    <a:bodyPr/>
                    <a:lstStyle/>
                    <a:p>
                      <a:pPr>
                        <a:buNone/>
                      </a:pPr>
                      <a:r>
                        <a:rPr lang="en-AU" sz="1800">
                          <a:latin typeface="Calibir"/>
                        </a:rPr>
                        <a:t>13–14</a:t>
                      </a:r>
                    </a:p>
                  </a:txBody>
                  <a:tcPr marL="85320" marR="85320" marT="42660" marB="42660" anchor="ctr">
                    <a:solidFill>
                      <a:schemeClr val="bg1"/>
                    </a:solidFill>
                  </a:tcPr>
                </a:tc>
                <a:tc>
                  <a:txBody>
                    <a:bodyPr/>
                    <a:lstStyle/>
                    <a:p>
                      <a:pPr>
                        <a:buNone/>
                      </a:pPr>
                      <a:r>
                        <a:rPr lang="en-AU" sz="1800">
                          <a:latin typeface="Calibir"/>
                        </a:rPr>
                        <a:t>Q6 Ethical Considerations</a:t>
                      </a:r>
                    </a:p>
                  </a:txBody>
                  <a:tcPr marL="85320" marR="85320" marT="42660" marB="42660" anchor="ctr">
                    <a:solidFill>
                      <a:schemeClr val="bg1"/>
                    </a:solidFill>
                  </a:tcPr>
                </a:tc>
                <a:extLst>
                  <a:ext uri="{0D108BD9-81ED-4DB2-BD59-A6C34878D82A}">
                    <a16:rowId xmlns:a16="http://schemas.microsoft.com/office/drawing/2014/main" val="1561436039"/>
                  </a:ext>
                </a:extLst>
              </a:tr>
              <a:tr h="341281">
                <a:tc>
                  <a:txBody>
                    <a:bodyPr/>
                    <a:lstStyle/>
                    <a:p>
                      <a:pPr>
                        <a:buNone/>
                      </a:pPr>
                      <a:r>
                        <a:rPr lang="en-AU" sz="1800">
                          <a:latin typeface="Calibir"/>
                        </a:rPr>
                        <a:t>15–16</a:t>
                      </a:r>
                    </a:p>
                  </a:txBody>
                  <a:tcPr marL="85320" marR="85320" marT="42660" marB="42660" anchor="ctr">
                    <a:solidFill>
                      <a:schemeClr val="bg1"/>
                    </a:solidFill>
                  </a:tcPr>
                </a:tc>
                <a:tc>
                  <a:txBody>
                    <a:bodyPr/>
                    <a:lstStyle/>
                    <a:p>
                      <a:pPr>
                        <a:buNone/>
                      </a:pPr>
                      <a:r>
                        <a:rPr lang="en-AU" sz="1800" dirty="0">
                          <a:latin typeface="Calibir"/>
                        </a:rPr>
                        <a:t>Q7 Practical Improvement Plan</a:t>
                      </a:r>
                    </a:p>
                  </a:txBody>
                  <a:tcPr marL="85320" marR="85320" marT="42660" marB="42660" anchor="ctr">
                    <a:solidFill>
                      <a:schemeClr val="bg1"/>
                    </a:solidFill>
                  </a:tcPr>
                </a:tc>
                <a:extLst>
                  <a:ext uri="{0D108BD9-81ED-4DB2-BD59-A6C34878D82A}">
                    <a16:rowId xmlns:a16="http://schemas.microsoft.com/office/drawing/2014/main" val="3992178592"/>
                  </a:ext>
                </a:extLst>
              </a:tr>
              <a:tr h="341281">
                <a:tc>
                  <a:txBody>
                    <a:bodyPr/>
                    <a:lstStyle/>
                    <a:p>
                      <a:pPr>
                        <a:buNone/>
                      </a:pPr>
                      <a:r>
                        <a:rPr lang="en-AU" sz="1800">
                          <a:latin typeface="Calibir"/>
                        </a:rPr>
                        <a:t>17</a:t>
                      </a:r>
                    </a:p>
                  </a:txBody>
                  <a:tcPr marL="85320" marR="85320" marT="42660" marB="42660" anchor="ctr">
                    <a:solidFill>
                      <a:schemeClr val="bg1"/>
                    </a:solidFill>
                  </a:tcPr>
                </a:tc>
                <a:tc>
                  <a:txBody>
                    <a:bodyPr/>
                    <a:lstStyle/>
                    <a:p>
                      <a:pPr>
                        <a:buNone/>
                      </a:pPr>
                      <a:r>
                        <a:rPr lang="en-AU" sz="1800" dirty="0">
                          <a:latin typeface="Calibir"/>
                        </a:rPr>
                        <a:t>Conclusion</a:t>
                      </a:r>
                    </a:p>
                  </a:txBody>
                  <a:tcPr marL="85320" marR="85320" marT="42660" marB="42660" anchor="ctr">
                    <a:solidFill>
                      <a:schemeClr val="bg1"/>
                    </a:solidFill>
                  </a:tcPr>
                </a:tc>
                <a:extLst>
                  <a:ext uri="{0D108BD9-81ED-4DB2-BD59-A6C34878D82A}">
                    <a16:rowId xmlns:a16="http://schemas.microsoft.com/office/drawing/2014/main" val="2362553647"/>
                  </a:ext>
                </a:extLst>
              </a:tr>
              <a:tr h="341281">
                <a:tc>
                  <a:txBody>
                    <a:bodyPr/>
                    <a:lstStyle/>
                    <a:p>
                      <a:pPr>
                        <a:buNone/>
                      </a:pPr>
                      <a:r>
                        <a:rPr lang="en-AU" sz="1800">
                          <a:latin typeface="Calibir"/>
                        </a:rPr>
                        <a:t>18</a:t>
                      </a:r>
                    </a:p>
                  </a:txBody>
                  <a:tcPr marL="85320" marR="85320" marT="42660" marB="42660" anchor="ctr">
                    <a:solidFill>
                      <a:schemeClr val="bg1"/>
                    </a:solidFill>
                  </a:tcPr>
                </a:tc>
                <a:tc>
                  <a:txBody>
                    <a:bodyPr/>
                    <a:lstStyle/>
                    <a:p>
                      <a:pPr>
                        <a:buNone/>
                      </a:pPr>
                      <a:r>
                        <a:rPr lang="en-AU" sz="1800" dirty="0">
                          <a:latin typeface="Calibir"/>
                        </a:rPr>
                        <a:t>References</a:t>
                      </a:r>
                    </a:p>
                  </a:txBody>
                  <a:tcPr marL="85320" marR="85320" marT="42660" marB="42660" anchor="ctr">
                    <a:solidFill>
                      <a:schemeClr val="bg1"/>
                    </a:solidFill>
                  </a:tcPr>
                </a:tc>
                <a:extLst>
                  <a:ext uri="{0D108BD9-81ED-4DB2-BD59-A6C34878D82A}">
                    <a16:rowId xmlns:a16="http://schemas.microsoft.com/office/drawing/2014/main" val="1654248367"/>
                  </a:ext>
                </a:extLst>
              </a:tr>
            </a:tbl>
          </a:graphicData>
        </a:graphic>
      </p:graphicFrame>
      <p:sp>
        <p:nvSpPr>
          <p:cNvPr id="10" name="TextBox 9">
            <a:extLst>
              <a:ext uri="{FF2B5EF4-FFF2-40B4-BE49-F238E27FC236}">
                <a16:creationId xmlns:a16="http://schemas.microsoft.com/office/drawing/2014/main" id="{EAB88158-0A06-5035-6DD3-78716FFF3B14}"/>
              </a:ext>
            </a:extLst>
          </p:cNvPr>
          <p:cNvSpPr txBox="1"/>
          <p:nvPr/>
        </p:nvSpPr>
        <p:spPr>
          <a:xfrm>
            <a:off x="5672137" y="5438511"/>
            <a:ext cx="3471863" cy="1318181"/>
          </a:xfrm>
          <a:prstGeom prst="rect">
            <a:avLst/>
          </a:prstGeom>
          <a:noFill/>
        </p:spPr>
        <p:txBody>
          <a:bodyPr wrap="square">
            <a:spAutoFit/>
          </a:bodyPr>
          <a:lstStyle/>
          <a:p>
            <a:pPr>
              <a:lnSpc>
                <a:spcPct val="150000"/>
              </a:lnSpc>
            </a:pPr>
            <a:r>
              <a:rPr lang="en-US" sz="2800" dirty="0">
                <a:latin typeface="Calibir"/>
              </a:rPr>
              <a:t>You do NOT need too much text.</a:t>
            </a:r>
            <a:endParaRPr lang="en-AU" sz="2800" dirty="0">
              <a:latin typeface="Calibir"/>
            </a:endParaRPr>
          </a:p>
        </p:txBody>
      </p:sp>
    </p:spTree>
    <p:extLst>
      <p:ext uri="{BB962C8B-B14F-4D97-AF65-F5344CB8AC3E}">
        <p14:creationId xmlns:p14="http://schemas.microsoft.com/office/powerpoint/2010/main" val="1558019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86C95E32-9CF6-81A3-6B54-75B5C2179D3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671BD95-A90C-1EF5-644C-8F65AD8E5455}"/>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FA70190A-3843-BAD9-3C10-5FFC92F56FBE}"/>
              </a:ext>
            </a:extLst>
          </p:cNvPr>
          <p:cNvSpPr>
            <a:spLocks noGrp="1"/>
          </p:cNvSpPr>
          <p:nvPr>
            <p:ph type="sldNum" sz="quarter" idx="4"/>
          </p:nvPr>
        </p:nvSpPr>
        <p:spPr/>
        <p:txBody>
          <a:bodyPr/>
          <a:lstStyle/>
          <a:p>
            <a:fld id="{16A89BA3-132D-40E1-AAB4-CDCD0A14C216}" type="slidenum">
              <a:rPr lang="en-AU" smtClean="0"/>
              <a:pPr/>
              <a:t>14</a:t>
            </a:fld>
            <a:r>
              <a:rPr lang="en-AU"/>
              <a:t>  |</a:t>
            </a:r>
            <a:endParaRPr lang="en-AU" dirty="0"/>
          </a:p>
        </p:txBody>
      </p:sp>
      <p:sp>
        <p:nvSpPr>
          <p:cNvPr id="2" name="Text Placeholder 3">
            <a:extLst>
              <a:ext uri="{FF2B5EF4-FFF2-40B4-BE49-F238E27FC236}">
                <a16:creationId xmlns:a16="http://schemas.microsoft.com/office/drawing/2014/main" id="{D85BE802-E673-5CF0-0F3B-664260E5A99F}"/>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1130B3C-10B8-F77A-1044-564CC1602681}"/>
              </a:ext>
            </a:extLst>
          </p:cNvPr>
          <p:cNvSpPr txBox="1"/>
          <p:nvPr/>
        </p:nvSpPr>
        <p:spPr>
          <a:xfrm>
            <a:off x="0" y="903762"/>
            <a:ext cx="9144000" cy="5196166"/>
          </a:xfrm>
          <a:prstGeom prst="rect">
            <a:avLst/>
          </a:prstGeom>
          <a:noFill/>
        </p:spPr>
        <p:txBody>
          <a:bodyPr wrap="square">
            <a:spAutoFit/>
          </a:bodyPr>
          <a:lstStyle/>
          <a:p>
            <a:pPr>
              <a:lnSpc>
                <a:spcPct val="150000"/>
              </a:lnSpc>
            </a:pPr>
            <a:r>
              <a:rPr lang="en-US" sz="2800" b="1" dirty="0">
                <a:latin typeface="Calibir"/>
              </a:rPr>
              <a:t>Question-by-Question Guide) Q1 — Database Design</a:t>
            </a:r>
          </a:p>
          <a:p>
            <a:pPr>
              <a:lnSpc>
                <a:spcPct val="150000"/>
              </a:lnSpc>
            </a:pPr>
            <a:r>
              <a:rPr lang="en-US" sz="2800" dirty="0">
                <a:latin typeface="Calibir"/>
              </a:rPr>
              <a:t>Explain how you would redesign the database to stop duplicate and inconsistent data.</a:t>
            </a:r>
          </a:p>
          <a:p>
            <a:pPr>
              <a:lnSpc>
                <a:spcPct val="150000"/>
              </a:lnSpc>
            </a:pPr>
            <a:r>
              <a:rPr lang="en-US" sz="2800" b="1" dirty="0">
                <a:latin typeface="Calibir"/>
              </a:rPr>
              <a:t>Include These Terms</a:t>
            </a:r>
          </a:p>
          <a:p>
            <a:pPr marL="457200" indent="-457200">
              <a:lnSpc>
                <a:spcPct val="150000"/>
              </a:lnSpc>
              <a:buFont typeface="Arial" panose="020B0604020202020204" pitchFamily="34" charset="0"/>
              <a:buChar char="•"/>
            </a:pPr>
            <a:r>
              <a:rPr lang="en-US" sz="2800" dirty="0">
                <a:latin typeface="Calibir"/>
              </a:rPr>
              <a:t>Entities </a:t>
            </a:r>
          </a:p>
          <a:p>
            <a:pPr marL="457200" indent="-457200">
              <a:lnSpc>
                <a:spcPct val="150000"/>
              </a:lnSpc>
              <a:buFont typeface="Arial" panose="020B0604020202020204" pitchFamily="34" charset="0"/>
              <a:buChar char="•"/>
            </a:pPr>
            <a:r>
              <a:rPr lang="en-US" sz="2800" dirty="0">
                <a:latin typeface="Calibir"/>
              </a:rPr>
              <a:t>Primary Keys </a:t>
            </a:r>
          </a:p>
          <a:p>
            <a:pPr marL="457200" indent="-457200">
              <a:lnSpc>
                <a:spcPct val="150000"/>
              </a:lnSpc>
              <a:buFont typeface="Arial" panose="020B0604020202020204" pitchFamily="34" charset="0"/>
              <a:buChar char="•"/>
            </a:pPr>
            <a:r>
              <a:rPr lang="en-US" sz="2800" dirty="0">
                <a:latin typeface="Calibir"/>
              </a:rPr>
              <a:t>Relationships </a:t>
            </a:r>
          </a:p>
          <a:p>
            <a:pPr marL="457200" indent="-457200">
              <a:lnSpc>
                <a:spcPct val="150000"/>
              </a:lnSpc>
              <a:buFont typeface="Arial" panose="020B0604020202020204" pitchFamily="34" charset="0"/>
              <a:buChar char="•"/>
            </a:pPr>
            <a:r>
              <a:rPr lang="en-US" sz="2800" dirty="0" err="1">
                <a:latin typeface="Calibir"/>
              </a:rPr>
              <a:t>Normalisation</a:t>
            </a:r>
            <a:endParaRPr lang="en-US" sz="2800" dirty="0">
              <a:latin typeface="Calibir"/>
            </a:endParaRPr>
          </a:p>
        </p:txBody>
      </p:sp>
    </p:spTree>
    <p:extLst>
      <p:ext uri="{BB962C8B-B14F-4D97-AF65-F5344CB8AC3E}">
        <p14:creationId xmlns:p14="http://schemas.microsoft.com/office/powerpoint/2010/main" val="705164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4F4D3015-C3FA-03B5-2F29-CAAB6DCD0D7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0AAF487-BD2F-1D29-C85B-DCE24857364E}"/>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DA93E557-D0F0-E882-195D-752AD0CCBD49}"/>
              </a:ext>
            </a:extLst>
          </p:cNvPr>
          <p:cNvSpPr>
            <a:spLocks noGrp="1"/>
          </p:cNvSpPr>
          <p:nvPr>
            <p:ph type="sldNum" sz="quarter" idx="4"/>
          </p:nvPr>
        </p:nvSpPr>
        <p:spPr/>
        <p:txBody>
          <a:bodyPr/>
          <a:lstStyle/>
          <a:p>
            <a:fld id="{16A89BA3-132D-40E1-AAB4-CDCD0A14C216}" type="slidenum">
              <a:rPr lang="en-AU" smtClean="0"/>
              <a:pPr/>
              <a:t>15</a:t>
            </a:fld>
            <a:r>
              <a:rPr lang="en-AU"/>
              <a:t>  |</a:t>
            </a:r>
            <a:endParaRPr lang="en-AU" dirty="0"/>
          </a:p>
        </p:txBody>
      </p:sp>
      <p:sp>
        <p:nvSpPr>
          <p:cNvPr id="2" name="Text Placeholder 3">
            <a:extLst>
              <a:ext uri="{FF2B5EF4-FFF2-40B4-BE49-F238E27FC236}">
                <a16:creationId xmlns:a16="http://schemas.microsoft.com/office/drawing/2014/main" id="{4C0D61B3-F61A-BA73-5A96-C4840E9C5014}"/>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94648FC-6183-965B-9DDA-A51ACDB17718}"/>
              </a:ext>
            </a:extLst>
          </p:cNvPr>
          <p:cNvSpPr txBox="1"/>
          <p:nvPr/>
        </p:nvSpPr>
        <p:spPr>
          <a:xfrm>
            <a:off x="0" y="903762"/>
            <a:ext cx="9144000" cy="3257174"/>
          </a:xfrm>
          <a:prstGeom prst="rect">
            <a:avLst/>
          </a:prstGeom>
          <a:noFill/>
        </p:spPr>
        <p:txBody>
          <a:bodyPr wrap="square">
            <a:spAutoFit/>
          </a:bodyPr>
          <a:lstStyle/>
          <a:p>
            <a:pPr>
              <a:lnSpc>
                <a:spcPct val="150000"/>
              </a:lnSpc>
            </a:pPr>
            <a:r>
              <a:rPr lang="en-US" sz="2800" b="1" dirty="0">
                <a:latin typeface="Calibir"/>
              </a:rPr>
              <a:t>Explanation</a:t>
            </a:r>
          </a:p>
          <a:p>
            <a:pPr>
              <a:lnSpc>
                <a:spcPct val="150000"/>
              </a:lnSpc>
            </a:pPr>
            <a:r>
              <a:rPr lang="en-US" sz="2800" dirty="0">
                <a:latin typeface="Calibir"/>
              </a:rPr>
              <a:t>You should explain:</a:t>
            </a:r>
          </a:p>
          <a:p>
            <a:pPr marL="914400" lvl="1" indent="-457200">
              <a:lnSpc>
                <a:spcPct val="150000"/>
              </a:lnSpc>
              <a:buFont typeface="Arial" panose="020B0604020202020204" pitchFamily="34" charset="0"/>
              <a:buChar char="•"/>
            </a:pPr>
            <a:r>
              <a:rPr lang="en-US" sz="2800" dirty="0">
                <a:latin typeface="Calibir"/>
              </a:rPr>
              <a:t>Each patient should only have ONE patient ID </a:t>
            </a:r>
          </a:p>
          <a:p>
            <a:pPr marL="914400" lvl="1" indent="-457200">
              <a:lnSpc>
                <a:spcPct val="150000"/>
              </a:lnSpc>
              <a:buFont typeface="Arial" panose="020B0604020202020204" pitchFamily="34" charset="0"/>
              <a:buChar char="•"/>
            </a:pPr>
            <a:r>
              <a:rPr lang="en-US" sz="2800" dirty="0">
                <a:latin typeface="Calibir"/>
              </a:rPr>
              <a:t>Tables should be connected properly </a:t>
            </a:r>
          </a:p>
          <a:p>
            <a:pPr marL="914400" lvl="1" indent="-457200">
              <a:lnSpc>
                <a:spcPct val="150000"/>
              </a:lnSpc>
              <a:buFont typeface="Arial" panose="020B0604020202020204" pitchFamily="34" charset="0"/>
              <a:buChar char="•"/>
            </a:pPr>
            <a:r>
              <a:rPr lang="en-US" sz="2800" dirty="0">
                <a:latin typeface="Calibir"/>
              </a:rPr>
              <a:t>Data should not be repeated in multiple places</a:t>
            </a:r>
          </a:p>
        </p:txBody>
      </p:sp>
    </p:spTree>
    <p:extLst>
      <p:ext uri="{BB962C8B-B14F-4D97-AF65-F5344CB8AC3E}">
        <p14:creationId xmlns:p14="http://schemas.microsoft.com/office/powerpoint/2010/main" val="333412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72345815-938A-E010-E7F7-D22EA8B1A93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0F9D731-64D9-CE34-BA45-421170FF5E1D}"/>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538A3346-1DF9-46DC-1ED6-506EC4800D93}"/>
              </a:ext>
            </a:extLst>
          </p:cNvPr>
          <p:cNvSpPr>
            <a:spLocks noGrp="1"/>
          </p:cNvSpPr>
          <p:nvPr>
            <p:ph type="sldNum" sz="quarter" idx="4"/>
          </p:nvPr>
        </p:nvSpPr>
        <p:spPr/>
        <p:txBody>
          <a:bodyPr/>
          <a:lstStyle/>
          <a:p>
            <a:fld id="{16A89BA3-132D-40E1-AAB4-CDCD0A14C216}" type="slidenum">
              <a:rPr lang="en-AU" smtClean="0"/>
              <a:pPr/>
              <a:t>16</a:t>
            </a:fld>
            <a:r>
              <a:rPr lang="en-AU"/>
              <a:t>  |</a:t>
            </a:r>
            <a:endParaRPr lang="en-AU" dirty="0"/>
          </a:p>
        </p:txBody>
      </p:sp>
      <p:sp>
        <p:nvSpPr>
          <p:cNvPr id="2" name="Text Placeholder 3">
            <a:extLst>
              <a:ext uri="{FF2B5EF4-FFF2-40B4-BE49-F238E27FC236}">
                <a16:creationId xmlns:a16="http://schemas.microsoft.com/office/drawing/2014/main" id="{85B68AB0-DA4A-0073-A3DF-07FAAE588F9A}"/>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8E693583-3713-E5E0-A010-312FD28ECE2B}"/>
              </a:ext>
            </a:extLst>
          </p:cNvPr>
          <p:cNvSpPr txBox="1"/>
          <p:nvPr/>
        </p:nvSpPr>
        <p:spPr>
          <a:xfrm>
            <a:off x="0" y="903762"/>
            <a:ext cx="9144000" cy="3903504"/>
          </a:xfrm>
          <a:prstGeom prst="rect">
            <a:avLst/>
          </a:prstGeom>
          <a:noFill/>
        </p:spPr>
        <p:txBody>
          <a:bodyPr wrap="square">
            <a:spAutoFit/>
          </a:bodyPr>
          <a:lstStyle/>
          <a:p>
            <a:pPr>
              <a:lnSpc>
                <a:spcPct val="150000"/>
              </a:lnSpc>
            </a:pPr>
            <a:r>
              <a:rPr lang="en-AU" sz="2800" b="1" dirty="0">
                <a:latin typeface="Calibir"/>
              </a:rPr>
              <a:t>Example Tables</a:t>
            </a:r>
          </a:p>
          <a:p>
            <a:pPr>
              <a:lnSpc>
                <a:spcPct val="150000"/>
              </a:lnSpc>
            </a:pPr>
            <a:r>
              <a:rPr lang="en-AU" sz="2800" b="1" dirty="0">
                <a:latin typeface="Calibir"/>
              </a:rPr>
              <a:t>Patient Table – Fields: </a:t>
            </a:r>
            <a:r>
              <a:rPr lang="en-AU" sz="2800" dirty="0" err="1">
                <a:latin typeface="Calibir"/>
              </a:rPr>
              <a:t>PatientID</a:t>
            </a:r>
            <a:r>
              <a:rPr lang="en-AU" sz="2800" dirty="0">
                <a:latin typeface="Calibir"/>
              </a:rPr>
              <a:t> (PK), Name, DOB, </a:t>
            </a:r>
            <a:r>
              <a:rPr lang="en-AU" sz="2800" dirty="0" err="1">
                <a:latin typeface="Calibir"/>
              </a:rPr>
              <a:t>MedicareNo</a:t>
            </a:r>
            <a:endParaRPr lang="en-AU" sz="2800" dirty="0">
              <a:latin typeface="Calibir"/>
            </a:endParaRPr>
          </a:p>
          <a:p>
            <a:pPr>
              <a:lnSpc>
                <a:spcPct val="150000"/>
              </a:lnSpc>
            </a:pPr>
            <a:r>
              <a:rPr lang="en-AU" sz="2800" b="1" dirty="0">
                <a:latin typeface="Calibir"/>
              </a:rPr>
              <a:t>Appointment Table – Fields: </a:t>
            </a:r>
            <a:r>
              <a:rPr lang="en-AU" sz="2800" dirty="0" err="1">
                <a:latin typeface="Calibir"/>
              </a:rPr>
              <a:t>AppointmentID</a:t>
            </a:r>
            <a:r>
              <a:rPr lang="en-AU" sz="2800" dirty="0">
                <a:latin typeface="Calibir"/>
              </a:rPr>
              <a:t> (PK), </a:t>
            </a:r>
            <a:r>
              <a:rPr lang="en-AU" sz="2800" dirty="0" err="1">
                <a:latin typeface="Calibir"/>
              </a:rPr>
              <a:t>PatientID</a:t>
            </a:r>
            <a:r>
              <a:rPr lang="en-AU" sz="2800" dirty="0">
                <a:latin typeface="Calibir"/>
              </a:rPr>
              <a:t> (FK), </a:t>
            </a:r>
            <a:r>
              <a:rPr lang="en-AU" sz="2800" dirty="0" err="1">
                <a:latin typeface="Calibir"/>
              </a:rPr>
              <a:t>DoctorID</a:t>
            </a:r>
            <a:r>
              <a:rPr lang="en-AU" sz="2800" dirty="0">
                <a:latin typeface="Calibir"/>
              </a:rPr>
              <a:t>, Date</a:t>
            </a:r>
          </a:p>
          <a:p>
            <a:pPr>
              <a:lnSpc>
                <a:spcPct val="150000"/>
              </a:lnSpc>
            </a:pPr>
            <a:r>
              <a:rPr lang="en-AU" sz="2800" b="1" dirty="0">
                <a:latin typeface="Calibir"/>
              </a:rPr>
              <a:t>Doctor Table – Fields: </a:t>
            </a:r>
            <a:r>
              <a:rPr lang="en-AU" sz="2800" dirty="0" err="1">
                <a:latin typeface="Calibir"/>
              </a:rPr>
              <a:t>DoctorID</a:t>
            </a:r>
            <a:r>
              <a:rPr lang="en-AU" sz="2800" dirty="0">
                <a:latin typeface="Calibir"/>
              </a:rPr>
              <a:t> (PK), Name, Specialty</a:t>
            </a:r>
          </a:p>
        </p:txBody>
      </p:sp>
    </p:spTree>
    <p:extLst>
      <p:ext uri="{BB962C8B-B14F-4D97-AF65-F5344CB8AC3E}">
        <p14:creationId xmlns:p14="http://schemas.microsoft.com/office/powerpoint/2010/main" val="4033552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78A32734-D02B-59F8-5D12-9886CC58742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F2B45FB-F41C-C670-7CA1-EFCA1C30E513}"/>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F7A594B8-E76B-6BC5-0A1E-38B695C35643}"/>
              </a:ext>
            </a:extLst>
          </p:cNvPr>
          <p:cNvSpPr>
            <a:spLocks noGrp="1"/>
          </p:cNvSpPr>
          <p:nvPr>
            <p:ph type="sldNum" sz="quarter" idx="4"/>
          </p:nvPr>
        </p:nvSpPr>
        <p:spPr/>
        <p:txBody>
          <a:bodyPr/>
          <a:lstStyle/>
          <a:p>
            <a:fld id="{16A89BA3-132D-40E1-AAB4-CDCD0A14C216}" type="slidenum">
              <a:rPr lang="en-AU" smtClean="0"/>
              <a:pPr/>
              <a:t>17</a:t>
            </a:fld>
            <a:r>
              <a:rPr lang="en-AU"/>
              <a:t>  |</a:t>
            </a:r>
            <a:endParaRPr lang="en-AU" dirty="0"/>
          </a:p>
        </p:txBody>
      </p:sp>
      <p:sp>
        <p:nvSpPr>
          <p:cNvPr id="2" name="Text Placeholder 3">
            <a:extLst>
              <a:ext uri="{FF2B5EF4-FFF2-40B4-BE49-F238E27FC236}">
                <a16:creationId xmlns:a16="http://schemas.microsoft.com/office/drawing/2014/main" id="{2BD50776-4FB5-2203-7647-9F5D13B4B26E}"/>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B9374D44-EC75-21BB-0B3D-EF4C958FF092}"/>
              </a:ext>
            </a:extLst>
          </p:cNvPr>
          <p:cNvSpPr txBox="1"/>
          <p:nvPr/>
        </p:nvSpPr>
        <p:spPr>
          <a:xfrm>
            <a:off x="0" y="903762"/>
            <a:ext cx="9144000" cy="4549835"/>
          </a:xfrm>
          <a:prstGeom prst="rect">
            <a:avLst/>
          </a:prstGeom>
          <a:noFill/>
        </p:spPr>
        <p:txBody>
          <a:bodyPr wrap="square">
            <a:spAutoFit/>
          </a:bodyPr>
          <a:lstStyle/>
          <a:p>
            <a:pPr>
              <a:lnSpc>
                <a:spcPct val="150000"/>
              </a:lnSpc>
            </a:pPr>
            <a:r>
              <a:rPr lang="en-US" sz="2800" b="1" dirty="0">
                <a:latin typeface="Calibir"/>
              </a:rPr>
              <a:t>Important Ideas</a:t>
            </a:r>
          </a:p>
          <a:p>
            <a:pPr>
              <a:lnSpc>
                <a:spcPct val="150000"/>
              </a:lnSpc>
            </a:pPr>
            <a:r>
              <a:rPr lang="en-US" sz="2800" b="1" dirty="0">
                <a:latin typeface="Calibir"/>
              </a:rPr>
              <a:t>Primary Key (PK)</a:t>
            </a:r>
          </a:p>
          <a:p>
            <a:pPr>
              <a:lnSpc>
                <a:spcPct val="150000"/>
              </a:lnSpc>
            </a:pPr>
            <a:r>
              <a:rPr lang="en-US" sz="2800" dirty="0">
                <a:latin typeface="Calibir"/>
              </a:rPr>
              <a:t>Unique ID for each record.</a:t>
            </a:r>
          </a:p>
          <a:p>
            <a:pPr>
              <a:lnSpc>
                <a:spcPct val="150000"/>
              </a:lnSpc>
            </a:pPr>
            <a:r>
              <a:rPr lang="en-US" sz="2800" b="1" dirty="0">
                <a:latin typeface="Calibir"/>
              </a:rPr>
              <a:t>Foreign Key (FK)</a:t>
            </a:r>
          </a:p>
          <a:p>
            <a:pPr>
              <a:lnSpc>
                <a:spcPct val="150000"/>
              </a:lnSpc>
            </a:pPr>
            <a:r>
              <a:rPr lang="en-US" sz="2800" dirty="0">
                <a:latin typeface="Calibir"/>
              </a:rPr>
              <a:t>Links tables together.</a:t>
            </a:r>
          </a:p>
          <a:p>
            <a:pPr>
              <a:lnSpc>
                <a:spcPct val="150000"/>
              </a:lnSpc>
            </a:pPr>
            <a:r>
              <a:rPr lang="en-US" sz="2800" b="1" dirty="0" err="1">
                <a:latin typeface="Calibir"/>
              </a:rPr>
              <a:t>Normalisation</a:t>
            </a:r>
            <a:endParaRPr lang="en-US" sz="2800" b="1" dirty="0">
              <a:latin typeface="Calibir"/>
            </a:endParaRPr>
          </a:p>
          <a:p>
            <a:pPr>
              <a:lnSpc>
                <a:spcPct val="150000"/>
              </a:lnSpc>
            </a:pPr>
            <a:r>
              <a:rPr lang="en-US" sz="2800" dirty="0" err="1">
                <a:latin typeface="Calibir"/>
              </a:rPr>
              <a:t>Organising</a:t>
            </a:r>
            <a:r>
              <a:rPr lang="en-US" sz="2800" dirty="0">
                <a:latin typeface="Calibir"/>
              </a:rPr>
              <a:t> data to reduce duplication.</a:t>
            </a:r>
          </a:p>
        </p:txBody>
      </p:sp>
    </p:spTree>
    <p:extLst>
      <p:ext uri="{BB962C8B-B14F-4D97-AF65-F5344CB8AC3E}">
        <p14:creationId xmlns:p14="http://schemas.microsoft.com/office/powerpoint/2010/main" val="41681831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4380247B-0201-C293-E14E-1C636BAE4E6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28FE72D-3C8A-1CD4-3213-DE736A7E332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90CF015B-BCEA-7F74-06DF-9944CCD89A4A}"/>
              </a:ext>
            </a:extLst>
          </p:cNvPr>
          <p:cNvSpPr>
            <a:spLocks noGrp="1"/>
          </p:cNvSpPr>
          <p:nvPr>
            <p:ph type="sldNum" sz="quarter" idx="4"/>
          </p:nvPr>
        </p:nvSpPr>
        <p:spPr/>
        <p:txBody>
          <a:bodyPr/>
          <a:lstStyle/>
          <a:p>
            <a:fld id="{16A89BA3-132D-40E1-AAB4-CDCD0A14C216}" type="slidenum">
              <a:rPr lang="en-AU" smtClean="0"/>
              <a:pPr/>
              <a:t>18</a:t>
            </a:fld>
            <a:r>
              <a:rPr lang="en-AU"/>
              <a:t>  |</a:t>
            </a:r>
            <a:endParaRPr lang="en-AU" dirty="0"/>
          </a:p>
        </p:txBody>
      </p:sp>
      <p:sp>
        <p:nvSpPr>
          <p:cNvPr id="2" name="Text Placeholder 3">
            <a:extLst>
              <a:ext uri="{FF2B5EF4-FFF2-40B4-BE49-F238E27FC236}">
                <a16:creationId xmlns:a16="http://schemas.microsoft.com/office/drawing/2014/main" id="{B67FF3C9-6C96-F516-5DF0-FD2C47C33575}"/>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7D0A8190-6F1E-2343-7756-D804DAB0B920}"/>
              </a:ext>
            </a:extLst>
          </p:cNvPr>
          <p:cNvSpPr txBox="1"/>
          <p:nvPr/>
        </p:nvSpPr>
        <p:spPr>
          <a:xfrm>
            <a:off x="0" y="1896743"/>
            <a:ext cx="9144000" cy="3257174"/>
          </a:xfrm>
          <a:prstGeom prst="rect">
            <a:avLst/>
          </a:prstGeom>
          <a:noFill/>
        </p:spPr>
        <p:txBody>
          <a:bodyPr wrap="square">
            <a:spAutoFit/>
          </a:bodyPr>
          <a:lstStyle/>
          <a:p>
            <a:pPr>
              <a:lnSpc>
                <a:spcPct val="150000"/>
              </a:lnSpc>
            </a:pPr>
            <a:r>
              <a:rPr lang="en-US" sz="2800" b="1" dirty="0">
                <a:latin typeface="Calibir"/>
              </a:rPr>
              <a:t>Helpful Hint</a:t>
            </a:r>
          </a:p>
          <a:p>
            <a:pPr>
              <a:lnSpc>
                <a:spcPct val="150000"/>
              </a:lnSpc>
            </a:pPr>
            <a:r>
              <a:rPr lang="en-US" sz="2800" dirty="0">
                <a:latin typeface="Calibir"/>
              </a:rPr>
              <a:t>Mention:</a:t>
            </a:r>
          </a:p>
          <a:p>
            <a:pPr>
              <a:lnSpc>
                <a:spcPct val="150000"/>
              </a:lnSpc>
            </a:pPr>
            <a:r>
              <a:rPr lang="en-US" sz="2800" dirty="0">
                <a:latin typeface="Calibir"/>
              </a:rPr>
              <a:t>The database should be </a:t>
            </a:r>
            <a:r>
              <a:rPr lang="en-US" sz="2800" dirty="0" err="1">
                <a:latin typeface="Calibir"/>
              </a:rPr>
              <a:t>normalised</a:t>
            </a:r>
            <a:r>
              <a:rPr lang="en-US" sz="2800" dirty="0">
                <a:latin typeface="Calibir"/>
              </a:rPr>
              <a:t> to at least Third Normal Form (3NF).</a:t>
            </a:r>
          </a:p>
          <a:p>
            <a:pPr>
              <a:lnSpc>
                <a:spcPct val="150000"/>
              </a:lnSpc>
            </a:pPr>
            <a:r>
              <a:rPr lang="en-US" sz="2800" dirty="0">
                <a:latin typeface="Calibir"/>
              </a:rPr>
              <a:t>This sounds professional and helps marks.</a:t>
            </a:r>
          </a:p>
        </p:txBody>
      </p:sp>
    </p:spTree>
    <p:extLst>
      <p:ext uri="{BB962C8B-B14F-4D97-AF65-F5344CB8AC3E}">
        <p14:creationId xmlns:p14="http://schemas.microsoft.com/office/powerpoint/2010/main" val="2308839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A4A0702-3998-44C5-4D6E-6C6BB94E2A4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4828A0-F428-E0E2-F064-869E413364F8}"/>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E57CDEF2-F2FD-EF62-CD7C-0C073250D1A6}"/>
              </a:ext>
            </a:extLst>
          </p:cNvPr>
          <p:cNvSpPr>
            <a:spLocks noGrp="1"/>
          </p:cNvSpPr>
          <p:nvPr>
            <p:ph type="sldNum" sz="quarter" idx="4"/>
          </p:nvPr>
        </p:nvSpPr>
        <p:spPr/>
        <p:txBody>
          <a:bodyPr/>
          <a:lstStyle/>
          <a:p>
            <a:fld id="{16A89BA3-132D-40E1-AAB4-CDCD0A14C216}" type="slidenum">
              <a:rPr lang="en-AU" smtClean="0"/>
              <a:pPr/>
              <a:t>19</a:t>
            </a:fld>
            <a:r>
              <a:rPr lang="en-AU"/>
              <a:t>  |</a:t>
            </a:r>
            <a:endParaRPr lang="en-AU" dirty="0"/>
          </a:p>
        </p:txBody>
      </p:sp>
      <p:sp>
        <p:nvSpPr>
          <p:cNvPr id="2" name="Text Placeholder 3">
            <a:extLst>
              <a:ext uri="{FF2B5EF4-FFF2-40B4-BE49-F238E27FC236}">
                <a16:creationId xmlns:a16="http://schemas.microsoft.com/office/drawing/2014/main" id="{297DCA56-DA18-5B56-10C2-A62CBD2F6BA0}"/>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194D248D-95B3-A739-B911-481B696D029F}"/>
              </a:ext>
            </a:extLst>
          </p:cNvPr>
          <p:cNvSpPr txBox="1"/>
          <p:nvPr/>
        </p:nvSpPr>
        <p:spPr>
          <a:xfrm>
            <a:off x="0" y="968058"/>
            <a:ext cx="9144000" cy="3903504"/>
          </a:xfrm>
          <a:prstGeom prst="rect">
            <a:avLst/>
          </a:prstGeom>
          <a:noFill/>
        </p:spPr>
        <p:txBody>
          <a:bodyPr wrap="square">
            <a:spAutoFit/>
          </a:bodyPr>
          <a:lstStyle/>
          <a:p>
            <a:pPr>
              <a:lnSpc>
                <a:spcPct val="150000"/>
              </a:lnSpc>
            </a:pPr>
            <a:r>
              <a:rPr lang="en-US" sz="2800" b="1" dirty="0">
                <a:latin typeface="Calibir"/>
              </a:rPr>
              <a:t>Q2 — Data Integrity &amp; Constraints</a:t>
            </a:r>
          </a:p>
          <a:p>
            <a:pPr>
              <a:lnSpc>
                <a:spcPct val="150000"/>
              </a:lnSpc>
            </a:pPr>
            <a:r>
              <a:rPr lang="en-US" sz="2800" dirty="0">
                <a:latin typeface="Calibir"/>
              </a:rPr>
              <a:t>Explain rules that stop bad data entering the database.</a:t>
            </a:r>
          </a:p>
          <a:p>
            <a:pPr>
              <a:lnSpc>
                <a:spcPct val="150000"/>
              </a:lnSpc>
            </a:pPr>
            <a:r>
              <a:rPr lang="en-US" sz="2800" b="1" dirty="0">
                <a:latin typeface="Calibir"/>
              </a:rPr>
              <a:t>Include These</a:t>
            </a:r>
          </a:p>
          <a:p>
            <a:pPr marL="914400" lvl="1" indent="-457200">
              <a:lnSpc>
                <a:spcPct val="150000"/>
              </a:lnSpc>
              <a:buFont typeface="Arial" panose="020B0604020202020204" pitchFamily="34" charset="0"/>
              <a:buChar char="•"/>
            </a:pPr>
            <a:r>
              <a:rPr lang="en-US" sz="2800" dirty="0">
                <a:latin typeface="Calibir"/>
              </a:rPr>
              <a:t>Constraints </a:t>
            </a:r>
          </a:p>
          <a:p>
            <a:pPr marL="914400" lvl="1" indent="-457200">
              <a:lnSpc>
                <a:spcPct val="150000"/>
              </a:lnSpc>
              <a:buFont typeface="Arial" panose="020B0604020202020204" pitchFamily="34" charset="0"/>
              <a:buChar char="•"/>
            </a:pPr>
            <a:r>
              <a:rPr lang="en-US" sz="2800" dirty="0">
                <a:latin typeface="Calibir"/>
              </a:rPr>
              <a:t>Validation rules </a:t>
            </a:r>
          </a:p>
          <a:p>
            <a:pPr marL="914400" lvl="1" indent="-457200">
              <a:lnSpc>
                <a:spcPct val="150000"/>
              </a:lnSpc>
              <a:buFont typeface="Arial" panose="020B0604020202020204" pitchFamily="34" charset="0"/>
              <a:buChar char="•"/>
            </a:pPr>
            <a:r>
              <a:rPr lang="en-US" sz="2800" dirty="0">
                <a:latin typeface="Calibir"/>
              </a:rPr>
              <a:t>Duplicate prevention</a:t>
            </a:r>
          </a:p>
        </p:txBody>
      </p:sp>
    </p:spTree>
    <p:extLst>
      <p:ext uri="{BB962C8B-B14F-4D97-AF65-F5344CB8AC3E}">
        <p14:creationId xmlns:p14="http://schemas.microsoft.com/office/powerpoint/2010/main" val="3470574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9A29CBC9-7DCE-3AE5-E904-EE1C3E3DC5D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B7360F0-5972-BA18-F822-3E0E9795C4B4}"/>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299C5354-AA7A-5345-B16B-F0ED4A75B53D}"/>
              </a:ext>
            </a:extLst>
          </p:cNvPr>
          <p:cNvSpPr>
            <a:spLocks noGrp="1"/>
          </p:cNvSpPr>
          <p:nvPr>
            <p:ph type="sldNum" sz="quarter" idx="4"/>
          </p:nvPr>
        </p:nvSpPr>
        <p:spPr/>
        <p:txBody>
          <a:bodyPr/>
          <a:lstStyle/>
          <a:p>
            <a:fld id="{16A89BA3-132D-40E1-AAB4-CDCD0A14C216}" type="slidenum">
              <a:rPr lang="en-AU" smtClean="0"/>
              <a:pPr/>
              <a:t>20</a:t>
            </a:fld>
            <a:r>
              <a:rPr lang="en-AU"/>
              <a:t>  |</a:t>
            </a:r>
            <a:endParaRPr lang="en-AU" dirty="0"/>
          </a:p>
        </p:txBody>
      </p:sp>
      <p:sp>
        <p:nvSpPr>
          <p:cNvPr id="2" name="Text Placeholder 3">
            <a:extLst>
              <a:ext uri="{FF2B5EF4-FFF2-40B4-BE49-F238E27FC236}">
                <a16:creationId xmlns:a16="http://schemas.microsoft.com/office/drawing/2014/main" id="{DD37EFE6-AA8C-2195-B93F-28B72D1CC84D}"/>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3869BD7-1C05-B50C-F901-ED94CCE7FD05}"/>
              </a:ext>
            </a:extLst>
          </p:cNvPr>
          <p:cNvSpPr txBox="1"/>
          <p:nvPr/>
        </p:nvSpPr>
        <p:spPr>
          <a:xfrm>
            <a:off x="0" y="896618"/>
            <a:ext cx="9144000" cy="5842497"/>
          </a:xfrm>
          <a:prstGeom prst="rect">
            <a:avLst/>
          </a:prstGeom>
          <a:noFill/>
        </p:spPr>
        <p:txBody>
          <a:bodyPr wrap="square">
            <a:spAutoFit/>
          </a:bodyPr>
          <a:lstStyle/>
          <a:p>
            <a:pPr>
              <a:lnSpc>
                <a:spcPct val="150000"/>
              </a:lnSpc>
            </a:pPr>
            <a:r>
              <a:rPr lang="en-US" sz="2800" b="1" dirty="0">
                <a:latin typeface="Calibir"/>
              </a:rPr>
              <a:t>Good Examples</a:t>
            </a:r>
          </a:p>
          <a:p>
            <a:pPr>
              <a:lnSpc>
                <a:spcPct val="150000"/>
              </a:lnSpc>
            </a:pPr>
            <a:r>
              <a:rPr lang="en-US" sz="2800" b="1" dirty="0">
                <a:latin typeface="Calibir"/>
              </a:rPr>
              <a:t>UNIQUE Constraint</a:t>
            </a:r>
          </a:p>
          <a:p>
            <a:pPr>
              <a:lnSpc>
                <a:spcPct val="150000"/>
              </a:lnSpc>
            </a:pPr>
            <a:r>
              <a:rPr lang="en-US" sz="2800" dirty="0">
                <a:latin typeface="Calibir"/>
              </a:rPr>
              <a:t>Stops duplicate Medicare numbers.</a:t>
            </a:r>
          </a:p>
          <a:p>
            <a:pPr>
              <a:lnSpc>
                <a:spcPct val="150000"/>
              </a:lnSpc>
            </a:pPr>
            <a:r>
              <a:rPr lang="en-US" sz="2800" b="1" dirty="0">
                <a:latin typeface="Calibir"/>
              </a:rPr>
              <a:t>NOT NULL</a:t>
            </a:r>
          </a:p>
          <a:p>
            <a:pPr>
              <a:lnSpc>
                <a:spcPct val="150000"/>
              </a:lnSpc>
            </a:pPr>
            <a:r>
              <a:rPr lang="en-US" sz="2800" dirty="0">
                <a:latin typeface="Calibir"/>
              </a:rPr>
              <a:t>Important fields cannot be empty.</a:t>
            </a:r>
          </a:p>
          <a:p>
            <a:pPr>
              <a:lnSpc>
                <a:spcPct val="150000"/>
              </a:lnSpc>
            </a:pPr>
            <a:r>
              <a:rPr lang="en-US" sz="2800" b="1" dirty="0">
                <a:latin typeface="Calibir"/>
              </a:rPr>
              <a:t>CHECK Constraint</a:t>
            </a:r>
          </a:p>
          <a:p>
            <a:pPr>
              <a:lnSpc>
                <a:spcPct val="150000"/>
              </a:lnSpc>
            </a:pPr>
            <a:r>
              <a:rPr lang="en-US" sz="2800" dirty="0">
                <a:latin typeface="Calibir"/>
              </a:rPr>
              <a:t>Example:</a:t>
            </a:r>
          </a:p>
          <a:p>
            <a:pPr marL="914400" lvl="1" indent="-457200">
              <a:lnSpc>
                <a:spcPct val="150000"/>
              </a:lnSpc>
              <a:buFont typeface="Arial" panose="020B0604020202020204" pitchFamily="34" charset="0"/>
              <a:buChar char="•"/>
            </a:pPr>
            <a:r>
              <a:rPr lang="en-US" sz="2800" dirty="0">
                <a:latin typeface="Calibir"/>
              </a:rPr>
              <a:t>Age cannot be negative </a:t>
            </a:r>
          </a:p>
          <a:p>
            <a:pPr marL="914400" lvl="1" indent="-457200">
              <a:lnSpc>
                <a:spcPct val="150000"/>
              </a:lnSpc>
              <a:buFont typeface="Arial" panose="020B0604020202020204" pitchFamily="34" charset="0"/>
              <a:buChar char="•"/>
            </a:pPr>
            <a:r>
              <a:rPr lang="en-US" sz="2800" dirty="0">
                <a:latin typeface="Calibir"/>
              </a:rPr>
              <a:t>Appointment date cannot be in the past</a:t>
            </a:r>
          </a:p>
        </p:txBody>
      </p:sp>
    </p:spTree>
    <p:extLst>
      <p:ext uri="{BB962C8B-B14F-4D97-AF65-F5344CB8AC3E}">
        <p14:creationId xmlns:p14="http://schemas.microsoft.com/office/powerpoint/2010/main" val="1335315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680008B-5824-7B30-A034-978C2A06EDF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38E28DD-68DE-8108-564E-1E51903D3555}"/>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4D7225AB-BC33-0BD7-5108-96AD2DD14ACA}"/>
              </a:ext>
            </a:extLst>
          </p:cNvPr>
          <p:cNvSpPr>
            <a:spLocks noGrp="1"/>
          </p:cNvSpPr>
          <p:nvPr>
            <p:ph type="sldNum" sz="quarter" idx="4"/>
          </p:nvPr>
        </p:nvSpPr>
        <p:spPr/>
        <p:txBody>
          <a:bodyPr/>
          <a:lstStyle/>
          <a:p>
            <a:fld id="{16A89BA3-132D-40E1-AAB4-CDCD0A14C216}" type="slidenum">
              <a:rPr lang="en-AU" smtClean="0"/>
              <a:pPr/>
              <a:t>21</a:t>
            </a:fld>
            <a:r>
              <a:rPr lang="en-AU"/>
              <a:t>  |</a:t>
            </a:r>
            <a:endParaRPr lang="en-AU" dirty="0"/>
          </a:p>
        </p:txBody>
      </p:sp>
      <p:sp>
        <p:nvSpPr>
          <p:cNvPr id="2" name="Text Placeholder 3">
            <a:extLst>
              <a:ext uri="{FF2B5EF4-FFF2-40B4-BE49-F238E27FC236}">
                <a16:creationId xmlns:a16="http://schemas.microsoft.com/office/drawing/2014/main" id="{7C616915-9A4C-ABC8-A279-562B2FE3683E}"/>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B0B27961-ACF2-9F21-9623-20A3E5D9A3A0}"/>
              </a:ext>
            </a:extLst>
          </p:cNvPr>
          <p:cNvSpPr txBox="1"/>
          <p:nvPr/>
        </p:nvSpPr>
        <p:spPr>
          <a:xfrm>
            <a:off x="0" y="1800413"/>
            <a:ext cx="9144000" cy="3257174"/>
          </a:xfrm>
          <a:prstGeom prst="rect">
            <a:avLst/>
          </a:prstGeom>
          <a:noFill/>
        </p:spPr>
        <p:txBody>
          <a:bodyPr wrap="square">
            <a:spAutoFit/>
          </a:bodyPr>
          <a:lstStyle/>
          <a:p>
            <a:pPr>
              <a:lnSpc>
                <a:spcPct val="150000"/>
              </a:lnSpc>
            </a:pPr>
            <a:r>
              <a:rPr lang="en-US" sz="2800" b="1" dirty="0">
                <a:latin typeface="Calibir"/>
              </a:rPr>
              <a:t>Referential Integrity</a:t>
            </a:r>
          </a:p>
          <a:p>
            <a:pPr>
              <a:lnSpc>
                <a:spcPct val="150000"/>
              </a:lnSpc>
            </a:pPr>
            <a:r>
              <a:rPr lang="en-US" sz="2800" dirty="0">
                <a:latin typeface="Calibir"/>
              </a:rPr>
              <a:t>Prevents orphan records.</a:t>
            </a:r>
          </a:p>
          <a:p>
            <a:pPr>
              <a:lnSpc>
                <a:spcPct val="150000"/>
              </a:lnSpc>
            </a:pPr>
            <a:r>
              <a:rPr lang="en-US" sz="2800" b="1" dirty="0">
                <a:latin typeface="Calibir"/>
              </a:rPr>
              <a:t>Example Sentence</a:t>
            </a:r>
          </a:p>
          <a:p>
            <a:pPr>
              <a:lnSpc>
                <a:spcPct val="150000"/>
              </a:lnSpc>
            </a:pPr>
            <a:r>
              <a:rPr lang="en-US" sz="2800" dirty="0">
                <a:latin typeface="Calibir"/>
              </a:rPr>
              <a:t>A UNIQUE constraint on </a:t>
            </a:r>
            <a:r>
              <a:rPr lang="en-US" sz="2800" dirty="0" err="1">
                <a:latin typeface="Calibir"/>
              </a:rPr>
              <a:t>MedicareNumber</a:t>
            </a:r>
            <a:r>
              <a:rPr lang="en-US" sz="2800" dirty="0">
                <a:latin typeface="Calibir"/>
              </a:rPr>
              <a:t> would prevent duplicate patient records.</a:t>
            </a:r>
          </a:p>
        </p:txBody>
      </p:sp>
    </p:spTree>
    <p:extLst>
      <p:ext uri="{BB962C8B-B14F-4D97-AF65-F5344CB8AC3E}">
        <p14:creationId xmlns:p14="http://schemas.microsoft.com/office/powerpoint/2010/main" val="13331565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8944DE13-F749-4EEF-AA44-A566D1A14AE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425C67C-D423-7E25-5EA4-126A1DF28DC6}"/>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7DF4717F-A1B2-A957-9B50-64D7A2CF55A4}"/>
              </a:ext>
            </a:extLst>
          </p:cNvPr>
          <p:cNvSpPr>
            <a:spLocks noGrp="1"/>
          </p:cNvSpPr>
          <p:nvPr>
            <p:ph type="sldNum" sz="quarter" idx="4"/>
          </p:nvPr>
        </p:nvSpPr>
        <p:spPr/>
        <p:txBody>
          <a:bodyPr/>
          <a:lstStyle/>
          <a:p>
            <a:fld id="{16A89BA3-132D-40E1-AAB4-CDCD0A14C216}" type="slidenum">
              <a:rPr lang="en-AU" smtClean="0"/>
              <a:pPr/>
              <a:t>22</a:t>
            </a:fld>
            <a:r>
              <a:rPr lang="en-AU"/>
              <a:t>  |</a:t>
            </a:r>
            <a:endParaRPr lang="en-AU" dirty="0"/>
          </a:p>
        </p:txBody>
      </p:sp>
      <p:sp>
        <p:nvSpPr>
          <p:cNvPr id="2" name="Text Placeholder 3">
            <a:extLst>
              <a:ext uri="{FF2B5EF4-FFF2-40B4-BE49-F238E27FC236}">
                <a16:creationId xmlns:a16="http://schemas.microsoft.com/office/drawing/2014/main" id="{21FFEE79-78A9-F3B8-1F78-2266F51EA050}"/>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B7BD5316-214F-1BCE-0368-057B85F7F5F2}"/>
              </a:ext>
            </a:extLst>
          </p:cNvPr>
          <p:cNvSpPr txBox="1"/>
          <p:nvPr/>
        </p:nvSpPr>
        <p:spPr>
          <a:xfrm>
            <a:off x="0" y="968058"/>
            <a:ext cx="9144000" cy="3257174"/>
          </a:xfrm>
          <a:prstGeom prst="rect">
            <a:avLst/>
          </a:prstGeom>
          <a:noFill/>
        </p:spPr>
        <p:txBody>
          <a:bodyPr wrap="square">
            <a:spAutoFit/>
          </a:bodyPr>
          <a:lstStyle/>
          <a:p>
            <a:pPr>
              <a:lnSpc>
                <a:spcPct val="150000"/>
              </a:lnSpc>
            </a:pPr>
            <a:r>
              <a:rPr lang="en-US" sz="2800" b="1" dirty="0">
                <a:latin typeface="Calibir"/>
              </a:rPr>
              <a:t>Q3 — Azure SQL &amp; System Architecture</a:t>
            </a:r>
          </a:p>
          <a:p>
            <a:pPr>
              <a:lnSpc>
                <a:spcPct val="150000"/>
              </a:lnSpc>
            </a:pPr>
            <a:r>
              <a:rPr lang="en-US" sz="2800" dirty="0">
                <a:latin typeface="Calibir"/>
              </a:rPr>
              <a:t>Explain how Azure SQL can improve system consistency.</a:t>
            </a:r>
          </a:p>
          <a:p>
            <a:pPr>
              <a:lnSpc>
                <a:spcPct val="150000"/>
              </a:lnSpc>
            </a:pPr>
            <a:r>
              <a:rPr lang="en-US" sz="2800" b="1" dirty="0">
                <a:latin typeface="Calibir"/>
              </a:rPr>
              <a:t>Main Problem in Case</a:t>
            </a:r>
          </a:p>
          <a:p>
            <a:pPr>
              <a:lnSpc>
                <a:spcPct val="150000"/>
              </a:lnSpc>
            </a:pPr>
            <a:r>
              <a:rPr lang="en-US" sz="2800" dirty="0">
                <a:latin typeface="Calibir"/>
              </a:rPr>
              <a:t>Telehealth updated instantly but clinic records updated weekly.</a:t>
            </a:r>
          </a:p>
        </p:txBody>
      </p:sp>
    </p:spTree>
    <p:extLst>
      <p:ext uri="{BB962C8B-B14F-4D97-AF65-F5344CB8AC3E}">
        <p14:creationId xmlns:p14="http://schemas.microsoft.com/office/powerpoint/2010/main" val="2820811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46405622-623B-97D9-6A7D-A23E5FF6BCE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3C49F15-B642-5FF9-5ACD-AA7B91526A17}"/>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97F1C98A-0DB3-4284-FDB4-D9FF65486876}"/>
              </a:ext>
            </a:extLst>
          </p:cNvPr>
          <p:cNvSpPr>
            <a:spLocks noGrp="1"/>
          </p:cNvSpPr>
          <p:nvPr>
            <p:ph type="sldNum" sz="quarter" idx="4"/>
          </p:nvPr>
        </p:nvSpPr>
        <p:spPr/>
        <p:txBody>
          <a:bodyPr/>
          <a:lstStyle/>
          <a:p>
            <a:fld id="{16A89BA3-132D-40E1-AAB4-CDCD0A14C216}" type="slidenum">
              <a:rPr lang="en-AU" smtClean="0"/>
              <a:pPr/>
              <a:t>23</a:t>
            </a:fld>
            <a:r>
              <a:rPr lang="en-AU"/>
              <a:t>  |</a:t>
            </a:r>
            <a:endParaRPr lang="en-AU" dirty="0"/>
          </a:p>
        </p:txBody>
      </p:sp>
      <p:sp>
        <p:nvSpPr>
          <p:cNvPr id="2" name="Text Placeholder 3">
            <a:extLst>
              <a:ext uri="{FF2B5EF4-FFF2-40B4-BE49-F238E27FC236}">
                <a16:creationId xmlns:a16="http://schemas.microsoft.com/office/drawing/2014/main" id="{EBD06471-A08C-4900-01E8-9FF8F40C9450}"/>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01B4EDEB-E0F9-23A5-0C1E-432636D671B0}"/>
              </a:ext>
            </a:extLst>
          </p:cNvPr>
          <p:cNvSpPr txBox="1"/>
          <p:nvPr/>
        </p:nvSpPr>
        <p:spPr>
          <a:xfrm>
            <a:off x="0" y="968058"/>
            <a:ext cx="9144000" cy="3903504"/>
          </a:xfrm>
          <a:prstGeom prst="rect">
            <a:avLst/>
          </a:prstGeom>
          <a:noFill/>
        </p:spPr>
        <p:txBody>
          <a:bodyPr wrap="square">
            <a:spAutoFit/>
          </a:bodyPr>
          <a:lstStyle/>
          <a:p>
            <a:pPr>
              <a:lnSpc>
                <a:spcPct val="150000"/>
              </a:lnSpc>
            </a:pPr>
            <a:r>
              <a:rPr lang="en-US" sz="2800" b="1" dirty="0">
                <a:latin typeface="Calibir"/>
              </a:rPr>
              <a:t>Your Solution</a:t>
            </a:r>
          </a:p>
          <a:p>
            <a:pPr>
              <a:lnSpc>
                <a:spcPct val="150000"/>
              </a:lnSpc>
            </a:pPr>
            <a:r>
              <a:rPr lang="en-US" sz="2800" dirty="0">
                <a:latin typeface="Calibir"/>
              </a:rPr>
              <a:t>Explain:</a:t>
            </a:r>
          </a:p>
          <a:p>
            <a:pPr marL="914400" lvl="1" indent="-457200">
              <a:lnSpc>
                <a:spcPct val="150000"/>
              </a:lnSpc>
              <a:buFont typeface="Arial" panose="020B0604020202020204" pitchFamily="34" charset="0"/>
              <a:buChar char="•"/>
            </a:pPr>
            <a:r>
              <a:rPr lang="en-US" sz="2800" dirty="0">
                <a:latin typeface="Calibir"/>
              </a:rPr>
              <a:t>Use one central Azure SQL database </a:t>
            </a:r>
          </a:p>
          <a:p>
            <a:pPr marL="914400" lvl="1" indent="-457200">
              <a:lnSpc>
                <a:spcPct val="150000"/>
              </a:lnSpc>
              <a:buFont typeface="Arial" panose="020B0604020202020204" pitchFamily="34" charset="0"/>
              <a:buChar char="•"/>
            </a:pPr>
            <a:r>
              <a:rPr lang="en-US" sz="2800" dirty="0">
                <a:latin typeface="Calibir"/>
              </a:rPr>
              <a:t>Real-time </a:t>
            </a:r>
            <a:r>
              <a:rPr lang="en-US" sz="2800" dirty="0" err="1">
                <a:latin typeface="Calibir"/>
              </a:rPr>
              <a:t>synchronisation</a:t>
            </a:r>
            <a:r>
              <a:rPr lang="en-US" sz="2800" dirty="0">
                <a:latin typeface="Calibir"/>
              </a:rPr>
              <a:t> </a:t>
            </a:r>
          </a:p>
          <a:p>
            <a:pPr marL="914400" lvl="1" indent="-457200">
              <a:lnSpc>
                <a:spcPct val="150000"/>
              </a:lnSpc>
              <a:buFont typeface="Arial" panose="020B0604020202020204" pitchFamily="34" charset="0"/>
              <a:buChar char="•"/>
            </a:pPr>
            <a:r>
              <a:rPr lang="en-US" sz="2800" dirty="0">
                <a:latin typeface="Calibir"/>
              </a:rPr>
              <a:t>Cloud backups </a:t>
            </a:r>
          </a:p>
          <a:p>
            <a:pPr marL="914400" lvl="1" indent="-457200">
              <a:lnSpc>
                <a:spcPct val="150000"/>
              </a:lnSpc>
              <a:buFont typeface="Arial" panose="020B0604020202020204" pitchFamily="34" charset="0"/>
              <a:buChar char="•"/>
            </a:pPr>
            <a:r>
              <a:rPr lang="en-US" sz="2800" dirty="0">
                <a:latin typeface="Calibir"/>
              </a:rPr>
              <a:t>High availability </a:t>
            </a:r>
          </a:p>
        </p:txBody>
      </p:sp>
    </p:spTree>
    <p:extLst>
      <p:ext uri="{BB962C8B-B14F-4D97-AF65-F5344CB8AC3E}">
        <p14:creationId xmlns:p14="http://schemas.microsoft.com/office/powerpoint/2010/main" val="18146040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7F67E08-43F7-E4AF-C5FD-AA9BC2DD043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121BEAE-6FE0-040E-7F9C-B27EB0260F2C}"/>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B2816A65-F91C-C8B0-1DA9-3FC4002B389C}"/>
              </a:ext>
            </a:extLst>
          </p:cNvPr>
          <p:cNvSpPr>
            <a:spLocks noGrp="1"/>
          </p:cNvSpPr>
          <p:nvPr>
            <p:ph type="sldNum" sz="quarter" idx="4"/>
          </p:nvPr>
        </p:nvSpPr>
        <p:spPr/>
        <p:txBody>
          <a:bodyPr/>
          <a:lstStyle/>
          <a:p>
            <a:fld id="{16A89BA3-132D-40E1-AAB4-CDCD0A14C216}" type="slidenum">
              <a:rPr lang="en-AU" smtClean="0"/>
              <a:pPr/>
              <a:t>24</a:t>
            </a:fld>
            <a:r>
              <a:rPr lang="en-AU"/>
              <a:t>  |</a:t>
            </a:r>
            <a:endParaRPr lang="en-AU" dirty="0"/>
          </a:p>
        </p:txBody>
      </p:sp>
      <p:sp>
        <p:nvSpPr>
          <p:cNvPr id="2" name="Text Placeholder 3">
            <a:extLst>
              <a:ext uri="{FF2B5EF4-FFF2-40B4-BE49-F238E27FC236}">
                <a16:creationId xmlns:a16="http://schemas.microsoft.com/office/drawing/2014/main" id="{DE084786-2784-ECF0-2838-541C275E2316}"/>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5D09DA9F-78BA-AD26-AD88-E944F7C6752D}"/>
              </a:ext>
            </a:extLst>
          </p:cNvPr>
          <p:cNvSpPr txBox="1"/>
          <p:nvPr/>
        </p:nvSpPr>
        <p:spPr>
          <a:xfrm>
            <a:off x="0" y="929958"/>
            <a:ext cx="9144000" cy="5842497"/>
          </a:xfrm>
          <a:prstGeom prst="rect">
            <a:avLst/>
          </a:prstGeom>
          <a:noFill/>
        </p:spPr>
        <p:txBody>
          <a:bodyPr wrap="square">
            <a:spAutoFit/>
          </a:bodyPr>
          <a:lstStyle/>
          <a:p>
            <a:pPr>
              <a:lnSpc>
                <a:spcPct val="150000"/>
              </a:lnSpc>
            </a:pPr>
            <a:r>
              <a:rPr lang="en-US" sz="2800" b="1" dirty="0">
                <a:latin typeface="Calibir"/>
              </a:rPr>
              <a:t>Important Terms</a:t>
            </a:r>
          </a:p>
          <a:p>
            <a:pPr marL="914400" lvl="1" indent="-457200">
              <a:lnSpc>
                <a:spcPct val="150000"/>
              </a:lnSpc>
              <a:buFont typeface="Arial" panose="020B0604020202020204" pitchFamily="34" charset="0"/>
              <a:buChar char="•"/>
            </a:pPr>
            <a:r>
              <a:rPr lang="en-US" sz="2800" dirty="0">
                <a:latin typeface="Calibir"/>
              </a:rPr>
              <a:t>Azure SQL Database </a:t>
            </a:r>
          </a:p>
          <a:p>
            <a:pPr marL="914400" lvl="1" indent="-457200">
              <a:lnSpc>
                <a:spcPct val="150000"/>
              </a:lnSpc>
              <a:buFont typeface="Arial" panose="020B0604020202020204" pitchFamily="34" charset="0"/>
              <a:buChar char="•"/>
            </a:pPr>
            <a:r>
              <a:rPr lang="en-US" sz="2800" dirty="0">
                <a:latin typeface="Calibir"/>
              </a:rPr>
              <a:t>Real-time syncing </a:t>
            </a:r>
          </a:p>
          <a:p>
            <a:pPr marL="914400" lvl="1" indent="-457200">
              <a:lnSpc>
                <a:spcPct val="150000"/>
              </a:lnSpc>
              <a:buFont typeface="Arial" panose="020B0604020202020204" pitchFamily="34" charset="0"/>
              <a:buChar char="•"/>
            </a:pPr>
            <a:r>
              <a:rPr lang="en-US" sz="2800" dirty="0" err="1">
                <a:latin typeface="Calibir"/>
              </a:rPr>
              <a:t>Centralised</a:t>
            </a:r>
            <a:r>
              <a:rPr lang="en-US" sz="2800" dirty="0">
                <a:latin typeface="Calibir"/>
              </a:rPr>
              <a:t> database </a:t>
            </a:r>
          </a:p>
          <a:p>
            <a:pPr marL="914400" lvl="1" indent="-457200">
              <a:lnSpc>
                <a:spcPct val="150000"/>
              </a:lnSpc>
              <a:buFont typeface="Arial" panose="020B0604020202020204" pitchFamily="34" charset="0"/>
              <a:buChar char="•"/>
            </a:pPr>
            <a:r>
              <a:rPr lang="en-US" sz="2800" dirty="0">
                <a:latin typeface="Calibir"/>
              </a:rPr>
              <a:t>Disaster recovery </a:t>
            </a:r>
          </a:p>
          <a:p>
            <a:pPr marL="914400" lvl="1" indent="-457200">
              <a:lnSpc>
                <a:spcPct val="150000"/>
              </a:lnSpc>
              <a:buFont typeface="Arial" panose="020B0604020202020204" pitchFamily="34" charset="0"/>
              <a:buChar char="•"/>
            </a:pPr>
            <a:r>
              <a:rPr lang="en-US" sz="2800" dirty="0">
                <a:latin typeface="Calibir"/>
              </a:rPr>
              <a:t>Automated backups </a:t>
            </a:r>
          </a:p>
          <a:p>
            <a:pPr>
              <a:lnSpc>
                <a:spcPct val="150000"/>
              </a:lnSpc>
            </a:pPr>
            <a:r>
              <a:rPr lang="en-US" sz="2800" b="1" dirty="0">
                <a:latin typeface="Calibir"/>
              </a:rPr>
              <a:t>Simple Example</a:t>
            </a:r>
          </a:p>
          <a:p>
            <a:pPr>
              <a:lnSpc>
                <a:spcPct val="150000"/>
              </a:lnSpc>
            </a:pPr>
            <a:r>
              <a:rPr lang="en-US" sz="2800" dirty="0">
                <a:latin typeface="Calibir"/>
              </a:rPr>
              <a:t>Both telehealth and clinic systems should connect to the same Azure SQL Database in real time.</a:t>
            </a:r>
          </a:p>
        </p:txBody>
      </p:sp>
    </p:spTree>
    <p:extLst>
      <p:ext uri="{BB962C8B-B14F-4D97-AF65-F5344CB8AC3E}">
        <p14:creationId xmlns:p14="http://schemas.microsoft.com/office/powerpoint/2010/main" val="24759870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B95C157B-FCA1-306F-0B29-D9CA61F18F6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9071976-63E1-69F7-121E-09CEC34249C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0F3BA7F5-6606-07E4-C92A-658DE18EB4D4}"/>
              </a:ext>
            </a:extLst>
          </p:cNvPr>
          <p:cNvSpPr>
            <a:spLocks noGrp="1"/>
          </p:cNvSpPr>
          <p:nvPr>
            <p:ph type="sldNum" sz="quarter" idx="4"/>
          </p:nvPr>
        </p:nvSpPr>
        <p:spPr/>
        <p:txBody>
          <a:bodyPr/>
          <a:lstStyle/>
          <a:p>
            <a:fld id="{16A89BA3-132D-40E1-AAB4-CDCD0A14C216}" type="slidenum">
              <a:rPr lang="en-AU" smtClean="0"/>
              <a:pPr/>
              <a:t>25</a:t>
            </a:fld>
            <a:r>
              <a:rPr lang="en-AU"/>
              <a:t>  |</a:t>
            </a:r>
            <a:endParaRPr lang="en-AU" dirty="0"/>
          </a:p>
        </p:txBody>
      </p:sp>
      <p:sp>
        <p:nvSpPr>
          <p:cNvPr id="2" name="Text Placeholder 3">
            <a:extLst>
              <a:ext uri="{FF2B5EF4-FFF2-40B4-BE49-F238E27FC236}">
                <a16:creationId xmlns:a16="http://schemas.microsoft.com/office/drawing/2014/main" id="{9751835B-C8A6-8522-5C06-B72EFDA8B28B}"/>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EBA81178-76EF-7C60-8D32-EFC0D4468CF2}"/>
              </a:ext>
            </a:extLst>
          </p:cNvPr>
          <p:cNvSpPr txBox="1"/>
          <p:nvPr/>
        </p:nvSpPr>
        <p:spPr>
          <a:xfrm>
            <a:off x="0" y="968058"/>
            <a:ext cx="9144000" cy="4549835"/>
          </a:xfrm>
          <a:prstGeom prst="rect">
            <a:avLst/>
          </a:prstGeom>
          <a:noFill/>
        </p:spPr>
        <p:txBody>
          <a:bodyPr wrap="square">
            <a:spAutoFit/>
          </a:bodyPr>
          <a:lstStyle/>
          <a:p>
            <a:pPr>
              <a:lnSpc>
                <a:spcPct val="150000"/>
              </a:lnSpc>
            </a:pPr>
            <a:r>
              <a:rPr lang="en-US" sz="2800" b="1" dirty="0">
                <a:latin typeface="Calibir"/>
              </a:rPr>
              <a:t>Q4 — Database Security Design</a:t>
            </a:r>
          </a:p>
          <a:p>
            <a:pPr>
              <a:lnSpc>
                <a:spcPct val="150000"/>
              </a:lnSpc>
            </a:pPr>
            <a:r>
              <a:rPr lang="en-US" sz="2800" dirty="0">
                <a:latin typeface="Calibir"/>
              </a:rPr>
              <a:t>Explain how to protect patient data.</a:t>
            </a:r>
          </a:p>
          <a:p>
            <a:pPr>
              <a:lnSpc>
                <a:spcPct val="150000"/>
              </a:lnSpc>
            </a:pPr>
            <a:r>
              <a:rPr lang="en-US" sz="2800" b="1" dirty="0">
                <a:latin typeface="Calibir"/>
              </a:rPr>
              <a:t>Mention These Security Measures</a:t>
            </a:r>
          </a:p>
          <a:p>
            <a:pPr>
              <a:lnSpc>
                <a:spcPct val="150000"/>
              </a:lnSpc>
            </a:pPr>
            <a:r>
              <a:rPr lang="en-US" sz="2800" b="1" dirty="0">
                <a:latin typeface="Calibir"/>
              </a:rPr>
              <a:t>Role-Based Access Control (RBAC)</a:t>
            </a:r>
          </a:p>
          <a:p>
            <a:pPr>
              <a:lnSpc>
                <a:spcPct val="150000"/>
              </a:lnSpc>
            </a:pPr>
            <a:r>
              <a:rPr lang="en-US" sz="2800" dirty="0">
                <a:latin typeface="Calibir"/>
              </a:rPr>
              <a:t>Receptionists should NOT have surgeon-level access.</a:t>
            </a:r>
          </a:p>
          <a:p>
            <a:pPr>
              <a:lnSpc>
                <a:spcPct val="150000"/>
              </a:lnSpc>
            </a:pPr>
            <a:r>
              <a:rPr lang="en-US" sz="2800" b="1" dirty="0">
                <a:latin typeface="Calibir"/>
              </a:rPr>
              <a:t>Multi-Factor Authentication (MFA)</a:t>
            </a:r>
          </a:p>
          <a:p>
            <a:pPr>
              <a:lnSpc>
                <a:spcPct val="150000"/>
              </a:lnSpc>
            </a:pPr>
            <a:r>
              <a:rPr lang="en-US" sz="2800" dirty="0">
                <a:latin typeface="Calibir"/>
              </a:rPr>
              <a:t>Extra login security.</a:t>
            </a:r>
          </a:p>
        </p:txBody>
      </p:sp>
    </p:spTree>
    <p:extLst>
      <p:ext uri="{BB962C8B-B14F-4D97-AF65-F5344CB8AC3E}">
        <p14:creationId xmlns:p14="http://schemas.microsoft.com/office/powerpoint/2010/main" val="21890203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19FF674-4036-D6F1-1DDC-7C12A66B6E5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3E7A91C-71B8-FF80-B5DD-BE5C81EECC79}"/>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1DC9D1D6-1B05-E003-852A-C1DC08DAD7FD}"/>
              </a:ext>
            </a:extLst>
          </p:cNvPr>
          <p:cNvSpPr>
            <a:spLocks noGrp="1"/>
          </p:cNvSpPr>
          <p:nvPr>
            <p:ph type="sldNum" sz="quarter" idx="4"/>
          </p:nvPr>
        </p:nvSpPr>
        <p:spPr/>
        <p:txBody>
          <a:bodyPr/>
          <a:lstStyle/>
          <a:p>
            <a:fld id="{16A89BA3-132D-40E1-AAB4-CDCD0A14C216}" type="slidenum">
              <a:rPr lang="en-AU" smtClean="0"/>
              <a:pPr/>
              <a:t>26</a:t>
            </a:fld>
            <a:r>
              <a:rPr lang="en-AU"/>
              <a:t>  |</a:t>
            </a:r>
            <a:endParaRPr lang="en-AU" dirty="0"/>
          </a:p>
        </p:txBody>
      </p:sp>
      <p:sp>
        <p:nvSpPr>
          <p:cNvPr id="2" name="Text Placeholder 3">
            <a:extLst>
              <a:ext uri="{FF2B5EF4-FFF2-40B4-BE49-F238E27FC236}">
                <a16:creationId xmlns:a16="http://schemas.microsoft.com/office/drawing/2014/main" id="{DC9673FD-3D19-8B43-8581-1FF8909CA822}"/>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02EE0E6-A882-DB28-0754-04AAD292EE69}"/>
              </a:ext>
            </a:extLst>
          </p:cNvPr>
          <p:cNvSpPr txBox="1"/>
          <p:nvPr/>
        </p:nvSpPr>
        <p:spPr>
          <a:xfrm>
            <a:off x="0" y="910906"/>
            <a:ext cx="9144000" cy="5842497"/>
          </a:xfrm>
          <a:prstGeom prst="rect">
            <a:avLst/>
          </a:prstGeom>
          <a:noFill/>
        </p:spPr>
        <p:txBody>
          <a:bodyPr wrap="square">
            <a:spAutoFit/>
          </a:bodyPr>
          <a:lstStyle/>
          <a:p>
            <a:pPr>
              <a:lnSpc>
                <a:spcPct val="150000"/>
              </a:lnSpc>
            </a:pPr>
            <a:r>
              <a:rPr lang="en-US" sz="2800" b="1" dirty="0">
                <a:latin typeface="Calibir"/>
              </a:rPr>
              <a:t>Encryption</a:t>
            </a:r>
          </a:p>
          <a:p>
            <a:pPr>
              <a:lnSpc>
                <a:spcPct val="150000"/>
              </a:lnSpc>
            </a:pPr>
            <a:r>
              <a:rPr lang="en-US" sz="2800" dirty="0">
                <a:latin typeface="Calibir"/>
              </a:rPr>
              <a:t>Protect data:</a:t>
            </a:r>
          </a:p>
          <a:p>
            <a:pPr marL="914400" lvl="1" indent="-457200">
              <a:lnSpc>
                <a:spcPct val="150000"/>
              </a:lnSpc>
              <a:buFont typeface="Arial" panose="020B0604020202020204" pitchFamily="34" charset="0"/>
              <a:buChar char="•"/>
            </a:pPr>
            <a:r>
              <a:rPr lang="en-US" sz="2800" dirty="0">
                <a:latin typeface="Calibir"/>
              </a:rPr>
              <a:t>At rest </a:t>
            </a:r>
          </a:p>
          <a:p>
            <a:pPr marL="914400" lvl="1" indent="-457200">
              <a:lnSpc>
                <a:spcPct val="150000"/>
              </a:lnSpc>
              <a:buFont typeface="Arial" panose="020B0604020202020204" pitchFamily="34" charset="0"/>
              <a:buChar char="•"/>
            </a:pPr>
            <a:r>
              <a:rPr lang="en-US" sz="2800" dirty="0">
                <a:latin typeface="Calibir"/>
              </a:rPr>
              <a:t>In transit </a:t>
            </a:r>
          </a:p>
          <a:p>
            <a:pPr>
              <a:lnSpc>
                <a:spcPct val="150000"/>
              </a:lnSpc>
            </a:pPr>
            <a:r>
              <a:rPr lang="en-US" sz="2800" b="1" dirty="0">
                <a:latin typeface="Calibir"/>
              </a:rPr>
              <a:t>Audit Logs</a:t>
            </a:r>
          </a:p>
          <a:p>
            <a:pPr>
              <a:lnSpc>
                <a:spcPct val="150000"/>
              </a:lnSpc>
            </a:pPr>
            <a:r>
              <a:rPr lang="en-US" sz="2800" dirty="0">
                <a:latin typeface="Calibir"/>
              </a:rPr>
              <a:t>Track who changes records.</a:t>
            </a:r>
          </a:p>
          <a:p>
            <a:pPr>
              <a:lnSpc>
                <a:spcPct val="150000"/>
              </a:lnSpc>
            </a:pPr>
            <a:r>
              <a:rPr lang="en-US" sz="2800" b="1" dirty="0">
                <a:latin typeface="Calibir"/>
              </a:rPr>
              <a:t>Strong Password Policies</a:t>
            </a:r>
          </a:p>
          <a:p>
            <a:pPr>
              <a:lnSpc>
                <a:spcPct val="150000"/>
              </a:lnSpc>
            </a:pPr>
            <a:r>
              <a:rPr lang="en-US" sz="2800" b="1" dirty="0">
                <a:latin typeface="Calibir"/>
              </a:rPr>
              <a:t>Separate User Accounts</a:t>
            </a:r>
          </a:p>
          <a:p>
            <a:pPr>
              <a:lnSpc>
                <a:spcPct val="150000"/>
              </a:lnSpc>
            </a:pPr>
            <a:r>
              <a:rPr lang="en-US" sz="2800" dirty="0">
                <a:latin typeface="Calibir"/>
              </a:rPr>
              <a:t>No shared logins.</a:t>
            </a:r>
          </a:p>
        </p:txBody>
      </p:sp>
    </p:spTree>
    <p:extLst>
      <p:ext uri="{BB962C8B-B14F-4D97-AF65-F5344CB8AC3E}">
        <p14:creationId xmlns:p14="http://schemas.microsoft.com/office/powerpoint/2010/main" val="2809027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4E129609-F0C2-F0A6-36A9-5B06F02EDA9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BB4B331-B657-CC3E-DE6C-724A89761A75}"/>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4C2A5B8C-7631-5CB2-F1DE-9D6C903E435B}"/>
              </a:ext>
            </a:extLst>
          </p:cNvPr>
          <p:cNvSpPr>
            <a:spLocks noGrp="1"/>
          </p:cNvSpPr>
          <p:nvPr>
            <p:ph type="sldNum" sz="quarter" idx="4"/>
          </p:nvPr>
        </p:nvSpPr>
        <p:spPr/>
        <p:txBody>
          <a:bodyPr/>
          <a:lstStyle/>
          <a:p>
            <a:fld id="{16A89BA3-132D-40E1-AAB4-CDCD0A14C216}" type="slidenum">
              <a:rPr lang="en-AU" smtClean="0"/>
              <a:pPr/>
              <a:t>27</a:t>
            </a:fld>
            <a:r>
              <a:rPr lang="en-AU"/>
              <a:t>  |</a:t>
            </a:r>
            <a:endParaRPr lang="en-AU" dirty="0"/>
          </a:p>
        </p:txBody>
      </p:sp>
      <p:sp>
        <p:nvSpPr>
          <p:cNvPr id="2" name="Text Placeholder 3">
            <a:extLst>
              <a:ext uri="{FF2B5EF4-FFF2-40B4-BE49-F238E27FC236}">
                <a16:creationId xmlns:a16="http://schemas.microsoft.com/office/drawing/2014/main" id="{229B75E2-8493-DE44-6DC1-A6F3110D08C5}"/>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05F3A850-C875-EAFC-B842-71F5063E26D1}"/>
              </a:ext>
            </a:extLst>
          </p:cNvPr>
          <p:cNvSpPr txBox="1"/>
          <p:nvPr/>
        </p:nvSpPr>
        <p:spPr>
          <a:xfrm>
            <a:off x="0" y="910906"/>
            <a:ext cx="9144000" cy="2610843"/>
          </a:xfrm>
          <a:prstGeom prst="rect">
            <a:avLst/>
          </a:prstGeom>
          <a:noFill/>
        </p:spPr>
        <p:txBody>
          <a:bodyPr wrap="square">
            <a:spAutoFit/>
          </a:bodyPr>
          <a:lstStyle/>
          <a:p>
            <a:pPr>
              <a:lnSpc>
                <a:spcPct val="150000"/>
              </a:lnSpc>
            </a:pPr>
            <a:r>
              <a:rPr lang="en-US" sz="2800" b="1" dirty="0">
                <a:latin typeface="Calibir"/>
              </a:rPr>
              <a:t>Very Important</a:t>
            </a:r>
          </a:p>
          <a:p>
            <a:pPr>
              <a:lnSpc>
                <a:spcPct val="150000"/>
              </a:lnSpc>
            </a:pPr>
            <a:r>
              <a:rPr lang="en-US" sz="2800" dirty="0">
                <a:latin typeface="Calibir"/>
              </a:rPr>
              <a:t>Mention:</a:t>
            </a:r>
          </a:p>
          <a:p>
            <a:pPr>
              <a:lnSpc>
                <a:spcPct val="150000"/>
              </a:lnSpc>
            </a:pPr>
            <a:r>
              <a:rPr lang="en-US" sz="2800" dirty="0">
                <a:latin typeface="Calibir"/>
              </a:rPr>
              <a:t>Healthcare data is highly sensitive and requires strict access control.</a:t>
            </a:r>
          </a:p>
        </p:txBody>
      </p:sp>
    </p:spTree>
    <p:extLst>
      <p:ext uri="{BB962C8B-B14F-4D97-AF65-F5344CB8AC3E}">
        <p14:creationId xmlns:p14="http://schemas.microsoft.com/office/powerpoint/2010/main" val="7715540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3A9A49B2-2BDD-0629-6E0B-855CBA45234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6332F8A-394E-5FDF-559B-3F7D90D16874}"/>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A48856D1-A133-6AFA-6400-C91F902CC11E}"/>
              </a:ext>
            </a:extLst>
          </p:cNvPr>
          <p:cNvSpPr>
            <a:spLocks noGrp="1"/>
          </p:cNvSpPr>
          <p:nvPr>
            <p:ph type="sldNum" sz="quarter" idx="4"/>
          </p:nvPr>
        </p:nvSpPr>
        <p:spPr/>
        <p:txBody>
          <a:bodyPr/>
          <a:lstStyle/>
          <a:p>
            <a:fld id="{16A89BA3-132D-40E1-AAB4-CDCD0A14C216}" type="slidenum">
              <a:rPr lang="en-AU" smtClean="0"/>
              <a:pPr/>
              <a:t>28</a:t>
            </a:fld>
            <a:r>
              <a:rPr lang="en-AU"/>
              <a:t>  |</a:t>
            </a:r>
            <a:endParaRPr lang="en-AU" dirty="0"/>
          </a:p>
        </p:txBody>
      </p:sp>
      <p:sp>
        <p:nvSpPr>
          <p:cNvPr id="2" name="Text Placeholder 3">
            <a:extLst>
              <a:ext uri="{FF2B5EF4-FFF2-40B4-BE49-F238E27FC236}">
                <a16:creationId xmlns:a16="http://schemas.microsoft.com/office/drawing/2014/main" id="{0B6AF4A8-45F8-ABDC-3F17-86C368B0EA71}"/>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E446E067-5A78-70DF-2E50-E5E83E7D25E9}"/>
              </a:ext>
            </a:extLst>
          </p:cNvPr>
          <p:cNvSpPr txBox="1"/>
          <p:nvPr/>
        </p:nvSpPr>
        <p:spPr>
          <a:xfrm>
            <a:off x="0" y="910906"/>
            <a:ext cx="9144000" cy="5196166"/>
          </a:xfrm>
          <a:prstGeom prst="rect">
            <a:avLst/>
          </a:prstGeom>
          <a:noFill/>
        </p:spPr>
        <p:txBody>
          <a:bodyPr wrap="square">
            <a:spAutoFit/>
          </a:bodyPr>
          <a:lstStyle/>
          <a:p>
            <a:pPr>
              <a:lnSpc>
                <a:spcPct val="150000"/>
              </a:lnSpc>
            </a:pPr>
            <a:r>
              <a:rPr lang="en-US" sz="2800" b="1" dirty="0">
                <a:latin typeface="Calibir"/>
              </a:rPr>
              <a:t>Q5 — Privacy &amp; Australian Law (APPs)</a:t>
            </a:r>
          </a:p>
          <a:p>
            <a:pPr>
              <a:lnSpc>
                <a:spcPct val="150000"/>
              </a:lnSpc>
            </a:pPr>
            <a:r>
              <a:rPr lang="en-US" sz="2800" dirty="0">
                <a:latin typeface="Calibir"/>
              </a:rPr>
              <a:t>Explain how </a:t>
            </a:r>
            <a:r>
              <a:rPr lang="en-US" sz="2800" dirty="0" err="1">
                <a:latin typeface="Calibir"/>
              </a:rPr>
              <a:t>SmartHealth</a:t>
            </a:r>
            <a:r>
              <a:rPr lang="en-US" sz="2800" dirty="0">
                <a:latin typeface="Calibir"/>
              </a:rPr>
              <a:t> violated privacy laws.</a:t>
            </a:r>
          </a:p>
          <a:p>
            <a:pPr>
              <a:lnSpc>
                <a:spcPct val="150000"/>
              </a:lnSpc>
            </a:pPr>
            <a:r>
              <a:rPr lang="en-US" sz="2800" b="1" dirty="0">
                <a:latin typeface="Calibir"/>
              </a:rPr>
              <a:t>Focus on APPs (Australian Privacy Principles)</a:t>
            </a:r>
          </a:p>
          <a:p>
            <a:pPr>
              <a:lnSpc>
                <a:spcPct val="150000"/>
              </a:lnSpc>
            </a:pPr>
            <a:r>
              <a:rPr lang="en-US" sz="2800" b="1" dirty="0">
                <a:latin typeface="Calibir"/>
              </a:rPr>
              <a:t>Good APP Examples</a:t>
            </a:r>
          </a:p>
          <a:p>
            <a:pPr>
              <a:lnSpc>
                <a:spcPct val="150000"/>
              </a:lnSpc>
            </a:pPr>
            <a:r>
              <a:rPr lang="en-US" sz="2800" b="1" dirty="0">
                <a:latin typeface="Calibir"/>
              </a:rPr>
              <a:t>APP 6 — Use and Disclosure</a:t>
            </a:r>
          </a:p>
          <a:p>
            <a:pPr>
              <a:lnSpc>
                <a:spcPct val="150000"/>
              </a:lnSpc>
            </a:pPr>
            <a:r>
              <a:rPr lang="en-US" sz="2800" dirty="0">
                <a:latin typeface="Calibir"/>
              </a:rPr>
              <a:t>They tried sharing patient data without consent.</a:t>
            </a:r>
          </a:p>
          <a:p>
            <a:pPr>
              <a:lnSpc>
                <a:spcPct val="150000"/>
              </a:lnSpc>
            </a:pPr>
            <a:r>
              <a:rPr lang="en-US" sz="2800" b="1" dirty="0">
                <a:latin typeface="Calibir"/>
              </a:rPr>
              <a:t>APP 11 — Security of Personal Information</a:t>
            </a:r>
          </a:p>
          <a:p>
            <a:pPr>
              <a:lnSpc>
                <a:spcPct val="150000"/>
              </a:lnSpc>
            </a:pPr>
            <a:r>
              <a:rPr lang="en-US" sz="2800" dirty="0">
                <a:latin typeface="Calibir"/>
              </a:rPr>
              <a:t>Weak security failed to protect patient data.</a:t>
            </a:r>
          </a:p>
        </p:txBody>
      </p:sp>
    </p:spTree>
    <p:extLst>
      <p:ext uri="{BB962C8B-B14F-4D97-AF65-F5344CB8AC3E}">
        <p14:creationId xmlns:p14="http://schemas.microsoft.com/office/powerpoint/2010/main" val="23013485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8F32A77-C9AC-666F-AB05-AD6C5511EE5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1CF1720-13BC-E1E7-183F-941AB6F5A00E}"/>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8ADB9C1F-B67E-6F8D-8F87-C93905E892B1}"/>
              </a:ext>
            </a:extLst>
          </p:cNvPr>
          <p:cNvSpPr>
            <a:spLocks noGrp="1"/>
          </p:cNvSpPr>
          <p:nvPr>
            <p:ph type="sldNum" sz="quarter" idx="4"/>
          </p:nvPr>
        </p:nvSpPr>
        <p:spPr/>
        <p:txBody>
          <a:bodyPr/>
          <a:lstStyle/>
          <a:p>
            <a:fld id="{16A89BA3-132D-40E1-AAB4-CDCD0A14C216}" type="slidenum">
              <a:rPr lang="en-AU" smtClean="0"/>
              <a:pPr/>
              <a:t>29</a:t>
            </a:fld>
            <a:r>
              <a:rPr lang="en-AU"/>
              <a:t>  |</a:t>
            </a:r>
            <a:endParaRPr lang="en-AU" dirty="0"/>
          </a:p>
        </p:txBody>
      </p:sp>
      <p:sp>
        <p:nvSpPr>
          <p:cNvPr id="2" name="Text Placeholder 3">
            <a:extLst>
              <a:ext uri="{FF2B5EF4-FFF2-40B4-BE49-F238E27FC236}">
                <a16:creationId xmlns:a16="http://schemas.microsoft.com/office/drawing/2014/main" id="{39770A66-4716-B544-E3DF-752C5AAD72BA}"/>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865A6258-064E-0F3A-CA87-EE50EF1AC134}"/>
              </a:ext>
            </a:extLst>
          </p:cNvPr>
          <p:cNvSpPr txBox="1"/>
          <p:nvPr/>
        </p:nvSpPr>
        <p:spPr>
          <a:xfrm>
            <a:off x="0" y="1154082"/>
            <a:ext cx="9144000" cy="4549835"/>
          </a:xfrm>
          <a:prstGeom prst="rect">
            <a:avLst/>
          </a:prstGeom>
          <a:noFill/>
        </p:spPr>
        <p:txBody>
          <a:bodyPr wrap="square">
            <a:spAutoFit/>
          </a:bodyPr>
          <a:lstStyle/>
          <a:p>
            <a:pPr>
              <a:lnSpc>
                <a:spcPct val="150000"/>
              </a:lnSpc>
            </a:pPr>
            <a:r>
              <a:rPr lang="en-US" sz="2800" b="1" dirty="0">
                <a:latin typeface="Calibir"/>
              </a:rPr>
              <a:t>APP 1 — Open and Transparent Management</a:t>
            </a:r>
          </a:p>
          <a:p>
            <a:pPr>
              <a:lnSpc>
                <a:spcPct val="150000"/>
              </a:lnSpc>
            </a:pPr>
            <a:r>
              <a:rPr lang="en-US" sz="2800" dirty="0">
                <a:latin typeface="Calibir"/>
              </a:rPr>
              <a:t>No clear privacy policies.</a:t>
            </a:r>
          </a:p>
          <a:p>
            <a:pPr>
              <a:lnSpc>
                <a:spcPct val="150000"/>
              </a:lnSpc>
            </a:pPr>
            <a:r>
              <a:rPr lang="en-US" sz="2800" b="1" dirty="0">
                <a:latin typeface="Calibir"/>
              </a:rPr>
              <a:t>What They Should Have Done</a:t>
            </a:r>
          </a:p>
          <a:p>
            <a:pPr marL="914400" lvl="1" indent="-457200">
              <a:lnSpc>
                <a:spcPct val="150000"/>
              </a:lnSpc>
              <a:buFont typeface="Arial" panose="020B0604020202020204" pitchFamily="34" charset="0"/>
              <a:buChar char="•"/>
            </a:pPr>
            <a:r>
              <a:rPr lang="en-US" sz="2800" dirty="0">
                <a:latin typeface="Calibir"/>
              </a:rPr>
              <a:t>Get patient consent </a:t>
            </a:r>
          </a:p>
          <a:p>
            <a:pPr marL="914400" lvl="1" indent="-457200">
              <a:lnSpc>
                <a:spcPct val="150000"/>
              </a:lnSpc>
              <a:buFont typeface="Arial" panose="020B0604020202020204" pitchFamily="34" charset="0"/>
              <a:buChar char="•"/>
            </a:pPr>
            <a:r>
              <a:rPr lang="en-US" sz="2800" dirty="0">
                <a:latin typeface="Calibir"/>
              </a:rPr>
              <a:t>Protect personal data </a:t>
            </a:r>
          </a:p>
          <a:p>
            <a:pPr marL="914400" lvl="1" indent="-457200">
              <a:lnSpc>
                <a:spcPct val="150000"/>
              </a:lnSpc>
              <a:buFont typeface="Arial" panose="020B0604020202020204" pitchFamily="34" charset="0"/>
              <a:buChar char="•"/>
            </a:pPr>
            <a:r>
              <a:rPr lang="en-US" sz="2800" dirty="0">
                <a:latin typeface="Calibir"/>
              </a:rPr>
              <a:t>Create privacy policies </a:t>
            </a:r>
          </a:p>
          <a:p>
            <a:pPr marL="914400" lvl="1" indent="-457200">
              <a:lnSpc>
                <a:spcPct val="150000"/>
              </a:lnSpc>
              <a:buFont typeface="Arial" panose="020B0604020202020204" pitchFamily="34" charset="0"/>
              <a:buChar char="•"/>
            </a:pPr>
            <a:r>
              <a:rPr lang="en-US" sz="2800" dirty="0">
                <a:latin typeface="Calibir"/>
              </a:rPr>
              <a:t>Train staff </a:t>
            </a:r>
          </a:p>
        </p:txBody>
      </p:sp>
    </p:spTree>
    <p:extLst>
      <p:ext uri="{BB962C8B-B14F-4D97-AF65-F5344CB8AC3E}">
        <p14:creationId xmlns:p14="http://schemas.microsoft.com/office/powerpoint/2010/main" val="22561796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9805010-DCC2-5BBB-D423-A36EA46E56A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A584D6-6736-993F-EA2E-F05D538E76F0}"/>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25FD3554-7382-F5FE-4ED8-A62CB48A1399}"/>
              </a:ext>
            </a:extLst>
          </p:cNvPr>
          <p:cNvSpPr>
            <a:spLocks noGrp="1"/>
          </p:cNvSpPr>
          <p:nvPr>
            <p:ph type="sldNum" sz="quarter" idx="4"/>
          </p:nvPr>
        </p:nvSpPr>
        <p:spPr/>
        <p:txBody>
          <a:bodyPr/>
          <a:lstStyle/>
          <a:p>
            <a:fld id="{16A89BA3-132D-40E1-AAB4-CDCD0A14C216}" type="slidenum">
              <a:rPr lang="en-AU" smtClean="0"/>
              <a:pPr/>
              <a:t>30</a:t>
            </a:fld>
            <a:r>
              <a:rPr lang="en-AU"/>
              <a:t>  |</a:t>
            </a:r>
            <a:endParaRPr lang="en-AU" dirty="0"/>
          </a:p>
        </p:txBody>
      </p:sp>
      <p:sp>
        <p:nvSpPr>
          <p:cNvPr id="2" name="Text Placeholder 3">
            <a:extLst>
              <a:ext uri="{FF2B5EF4-FFF2-40B4-BE49-F238E27FC236}">
                <a16:creationId xmlns:a16="http://schemas.microsoft.com/office/drawing/2014/main" id="{48CF2384-C76E-D8B2-D58D-5948AA5B450A}"/>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1728E178-3BDF-0B47-2D77-813E0F64637A}"/>
              </a:ext>
            </a:extLst>
          </p:cNvPr>
          <p:cNvSpPr txBox="1"/>
          <p:nvPr/>
        </p:nvSpPr>
        <p:spPr>
          <a:xfrm>
            <a:off x="0" y="1154082"/>
            <a:ext cx="9144000" cy="1964512"/>
          </a:xfrm>
          <a:prstGeom prst="rect">
            <a:avLst/>
          </a:prstGeom>
          <a:noFill/>
        </p:spPr>
        <p:txBody>
          <a:bodyPr wrap="square">
            <a:spAutoFit/>
          </a:bodyPr>
          <a:lstStyle/>
          <a:p>
            <a:pPr>
              <a:lnSpc>
                <a:spcPct val="150000"/>
              </a:lnSpc>
            </a:pPr>
            <a:r>
              <a:rPr lang="en-US" sz="2800" b="1" dirty="0">
                <a:latin typeface="Calibir"/>
              </a:rPr>
              <a:t>Helpful Hint</a:t>
            </a:r>
          </a:p>
          <a:p>
            <a:pPr>
              <a:lnSpc>
                <a:spcPct val="150000"/>
              </a:lnSpc>
            </a:pPr>
            <a:r>
              <a:rPr lang="en-US" sz="2800" dirty="0">
                <a:latin typeface="Calibir"/>
              </a:rPr>
              <a:t>You do NOT need to explain all APPs.</a:t>
            </a:r>
            <a:br>
              <a:rPr lang="en-US" sz="2800" dirty="0">
                <a:latin typeface="Calibir"/>
              </a:rPr>
            </a:br>
            <a:r>
              <a:rPr lang="en-US" sz="2800" dirty="0">
                <a:latin typeface="Calibir"/>
              </a:rPr>
              <a:t>Focus on 2–4 important ones clearly.</a:t>
            </a:r>
          </a:p>
        </p:txBody>
      </p:sp>
    </p:spTree>
    <p:extLst>
      <p:ext uri="{BB962C8B-B14F-4D97-AF65-F5344CB8AC3E}">
        <p14:creationId xmlns:p14="http://schemas.microsoft.com/office/powerpoint/2010/main" val="19654606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B9AE9774-4ECE-4A1C-7BB9-5A074A63EC2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5793014-4313-4E4C-7620-343800504A4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635B9CD7-EB5C-9A74-81EF-9AC0B7E367C1}"/>
              </a:ext>
            </a:extLst>
          </p:cNvPr>
          <p:cNvSpPr>
            <a:spLocks noGrp="1"/>
          </p:cNvSpPr>
          <p:nvPr>
            <p:ph type="sldNum" sz="quarter" idx="4"/>
          </p:nvPr>
        </p:nvSpPr>
        <p:spPr/>
        <p:txBody>
          <a:bodyPr/>
          <a:lstStyle/>
          <a:p>
            <a:fld id="{16A89BA3-132D-40E1-AAB4-CDCD0A14C216}" type="slidenum">
              <a:rPr lang="en-AU" smtClean="0"/>
              <a:pPr/>
              <a:t>31</a:t>
            </a:fld>
            <a:r>
              <a:rPr lang="en-AU"/>
              <a:t>  |</a:t>
            </a:r>
            <a:endParaRPr lang="en-AU" dirty="0"/>
          </a:p>
        </p:txBody>
      </p:sp>
      <p:sp>
        <p:nvSpPr>
          <p:cNvPr id="2" name="Text Placeholder 3">
            <a:extLst>
              <a:ext uri="{FF2B5EF4-FFF2-40B4-BE49-F238E27FC236}">
                <a16:creationId xmlns:a16="http://schemas.microsoft.com/office/drawing/2014/main" id="{C70D77F9-2551-B1DA-84AA-6E7ABD90EBF1}"/>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AC464671-ACBF-9DF9-7113-D74E567476F5}"/>
              </a:ext>
            </a:extLst>
          </p:cNvPr>
          <p:cNvSpPr txBox="1"/>
          <p:nvPr/>
        </p:nvSpPr>
        <p:spPr>
          <a:xfrm>
            <a:off x="0" y="1154082"/>
            <a:ext cx="9144000" cy="4549835"/>
          </a:xfrm>
          <a:prstGeom prst="rect">
            <a:avLst/>
          </a:prstGeom>
          <a:noFill/>
        </p:spPr>
        <p:txBody>
          <a:bodyPr wrap="square">
            <a:spAutoFit/>
          </a:bodyPr>
          <a:lstStyle/>
          <a:p>
            <a:pPr>
              <a:lnSpc>
                <a:spcPct val="150000"/>
              </a:lnSpc>
            </a:pPr>
            <a:r>
              <a:rPr lang="en-US" sz="2800" b="1" dirty="0">
                <a:latin typeface="Calibir"/>
              </a:rPr>
              <a:t>Q6 — Ethical Considerations</a:t>
            </a:r>
          </a:p>
          <a:p>
            <a:pPr>
              <a:lnSpc>
                <a:spcPct val="150000"/>
              </a:lnSpc>
            </a:pPr>
            <a:r>
              <a:rPr lang="en-US" sz="2800" dirty="0">
                <a:latin typeface="Calibir"/>
              </a:rPr>
              <a:t>Explain ethical risks.</a:t>
            </a:r>
          </a:p>
          <a:p>
            <a:pPr>
              <a:lnSpc>
                <a:spcPct val="150000"/>
              </a:lnSpc>
            </a:pPr>
            <a:r>
              <a:rPr lang="en-US" sz="2800" b="1" dirty="0">
                <a:latin typeface="Calibir"/>
              </a:rPr>
              <a:t>Main Ethical Problems</a:t>
            </a:r>
          </a:p>
          <a:p>
            <a:pPr>
              <a:lnSpc>
                <a:spcPct val="150000"/>
              </a:lnSpc>
            </a:pPr>
            <a:r>
              <a:rPr lang="en-US" sz="2800" b="1" dirty="0">
                <a:latin typeface="Calibir"/>
              </a:rPr>
              <a:t>Patient Harm</a:t>
            </a:r>
          </a:p>
          <a:p>
            <a:pPr>
              <a:lnSpc>
                <a:spcPct val="150000"/>
              </a:lnSpc>
            </a:pPr>
            <a:r>
              <a:rPr lang="en-US" sz="2800" dirty="0">
                <a:latin typeface="Calibir"/>
              </a:rPr>
              <a:t>Wrong data may cause wrong treatment.</a:t>
            </a:r>
          </a:p>
          <a:p>
            <a:pPr>
              <a:lnSpc>
                <a:spcPct val="150000"/>
              </a:lnSpc>
            </a:pPr>
            <a:r>
              <a:rPr lang="en-US" sz="2800" b="1" dirty="0">
                <a:latin typeface="Calibir"/>
              </a:rPr>
              <a:t>Loss of Trust</a:t>
            </a:r>
          </a:p>
          <a:p>
            <a:pPr>
              <a:lnSpc>
                <a:spcPct val="150000"/>
              </a:lnSpc>
            </a:pPr>
            <a:r>
              <a:rPr lang="en-US" sz="2800" dirty="0">
                <a:latin typeface="Calibir"/>
              </a:rPr>
              <a:t>Patients expect privacy.</a:t>
            </a:r>
          </a:p>
        </p:txBody>
      </p:sp>
    </p:spTree>
    <p:extLst>
      <p:ext uri="{BB962C8B-B14F-4D97-AF65-F5344CB8AC3E}">
        <p14:creationId xmlns:p14="http://schemas.microsoft.com/office/powerpoint/2010/main" val="13163823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9ED91F71-9C05-EEAB-793B-9032922FC0C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EC10F06-67B7-363C-9CFD-3E11F22D2E48}"/>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748F2004-2922-6CCA-31E7-89F38357546C}"/>
              </a:ext>
            </a:extLst>
          </p:cNvPr>
          <p:cNvSpPr>
            <a:spLocks noGrp="1"/>
          </p:cNvSpPr>
          <p:nvPr>
            <p:ph type="sldNum" sz="quarter" idx="4"/>
          </p:nvPr>
        </p:nvSpPr>
        <p:spPr/>
        <p:txBody>
          <a:bodyPr/>
          <a:lstStyle/>
          <a:p>
            <a:fld id="{16A89BA3-132D-40E1-AAB4-CDCD0A14C216}" type="slidenum">
              <a:rPr lang="en-AU" smtClean="0"/>
              <a:pPr/>
              <a:t>32</a:t>
            </a:fld>
            <a:r>
              <a:rPr lang="en-AU"/>
              <a:t>  |</a:t>
            </a:r>
            <a:endParaRPr lang="en-AU" dirty="0"/>
          </a:p>
        </p:txBody>
      </p:sp>
      <p:sp>
        <p:nvSpPr>
          <p:cNvPr id="2" name="Text Placeholder 3">
            <a:extLst>
              <a:ext uri="{FF2B5EF4-FFF2-40B4-BE49-F238E27FC236}">
                <a16:creationId xmlns:a16="http://schemas.microsoft.com/office/drawing/2014/main" id="{AADD6884-3DE7-C9AA-F900-C495BE8D4685}"/>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97F25C8-7379-CE79-2EB7-D9C22B303DFE}"/>
              </a:ext>
            </a:extLst>
          </p:cNvPr>
          <p:cNvSpPr txBox="1"/>
          <p:nvPr/>
        </p:nvSpPr>
        <p:spPr>
          <a:xfrm>
            <a:off x="0" y="914195"/>
            <a:ext cx="9144000" cy="5842497"/>
          </a:xfrm>
          <a:prstGeom prst="rect">
            <a:avLst/>
          </a:prstGeom>
          <a:noFill/>
        </p:spPr>
        <p:txBody>
          <a:bodyPr wrap="square">
            <a:spAutoFit/>
          </a:bodyPr>
          <a:lstStyle/>
          <a:p>
            <a:pPr>
              <a:lnSpc>
                <a:spcPct val="150000"/>
              </a:lnSpc>
            </a:pPr>
            <a:r>
              <a:rPr lang="en-US" sz="2800" b="1" dirty="0">
                <a:latin typeface="Calibir"/>
              </a:rPr>
              <a:t>Data Sharing Without Consent</a:t>
            </a:r>
          </a:p>
          <a:p>
            <a:pPr>
              <a:lnSpc>
                <a:spcPct val="150000"/>
              </a:lnSpc>
            </a:pPr>
            <a:r>
              <a:rPr lang="en-US" sz="2800" dirty="0">
                <a:latin typeface="Calibir"/>
              </a:rPr>
              <a:t>Unethical use of sensitive data.</a:t>
            </a:r>
          </a:p>
          <a:p>
            <a:pPr>
              <a:lnSpc>
                <a:spcPct val="150000"/>
              </a:lnSpc>
            </a:pPr>
            <a:r>
              <a:rPr lang="en-US" sz="2800" b="1" dirty="0">
                <a:latin typeface="Calibir"/>
              </a:rPr>
              <a:t>Poor Governance</a:t>
            </a:r>
          </a:p>
          <a:p>
            <a:pPr>
              <a:lnSpc>
                <a:spcPct val="150000"/>
              </a:lnSpc>
            </a:pPr>
            <a:r>
              <a:rPr lang="en-US" sz="2800" dirty="0">
                <a:latin typeface="Calibir"/>
              </a:rPr>
              <a:t>No staff training or accountability.</a:t>
            </a:r>
          </a:p>
          <a:p>
            <a:pPr>
              <a:lnSpc>
                <a:spcPct val="150000"/>
              </a:lnSpc>
            </a:pPr>
            <a:r>
              <a:rPr lang="en-US" sz="2800" b="1" dirty="0">
                <a:latin typeface="Calibir"/>
              </a:rPr>
              <a:t>What To Suggest</a:t>
            </a:r>
          </a:p>
          <a:p>
            <a:pPr marL="914400" lvl="1" indent="-457200">
              <a:lnSpc>
                <a:spcPct val="150000"/>
              </a:lnSpc>
              <a:buFont typeface="Arial" panose="020B0604020202020204" pitchFamily="34" charset="0"/>
              <a:buChar char="•"/>
            </a:pPr>
            <a:r>
              <a:rPr lang="en-US" sz="2800" dirty="0">
                <a:latin typeface="Calibir"/>
              </a:rPr>
              <a:t>Ethical data handling </a:t>
            </a:r>
          </a:p>
          <a:p>
            <a:pPr marL="914400" lvl="1" indent="-457200">
              <a:lnSpc>
                <a:spcPct val="150000"/>
              </a:lnSpc>
              <a:buFont typeface="Arial" panose="020B0604020202020204" pitchFamily="34" charset="0"/>
              <a:buChar char="•"/>
            </a:pPr>
            <a:r>
              <a:rPr lang="en-US" sz="2800" dirty="0">
                <a:latin typeface="Calibir"/>
              </a:rPr>
              <a:t>Staff training </a:t>
            </a:r>
          </a:p>
          <a:p>
            <a:pPr marL="914400" lvl="1" indent="-457200">
              <a:lnSpc>
                <a:spcPct val="150000"/>
              </a:lnSpc>
              <a:buFont typeface="Arial" panose="020B0604020202020204" pitchFamily="34" charset="0"/>
              <a:buChar char="•"/>
            </a:pPr>
            <a:r>
              <a:rPr lang="en-US" sz="2800" dirty="0">
                <a:latin typeface="Calibir"/>
              </a:rPr>
              <a:t>Transparency </a:t>
            </a:r>
          </a:p>
          <a:p>
            <a:pPr marL="914400" lvl="1" indent="-457200">
              <a:lnSpc>
                <a:spcPct val="150000"/>
              </a:lnSpc>
              <a:buFont typeface="Arial" panose="020B0604020202020204" pitchFamily="34" charset="0"/>
              <a:buChar char="•"/>
            </a:pPr>
            <a:r>
              <a:rPr lang="en-US" sz="2800" dirty="0">
                <a:latin typeface="Calibir"/>
              </a:rPr>
              <a:t>Patient consent </a:t>
            </a:r>
          </a:p>
        </p:txBody>
      </p:sp>
    </p:spTree>
    <p:extLst>
      <p:ext uri="{BB962C8B-B14F-4D97-AF65-F5344CB8AC3E}">
        <p14:creationId xmlns:p14="http://schemas.microsoft.com/office/powerpoint/2010/main" val="25316085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0041A90-3E79-9C6C-4FC0-CE7DF0AA19B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3F01FDD-1901-3EF8-AECF-8A66F9D7963C}"/>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E4172CAA-7F69-0E4E-55BA-0EEBCFA4108F}"/>
              </a:ext>
            </a:extLst>
          </p:cNvPr>
          <p:cNvSpPr>
            <a:spLocks noGrp="1"/>
          </p:cNvSpPr>
          <p:nvPr>
            <p:ph type="sldNum" sz="quarter" idx="4"/>
          </p:nvPr>
        </p:nvSpPr>
        <p:spPr/>
        <p:txBody>
          <a:bodyPr/>
          <a:lstStyle/>
          <a:p>
            <a:fld id="{16A89BA3-132D-40E1-AAB4-CDCD0A14C216}" type="slidenum">
              <a:rPr lang="en-AU" smtClean="0"/>
              <a:pPr/>
              <a:t>33</a:t>
            </a:fld>
            <a:r>
              <a:rPr lang="en-AU"/>
              <a:t>  |</a:t>
            </a:r>
            <a:endParaRPr lang="en-AU" dirty="0"/>
          </a:p>
        </p:txBody>
      </p:sp>
      <p:sp>
        <p:nvSpPr>
          <p:cNvPr id="2" name="Text Placeholder 3">
            <a:extLst>
              <a:ext uri="{FF2B5EF4-FFF2-40B4-BE49-F238E27FC236}">
                <a16:creationId xmlns:a16="http://schemas.microsoft.com/office/drawing/2014/main" id="{CE2065D1-A7CE-B47E-0B96-22480C3F0747}"/>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87704130-2F69-90D5-E5F3-E9BC5EF2D09F}"/>
              </a:ext>
            </a:extLst>
          </p:cNvPr>
          <p:cNvSpPr txBox="1"/>
          <p:nvPr/>
        </p:nvSpPr>
        <p:spPr>
          <a:xfrm>
            <a:off x="0" y="914195"/>
            <a:ext cx="9144000" cy="1964512"/>
          </a:xfrm>
          <a:prstGeom prst="rect">
            <a:avLst/>
          </a:prstGeom>
          <a:noFill/>
        </p:spPr>
        <p:txBody>
          <a:bodyPr wrap="square">
            <a:spAutoFit/>
          </a:bodyPr>
          <a:lstStyle/>
          <a:p>
            <a:pPr>
              <a:lnSpc>
                <a:spcPct val="150000"/>
              </a:lnSpc>
            </a:pPr>
            <a:r>
              <a:rPr lang="en-US" sz="2800" b="1" dirty="0">
                <a:latin typeface="Calibir"/>
              </a:rPr>
              <a:t>Strong Sentence Example</a:t>
            </a:r>
          </a:p>
          <a:p>
            <a:pPr>
              <a:lnSpc>
                <a:spcPct val="150000"/>
              </a:lnSpc>
            </a:pPr>
            <a:r>
              <a:rPr lang="en-US" sz="2800" dirty="0">
                <a:latin typeface="Calibir"/>
              </a:rPr>
              <a:t>Patient safety must always be more important than business profit.</a:t>
            </a:r>
          </a:p>
        </p:txBody>
      </p:sp>
    </p:spTree>
    <p:extLst>
      <p:ext uri="{BB962C8B-B14F-4D97-AF65-F5344CB8AC3E}">
        <p14:creationId xmlns:p14="http://schemas.microsoft.com/office/powerpoint/2010/main" val="40954074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6AF9856F-037B-FD5F-3DFC-B67CAE35352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2DE3E9-2ABF-76BA-0CED-68A59FFA482C}"/>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A92EAFDD-2BD9-C6EA-53C5-5E94D625D25C}"/>
              </a:ext>
            </a:extLst>
          </p:cNvPr>
          <p:cNvSpPr>
            <a:spLocks noGrp="1"/>
          </p:cNvSpPr>
          <p:nvPr>
            <p:ph type="sldNum" sz="quarter" idx="4"/>
          </p:nvPr>
        </p:nvSpPr>
        <p:spPr/>
        <p:txBody>
          <a:bodyPr/>
          <a:lstStyle/>
          <a:p>
            <a:fld id="{16A89BA3-132D-40E1-AAB4-CDCD0A14C216}" type="slidenum">
              <a:rPr lang="en-AU" smtClean="0"/>
              <a:pPr/>
              <a:t>34</a:t>
            </a:fld>
            <a:r>
              <a:rPr lang="en-AU"/>
              <a:t>  |</a:t>
            </a:r>
            <a:endParaRPr lang="en-AU" dirty="0"/>
          </a:p>
        </p:txBody>
      </p:sp>
      <p:sp>
        <p:nvSpPr>
          <p:cNvPr id="2" name="Text Placeholder 3">
            <a:extLst>
              <a:ext uri="{FF2B5EF4-FFF2-40B4-BE49-F238E27FC236}">
                <a16:creationId xmlns:a16="http://schemas.microsoft.com/office/drawing/2014/main" id="{19F5187F-B0EE-BD94-59AD-4A80C4357480}"/>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2A2A8C9-07D9-F4BC-66EC-CD2EDD920683}"/>
              </a:ext>
            </a:extLst>
          </p:cNvPr>
          <p:cNvSpPr txBox="1"/>
          <p:nvPr/>
        </p:nvSpPr>
        <p:spPr>
          <a:xfrm>
            <a:off x="0" y="914195"/>
            <a:ext cx="9144000" cy="4549835"/>
          </a:xfrm>
          <a:prstGeom prst="rect">
            <a:avLst/>
          </a:prstGeom>
          <a:noFill/>
        </p:spPr>
        <p:txBody>
          <a:bodyPr wrap="square">
            <a:spAutoFit/>
          </a:bodyPr>
          <a:lstStyle/>
          <a:p>
            <a:pPr>
              <a:lnSpc>
                <a:spcPct val="150000"/>
              </a:lnSpc>
            </a:pPr>
            <a:r>
              <a:rPr lang="en-US" sz="2800" b="1" dirty="0">
                <a:latin typeface="Calibir"/>
              </a:rPr>
              <a:t>Q7 — Practical Improvement Plan</a:t>
            </a:r>
          </a:p>
          <a:p>
            <a:pPr>
              <a:lnSpc>
                <a:spcPct val="150000"/>
              </a:lnSpc>
            </a:pPr>
            <a:r>
              <a:rPr lang="en-US" sz="2800" dirty="0">
                <a:latin typeface="Calibir"/>
              </a:rPr>
              <a:t>If YOU were the DBA, what 3 things would you fix first?</a:t>
            </a:r>
          </a:p>
          <a:p>
            <a:pPr>
              <a:lnSpc>
                <a:spcPct val="150000"/>
              </a:lnSpc>
            </a:pPr>
            <a:r>
              <a:rPr lang="en-US" sz="2800" b="1" dirty="0">
                <a:latin typeface="Calibir"/>
              </a:rPr>
              <a:t>Easy Structure</a:t>
            </a:r>
          </a:p>
          <a:p>
            <a:pPr>
              <a:lnSpc>
                <a:spcPct val="150000"/>
              </a:lnSpc>
            </a:pPr>
            <a:r>
              <a:rPr lang="en-US" sz="2800" b="1" dirty="0">
                <a:latin typeface="Calibir"/>
              </a:rPr>
              <a:t>1. Fix Security</a:t>
            </a:r>
          </a:p>
          <a:p>
            <a:pPr marL="914400" lvl="1" indent="-457200">
              <a:lnSpc>
                <a:spcPct val="150000"/>
              </a:lnSpc>
              <a:buFont typeface="Arial" panose="020B0604020202020204" pitchFamily="34" charset="0"/>
              <a:buChar char="•"/>
            </a:pPr>
            <a:r>
              <a:rPr lang="en-US" sz="2800" dirty="0">
                <a:latin typeface="Calibir"/>
              </a:rPr>
              <a:t>Remove shared logins </a:t>
            </a:r>
          </a:p>
          <a:p>
            <a:pPr marL="914400" lvl="1" indent="-457200">
              <a:lnSpc>
                <a:spcPct val="150000"/>
              </a:lnSpc>
              <a:buFont typeface="Arial" panose="020B0604020202020204" pitchFamily="34" charset="0"/>
              <a:buChar char="•"/>
            </a:pPr>
            <a:r>
              <a:rPr lang="en-US" sz="2800" dirty="0">
                <a:latin typeface="Calibir"/>
              </a:rPr>
              <a:t>Add RBAC </a:t>
            </a:r>
          </a:p>
          <a:p>
            <a:pPr marL="914400" lvl="1" indent="-457200">
              <a:lnSpc>
                <a:spcPct val="150000"/>
              </a:lnSpc>
              <a:buFont typeface="Arial" panose="020B0604020202020204" pitchFamily="34" charset="0"/>
              <a:buChar char="•"/>
            </a:pPr>
            <a:r>
              <a:rPr lang="en-US" sz="2800" dirty="0">
                <a:latin typeface="Calibir"/>
              </a:rPr>
              <a:t>Enable MFA</a:t>
            </a:r>
          </a:p>
        </p:txBody>
      </p:sp>
    </p:spTree>
    <p:extLst>
      <p:ext uri="{BB962C8B-B14F-4D97-AF65-F5344CB8AC3E}">
        <p14:creationId xmlns:p14="http://schemas.microsoft.com/office/powerpoint/2010/main" val="32029725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F4103118-DED8-599E-76C4-F54203D92D0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113AE62-31E7-7709-41C4-E7FEF8CF162A}"/>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51FA3242-546C-96B9-09AF-5E626B9BC3A4}"/>
              </a:ext>
            </a:extLst>
          </p:cNvPr>
          <p:cNvSpPr>
            <a:spLocks noGrp="1"/>
          </p:cNvSpPr>
          <p:nvPr>
            <p:ph type="sldNum" sz="quarter" idx="4"/>
          </p:nvPr>
        </p:nvSpPr>
        <p:spPr/>
        <p:txBody>
          <a:bodyPr/>
          <a:lstStyle/>
          <a:p>
            <a:fld id="{16A89BA3-132D-40E1-AAB4-CDCD0A14C216}" type="slidenum">
              <a:rPr lang="en-AU" smtClean="0"/>
              <a:pPr/>
              <a:t>35</a:t>
            </a:fld>
            <a:r>
              <a:rPr lang="en-AU"/>
              <a:t>  |</a:t>
            </a:r>
            <a:endParaRPr lang="en-AU" dirty="0"/>
          </a:p>
        </p:txBody>
      </p:sp>
      <p:sp>
        <p:nvSpPr>
          <p:cNvPr id="2" name="Text Placeholder 3">
            <a:extLst>
              <a:ext uri="{FF2B5EF4-FFF2-40B4-BE49-F238E27FC236}">
                <a16:creationId xmlns:a16="http://schemas.microsoft.com/office/drawing/2014/main" id="{E34FFA2F-F218-22F5-64CE-39DF74ECCE9A}"/>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1815E159-4BC9-849C-F532-2914B26E4E0A}"/>
              </a:ext>
            </a:extLst>
          </p:cNvPr>
          <p:cNvSpPr txBox="1"/>
          <p:nvPr/>
        </p:nvSpPr>
        <p:spPr>
          <a:xfrm>
            <a:off x="0" y="968058"/>
            <a:ext cx="9144000" cy="5196166"/>
          </a:xfrm>
          <a:prstGeom prst="rect">
            <a:avLst/>
          </a:prstGeom>
          <a:noFill/>
        </p:spPr>
        <p:txBody>
          <a:bodyPr wrap="square">
            <a:spAutoFit/>
          </a:bodyPr>
          <a:lstStyle/>
          <a:p>
            <a:pPr>
              <a:lnSpc>
                <a:spcPct val="150000"/>
              </a:lnSpc>
            </a:pPr>
            <a:r>
              <a:rPr lang="en-US" sz="2800" b="1" dirty="0">
                <a:latin typeface="Calibir"/>
              </a:rPr>
              <a:t>2. Improve Data Integrity</a:t>
            </a:r>
          </a:p>
          <a:p>
            <a:pPr marL="914400" lvl="1" indent="-457200">
              <a:lnSpc>
                <a:spcPct val="150000"/>
              </a:lnSpc>
              <a:buFont typeface="Arial" panose="020B0604020202020204" pitchFamily="34" charset="0"/>
              <a:buChar char="•"/>
            </a:pPr>
            <a:r>
              <a:rPr lang="en-US" sz="2800" dirty="0">
                <a:latin typeface="Calibir"/>
              </a:rPr>
              <a:t>Add constraints </a:t>
            </a:r>
          </a:p>
          <a:p>
            <a:pPr marL="914400" lvl="1" indent="-457200">
              <a:lnSpc>
                <a:spcPct val="150000"/>
              </a:lnSpc>
              <a:buFont typeface="Arial" panose="020B0604020202020204" pitchFamily="34" charset="0"/>
              <a:buChar char="•"/>
            </a:pPr>
            <a:r>
              <a:rPr lang="en-US" sz="2800" dirty="0">
                <a:latin typeface="Calibir"/>
              </a:rPr>
              <a:t>Remove duplicate records </a:t>
            </a:r>
          </a:p>
          <a:p>
            <a:pPr marL="914400" lvl="1" indent="-457200">
              <a:lnSpc>
                <a:spcPct val="150000"/>
              </a:lnSpc>
              <a:buFont typeface="Arial" panose="020B0604020202020204" pitchFamily="34" charset="0"/>
              <a:buChar char="•"/>
            </a:pPr>
            <a:r>
              <a:rPr lang="en-US" sz="2800" dirty="0">
                <a:latin typeface="Calibir"/>
              </a:rPr>
              <a:t>Real-time syncing </a:t>
            </a:r>
          </a:p>
          <a:p>
            <a:pPr>
              <a:lnSpc>
                <a:spcPct val="150000"/>
              </a:lnSpc>
            </a:pPr>
            <a:r>
              <a:rPr lang="en-US" sz="2800" b="1" dirty="0">
                <a:latin typeface="Calibir"/>
              </a:rPr>
              <a:t>3. Backup &amp; Recovery</a:t>
            </a:r>
          </a:p>
          <a:p>
            <a:pPr marL="914400" lvl="1" indent="-457200">
              <a:lnSpc>
                <a:spcPct val="150000"/>
              </a:lnSpc>
              <a:buFont typeface="Arial" panose="020B0604020202020204" pitchFamily="34" charset="0"/>
              <a:buChar char="•"/>
            </a:pPr>
            <a:r>
              <a:rPr lang="en-US" sz="2800" dirty="0">
                <a:latin typeface="Calibir"/>
              </a:rPr>
              <a:t>Automated backups </a:t>
            </a:r>
          </a:p>
          <a:p>
            <a:pPr marL="914400" lvl="1" indent="-457200">
              <a:lnSpc>
                <a:spcPct val="150000"/>
              </a:lnSpc>
              <a:buFont typeface="Arial" panose="020B0604020202020204" pitchFamily="34" charset="0"/>
              <a:buChar char="•"/>
            </a:pPr>
            <a:r>
              <a:rPr lang="en-US" sz="2800" dirty="0">
                <a:latin typeface="Calibir"/>
              </a:rPr>
              <a:t>Recovery testing </a:t>
            </a:r>
          </a:p>
          <a:p>
            <a:pPr marL="914400" lvl="1" indent="-457200">
              <a:lnSpc>
                <a:spcPct val="150000"/>
              </a:lnSpc>
              <a:buFont typeface="Arial" panose="020B0604020202020204" pitchFamily="34" charset="0"/>
              <a:buChar char="•"/>
            </a:pPr>
            <a:r>
              <a:rPr lang="en-US" sz="2800" dirty="0">
                <a:latin typeface="Calibir"/>
              </a:rPr>
              <a:t>Disaster recovery plan</a:t>
            </a:r>
          </a:p>
        </p:txBody>
      </p:sp>
    </p:spTree>
    <p:extLst>
      <p:ext uri="{BB962C8B-B14F-4D97-AF65-F5344CB8AC3E}">
        <p14:creationId xmlns:p14="http://schemas.microsoft.com/office/powerpoint/2010/main" val="23367747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5703D754-1EED-FF7A-1CC2-D5AF17722F2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8A48AAC-F852-1131-1EFF-D21EC9F73133}"/>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BD751FC8-A13C-76CA-314C-7BC6E2B4FDDC}"/>
              </a:ext>
            </a:extLst>
          </p:cNvPr>
          <p:cNvSpPr>
            <a:spLocks noGrp="1"/>
          </p:cNvSpPr>
          <p:nvPr>
            <p:ph type="sldNum" sz="quarter" idx="4"/>
          </p:nvPr>
        </p:nvSpPr>
        <p:spPr/>
        <p:txBody>
          <a:bodyPr/>
          <a:lstStyle/>
          <a:p>
            <a:fld id="{16A89BA3-132D-40E1-AAB4-CDCD0A14C216}" type="slidenum">
              <a:rPr lang="en-AU" smtClean="0"/>
              <a:pPr/>
              <a:t>36</a:t>
            </a:fld>
            <a:r>
              <a:rPr lang="en-AU"/>
              <a:t>  |</a:t>
            </a:r>
            <a:endParaRPr lang="en-AU" dirty="0"/>
          </a:p>
        </p:txBody>
      </p:sp>
      <p:sp>
        <p:nvSpPr>
          <p:cNvPr id="2" name="Text Placeholder 3">
            <a:extLst>
              <a:ext uri="{FF2B5EF4-FFF2-40B4-BE49-F238E27FC236}">
                <a16:creationId xmlns:a16="http://schemas.microsoft.com/office/drawing/2014/main" id="{81E144C9-3DBD-D4D0-59A2-8D38929767DC}"/>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4647C1CE-3645-5F81-0C3E-0700B5FBF24F}"/>
              </a:ext>
            </a:extLst>
          </p:cNvPr>
          <p:cNvSpPr txBox="1"/>
          <p:nvPr/>
        </p:nvSpPr>
        <p:spPr>
          <a:xfrm>
            <a:off x="0" y="968058"/>
            <a:ext cx="9144000" cy="3903504"/>
          </a:xfrm>
          <a:prstGeom prst="rect">
            <a:avLst/>
          </a:prstGeom>
          <a:noFill/>
        </p:spPr>
        <p:txBody>
          <a:bodyPr wrap="square">
            <a:spAutoFit/>
          </a:bodyPr>
          <a:lstStyle/>
          <a:p>
            <a:pPr>
              <a:lnSpc>
                <a:spcPct val="150000"/>
              </a:lnSpc>
            </a:pPr>
            <a:r>
              <a:rPr lang="en-US" sz="2800" b="1" dirty="0">
                <a:latin typeface="Calibir"/>
              </a:rPr>
              <a:t>Helpful Hint</a:t>
            </a:r>
          </a:p>
          <a:p>
            <a:pPr>
              <a:lnSpc>
                <a:spcPct val="150000"/>
              </a:lnSpc>
            </a:pPr>
            <a:r>
              <a:rPr lang="en-US" sz="2800" dirty="0">
                <a:latin typeface="Calibir"/>
              </a:rPr>
              <a:t>Use priority order:</a:t>
            </a:r>
          </a:p>
          <a:p>
            <a:pPr marL="971550" lvl="1" indent="-514350">
              <a:lnSpc>
                <a:spcPct val="150000"/>
              </a:lnSpc>
              <a:buFont typeface="+mj-lt"/>
              <a:buAutoNum type="arabicPeriod"/>
            </a:pPr>
            <a:r>
              <a:rPr lang="en-US" sz="2800" dirty="0">
                <a:latin typeface="Calibir"/>
              </a:rPr>
              <a:t>Immediate </a:t>
            </a:r>
          </a:p>
          <a:p>
            <a:pPr marL="971550" lvl="1" indent="-514350">
              <a:lnSpc>
                <a:spcPct val="150000"/>
              </a:lnSpc>
              <a:buFont typeface="+mj-lt"/>
              <a:buAutoNum type="arabicPeriod"/>
            </a:pPr>
            <a:r>
              <a:rPr lang="en-US" sz="2800" dirty="0">
                <a:latin typeface="Calibir"/>
              </a:rPr>
              <a:t>Short-term </a:t>
            </a:r>
          </a:p>
          <a:p>
            <a:pPr marL="971550" lvl="1" indent="-514350">
              <a:lnSpc>
                <a:spcPct val="150000"/>
              </a:lnSpc>
              <a:buFont typeface="+mj-lt"/>
              <a:buAutoNum type="arabicPeriod"/>
            </a:pPr>
            <a:r>
              <a:rPr lang="en-US" sz="2800" dirty="0">
                <a:latin typeface="Calibir"/>
              </a:rPr>
              <a:t>Long-term </a:t>
            </a:r>
          </a:p>
          <a:p>
            <a:pPr>
              <a:lnSpc>
                <a:spcPct val="150000"/>
              </a:lnSpc>
            </a:pPr>
            <a:r>
              <a:rPr lang="en-US" sz="2800" dirty="0">
                <a:latin typeface="Calibir"/>
              </a:rPr>
              <a:t>This looks professional.</a:t>
            </a:r>
          </a:p>
        </p:txBody>
      </p:sp>
    </p:spTree>
    <p:extLst>
      <p:ext uri="{BB962C8B-B14F-4D97-AF65-F5344CB8AC3E}">
        <p14:creationId xmlns:p14="http://schemas.microsoft.com/office/powerpoint/2010/main" val="7326607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67659FAC-4347-6133-B9BC-4FA486B36F7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6BF8FB8-A9CE-0E40-ED65-8259439AB0C4}"/>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D3A0E3B6-4A20-986C-57B4-0B485900F587}"/>
              </a:ext>
            </a:extLst>
          </p:cNvPr>
          <p:cNvSpPr>
            <a:spLocks noGrp="1"/>
          </p:cNvSpPr>
          <p:nvPr>
            <p:ph type="sldNum" sz="quarter" idx="4"/>
          </p:nvPr>
        </p:nvSpPr>
        <p:spPr/>
        <p:txBody>
          <a:bodyPr/>
          <a:lstStyle/>
          <a:p>
            <a:fld id="{16A89BA3-132D-40E1-AAB4-CDCD0A14C216}" type="slidenum">
              <a:rPr lang="en-AU" smtClean="0"/>
              <a:pPr/>
              <a:t>37</a:t>
            </a:fld>
            <a:r>
              <a:rPr lang="en-AU"/>
              <a:t>  |</a:t>
            </a:r>
            <a:endParaRPr lang="en-AU" dirty="0"/>
          </a:p>
        </p:txBody>
      </p:sp>
      <p:sp>
        <p:nvSpPr>
          <p:cNvPr id="2" name="Text Placeholder 3">
            <a:extLst>
              <a:ext uri="{FF2B5EF4-FFF2-40B4-BE49-F238E27FC236}">
                <a16:creationId xmlns:a16="http://schemas.microsoft.com/office/drawing/2014/main" id="{F1A95150-D578-56D3-3A04-9BA4D43E6455}"/>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8BF84882-AB37-91F3-A942-77AA877544DF}"/>
              </a:ext>
            </a:extLst>
          </p:cNvPr>
          <p:cNvSpPr txBox="1"/>
          <p:nvPr/>
        </p:nvSpPr>
        <p:spPr>
          <a:xfrm>
            <a:off x="0" y="917259"/>
            <a:ext cx="9144000" cy="5842497"/>
          </a:xfrm>
          <a:prstGeom prst="rect">
            <a:avLst/>
          </a:prstGeom>
          <a:noFill/>
        </p:spPr>
        <p:txBody>
          <a:bodyPr wrap="square">
            <a:spAutoFit/>
          </a:bodyPr>
          <a:lstStyle/>
          <a:p>
            <a:pPr>
              <a:lnSpc>
                <a:spcPct val="150000"/>
              </a:lnSpc>
            </a:pPr>
            <a:r>
              <a:rPr lang="en-AU" sz="2800" b="1" dirty="0">
                <a:latin typeface="Calibir"/>
              </a:rPr>
              <a:t>Step 3 — Add References</a:t>
            </a:r>
          </a:p>
          <a:p>
            <a:pPr>
              <a:lnSpc>
                <a:spcPct val="150000"/>
              </a:lnSpc>
            </a:pPr>
            <a:r>
              <a:rPr lang="en-AU" sz="2800" b="1" dirty="0">
                <a:latin typeface="Calibir"/>
              </a:rPr>
              <a:t>Requirement</a:t>
            </a:r>
          </a:p>
          <a:p>
            <a:pPr>
              <a:lnSpc>
                <a:spcPct val="150000"/>
              </a:lnSpc>
            </a:pPr>
            <a:r>
              <a:rPr lang="en-AU" sz="2800" dirty="0">
                <a:latin typeface="Calibir"/>
              </a:rPr>
              <a:t>Use at least:</a:t>
            </a:r>
          </a:p>
          <a:p>
            <a:pPr marL="457200" indent="-457200">
              <a:lnSpc>
                <a:spcPct val="150000"/>
              </a:lnSpc>
              <a:buFont typeface="Arial" panose="020B0604020202020204" pitchFamily="34" charset="0"/>
              <a:buChar char="•"/>
            </a:pPr>
            <a:r>
              <a:rPr lang="en-AU" sz="2800" dirty="0">
                <a:latin typeface="Calibir"/>
              </a:rPr>
              <a:t>	5 academic sources </a:t>
            </a:r>
          </a:p>
          <a:p>
            <a:pPr>
              <a:lnSpc>
                <a:spcPct val="150000"/>
              </a:lnSpc>
            </a:pPr>
            <a:r>
              <a:rPr lang="en-AU" sz="2800" b="1" dirty="0">
                <a:latin typeface="Calibir"/>
              </a:rPr>
              <a:t>You Can Use</a:t>
            </a:r>
          </a:p>
          <a:p>
            <a:pPr marL="914400" lvl="1" indent="-457200">
              <a:lnSpc>
                <a:spcPct val="150000"/>
              </a:lnSpc>
              <a:buFont typeface="Arial" panose="020B0604020202020204" pitchFamily="34" charset="0"/>
              <a:buChar char="•"/>
            </a:pPr>
            <a:r>
              <a:rPr lang="en-AU" sz="2800" dirty="0">
                <a:latin typeface="Calibir"/>
              </a:rPr>
              <a:t>Journal articles </a:t>
            </a:r>
          </a:p>
          <a:p>
            <a:pPr marL="914400" lvl="1" indent="-457200">
              <a:lnSpc>
                <a:spcPct val="150000"/>
              </a:lnSpc>
              <a:buFont typeface="Arial" panose="020B0604020202020204" pitchFamily="34" charset="0"/>
              <a:buChar char="•"/>
            </a:pPr>
            <a:r>
              <a:rPr lang="en-AU" sz="2800" dirty="0">
                <a:latin typeface="Calibir"/>
              </a:rPr>
              <a:t>Textbooks </a:t>
            </a:r>
          </a:p>
          <a:p>
            <a:pPr marL="914400" lvl="1" indent="-457200">
              <a:lnSpc>
                <a:spcPct val="150000"/>
              </a:lnSpc>
              <a:buFont typeface="Arial" panose="020B0604020202020204" pitchFamily="34" charset="0"/>
              <a:buChar char="•"/>
            </a:pPr>
            <a:r>
              <a:rPr lang="en-AU" sz="2800" dirty="0">
                <a:latin typeface="Calibir"/>
              </a:rPr>
              <a:t>Microsoft Azure documentation </a:t>
            </a:r>
          </a:p>
          <a:p>
            <a:pPr marL="914400" lvl="1" indent="-457200">
              <a:lnSpc>
                <a:spcPct val="150000"/>
              </a:lnSpc>
              <a:buFont typeface="Arial" panose="020B0604020202020204" pitchFamily="34" charset="0"/>
              <a:buChar char="•"/>
            </a:pPr>
            <a:r>
              <a:rPr lang="en-AU" sz="2800" dirty="0">
                <a:latin typeface="Calibir"/>
              </a:rPr>
              <a:t>Australian Privacy Principles website</a:t>
            </a:r>
          </a:p>
        </p:txBody>
      </p:sp>
    </p:spTree>
    <p:extLst>
      <p:ext uri="{BB962C8B-B14F-4D97-AF65-F5344CB8AC3E}">
        <p14:creationId xmlns:p14="http://schemas.microsoft.com/office/powerpoint/2010/main" val="42405965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11DECC7A-9127-0D4A-ACB3-F43D9414FE8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74A9910-40A8-AEC5-04E3-2D331309E3C9}"/>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C4A7607D-50CE-F1B7-2797-C4E5F7FF8B17}"/>
              </a:ext>
            </a:extLst>
          </p:cNvPr>
          <p:cNvSpPr>
            <a:spLocks noGrp="1"/>
          </p:cNvSpPr>
          <p:nvPr>
            <p:ph type="sldNum" sz="quarter" idx="4"/>
          </p:nvPr>
        </p:nvSpPr>
        <p:spPr/>
        <p:txBody>
          <a:bodyPr/>
          <a:lstStyle/>
          <a:p>
            <a:fld id="{16A89BA3-132D-40E1-AAB4-CDCD0A14C216}" type="slidenum">
              <a:rPr lang="en-AU" smtClean="0"/>
              <a:pPr/>
              <a:t>38</a:t>
            </a:fld>
            <a:r>
              <a:rPr lang="en-AU"/>
              <a:t>  |</a:t>
            </a:r>
            <a:endParaRPr lang="en-AU" dirty="0"/>
          </a:p>
        </p:txBody>
      </p:sp>
      <p:sp>
        <p:nvSpPr>
          <p:cNvPr id="2" name="Text Placeholder 3">
            <a:extLst>
              <a:ext uri="{FF2B5EF4-FFF2-40B4-BE49-F238E27FC236}">
                <a16:creationId xmlns:a16="http://schemas.microsoft.com/office/drawing/2014/main" id="{81465680-6786-FBC9-D59F-C3F152B5D443}"/>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6575CDD-017B-9701-460A-0D7B6C316738}"/>
              </a:ext>
            </a:extLst>
          </p:cNvPr>
          <p:cNvSpPr txBox="1"/>
          <p:nvPr/>
        </p:nvSpPr>
        <p:spPr>
          <a:xfrm>
            <a:off x="0" y="917259"/>
            <a:ext cx="9144000" cy="2610843"/>
          </a:xfrm>
          <a:prstGeom prst="rect">
            <a:avLst/>
          </a:prstGeom>
          <a:noFill/>
        </p:spPr>
        <p:txBody>
          <a:bodyPr wrap="square">
            <a:spAutoFit/>
          </a:bodyPr>
          <a:lstStyle/>
          <a:p>
            <a:pPr>
              <a:lnSpc>
                <a:spcPct val="150000"/>
              </a:lnSpc>
            </a:pPr>
            <a:r>
              <a:rPr lang="en-AU" sz="2800" b="1" dirty="0">
                <a:latin typeface="Calibir"/>
              </a:rPr>
              <a:t>Avoid</a:t>
            </a:r>
          </a:p>
          <a:p>
            <a:pPr marL="914400" lvl="1" indent="-457200">
              <a:lnSpc>
                <a:spcPct val="150000"/>
              </a:lnSpc>
              <a:buFont typeface="Arial" panose="020B0604020202020204" pitchFamily="34" charset="0"/>
              <a:buChar char="•"/>
            </a:pPr>
            <a:r>
              <a:rPr lang="en-AU" sz="2800" dirty="0">
                <a:latin typeface="Calibir"/>
              </a:rPr>
              <a:t>Wikipedia </a:t>
            </a:r>
          </a:p>
          <a:p>
            <a:pPr marL="914400" lvl="1" indent="-457200">
              <a:lnSpc>
                <a:spcPct val="150000"/>
              </a:lnSpc>
              <a:buFont typeface="Arial" panose="020B0604020202020204" pitchFamily="34" charset="0"/>
              <a:buChar char="•"/>
            </a:pPr>
            <a:r>
              <a:rPr lang="en-AU" sz="2800" dirty="0">
                <a:latin typeface="Calibir"/>
              </a:rPr>
              <a:t>Random blogs </a:t>
            </a:r>
          </a:p>
          <a:p>
            <a:pPr marL="914400" lvl="1" indent="-457200">
              <a:lnSpc>
                <a:spcPct val="150000"/>
              </a:lnSpc>
              <a:buFont typeface="Arial" panose="020B0604020202020204" pitchFamily="34" charset="0"/>
              <a:buChar char="•"/>
            </a:pPr>
            <a:r>
              <a:rPr lang="en-AU" sz="2800" dirty="0">
                <a:latin typeface="Calibir"/>
              </a:rPr>
              <a:t>Unreliable websites</a:t>
            </a:r>
          </a:p>
        </p:txBody>
      </p:sp>
    </p:spTree>
    <p:extLst>
      <p:ext uri="{BB962C8B-B14F-4D97-AF65-F5344CB8AC3E}">
        <p14:creationId xmlns:p14="http://schemas.microsoft.com/office/powerpoint/2010/main" val="38259440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1710CEA2-5DCC-D808-1BA1-4A0D2D1D5ED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D546994-7E93-6413-48F3-3000DFFDADA0}"/>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357393B5-60FD-83F4-AB01-BEB3FC3948D0}"/>
              </a:ext>
            </a:extLst>
          </p:cNvPr>
          <p:cNvSpPr>
            <a:spLocks noGrp="1"/>
          </p:cNvSpPr>
          <p:nvPr>
            <p:ph type="sldNum" sz="quarter" idx="4"/>
          </p:nvPr>
        </p:nvSpPr>
        <p:spPr/>
        <p:txBody>
          <a:bodyPr/>
          <a:lstStyle/>
          <a:p>
            <a:fld id="{16A89BA3-132D-40E1-AAB4-CDCD0A14C216}" type="slidenum">
              <a:rPr lang="en-AU" smtClean="0"/>
              <a:pPr/>
              <a:t>39</a:t>
            </a:fld>
            <a:r>
              <a:rPr lang="en-AU"/>
              <a:t>  |</a:t>
            </a:r>
            <a:endParaRPr lang="en-AU" dirty="0"/>
          </a:p>
        </p:txBody>
      </p:sp>
      <p:sp>
        <p:nvSpPr>
          <p:cNvPr id="2" name="Text Placeholder 3">
            <a:extLst>
              <a:ext uri="{FF2B5EF4-FFF2-40B4-BE49-F238E27FC236}">
                <a16:creationId xmlns:a16="http://schemas.microsoft.com/office/drawing/2014/main" id="{FF1B42FE-2353-4CA7-E167-89A95250EA96}"/>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7C40C0A2-0677-96DC-B48D-86E59C79F4B6}"/>
              </a:ext>
            </a:extLst>
          </p:cNvPr>
          <p:cNvSpPr txBox="1"/>
          <p:nvPr/>
        </p:nvSpPr>
        <p:spPr>
          <a:xfrm>
            <a:off x="0" y="917259"/>
            <a:ext cx="9144000" cy="5196166"/>
          </a:xfrm>
          <a:prstGeom prst="rect">
            <a:avLst/>
          </a:prstGeom>
          <a:noFill/>
        </p:spPr>
        <p:txBody>
          <a:bodyPr wrap="square">
            <a:spAutoFit/>
          </a:bodyPr>
          <a:lstStyle/>
          <a:p>
            <a:pPr>
              <a:lnSpc>
                <a:spcPct val="150000"/>
              </a:lnSpc>
            </a:pPr>
            <a:r>
              <a:rPr lang="en-US" sz="2800" b="1" dirty="0">
                <a:latin typeface="Calibir"/>
              </a:rPr>
              <a:t>Step 4 — Design Good Slides</a:t>
            </a:r>
          </a:p>
          <a:p>
            <a:pPr>
              <a:lnSpc>
                <a:spcPct val="150000"/>
              </a:lnSpc>
            </a:pPr>
            <a:r>
              <a:rPr lang="en-US" sz="2800" b="1" dirty="0">
                <a:latin typeface="Calibir"/>
              </a:rPr>
              <a:t>What To Do</a:t>
            </a:r>
          </a:p>
          <a:p>
            <a:pPr>
              <a:lnSpc>
                <a:spcPct val="150000"/>
              </a:lnSpc>
            </a:pPr>
            <a:r>
              <a:rPr lang="en-US" sz="2800" dirty="0">
                <a:latin typeface="Calibir"/>
              </a:rPr>
              <a:t>Use:</a:t>
            </a:r>
          </a:p>
          <a:p>
            <a:pPr marL="914400" lvl="1" indent="-457200">
              <a:lnSpc>
                <a:spcPct val="150000"/>
              </a:lnSpc>
              <a:buFont typeface="Arial" panose="020B0604020202020204" pitchFamily="34" charset="0"/>
              <a:buChar char="•"/>
            </a:pPr>
            <a:r>
              <a:rPr lang="en-US" sz="2800" dirty="0">
                <a:latin typeface="Calibir"/>
              </a:rPr>
              <a:t>Icons </a:t>
            </a:r>
          </a:p>
          <a:p>
            <a:pPr marL="914400" lvl="1" indent="-457200">
              <a:lnSpc>
                <a:spcPct val="150000"/>
              </a:lnSpc>
              <a:buFont typeface="Arial" panose="020B0604020202020204" pitchFamily="34" charset="0"/>
              <a:buChar char="•"/>
            </a:pPr>
            <a:r>
              <a:rPr lang="en-US" sz="2800" dirty="0">
                <a:latin typeface="Calibir"/>
              </a:rPr>
              <a:t>Diagrams </a:t>
            </a:r>
          </a:p>
          <a:p>
            <a:pPr marL="914400" lvl="1" indent="-457200">
              <a:lnSpc>
                <a:spcPct val="150000"/>
              </a:lnSpc>
              <a:buFont typeface="Arial" panose="020B0604020202020204" pitchFamily="34" charset="0"/>
              <a:buChar char="•"/>
            </a:pPr>
            <a:r>
              <a:rPr lang="en-US" sz="2800" dirty="0">
                <a:latin typeface="Calibir"/>
              </a:rPr>
              <a:t>Tables </a:t>
            </a:r>
          </a:p>
          <a:p>
            <a:pPr marL="914400" lvl="1" indent="-457200">
              <a:lnSpc>
                <a:spcPct val="150000"/>
              </a:lnSpc>
              <a:buFont typeface="Arial" panose="020B0604020202020204" pitchFamily="34" charset="0"/>
              <a:buChar char="•"/>
            </a:pPr>
            <a:r>
              <a:rPr lang="en-US" sz="2800" dirty="0">
                <a:latin typeface="Calibir"/>
              </a:rPr>
              <a:t>Flowcharts </a:t>
            </a:r>
          </a:p>
          <a:p>
            <a:pPr marL="914400" lvl="1" indent="-457200">
              <a:lnSpc>
                <a:spcPct val="150000"/>
              </a:lnSpc>
              <a:buFont typeface="Arial" panose="020B0604020202020204" pitchFamily="34" charset="0"/>
              <a:buChar char="•"/>
            </a:pPr>
            <a:r>
              <a:rPr lang="en-US" sz="2800" dirty="0">
                <a:latin typeface="Calibir"/>
              </a:rPr>
              <a:t>Short bullet points</a:t>
            </a:r>
          </a:p>
        </p:txBody>
      </p:sp>
    </p:spTree>
    <p:extLst>
      <p:ext uri="{BB962C8B-B14F-4D97-AF65-F5344CB8AC3E}">
        <p14:creationId xmlns:p14="http://schemas.microsoft.com/office/powerpoint/2010/main" val="6106483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4440C2DC-1F52-3CD9-1C63-917F563810C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4005B94-DA42-DFC1-1402-93054568A4C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33DFC1DD-135C-EBB6-A0D0-39ACC7DBE590}"/>
              </a:ext>
            </a:extLst>
          </p:cNvPr>
          <p:cNvSpPr>
            <a:spLocks noGrp="1"/>
          </p:cNvSpPr>
          <p:nvPr>
            <p:ph type="sldNum" sz="quarter" idx="4"/>
          </p:nvPr>
        </p:nvSpPr>
        <p:spPr/>
        <p:txBody>
          <a:bodyPr/>
          <a:lstStyle/>
          <a:p>
            <a:fld id="{16A89BA3-132D-40E1-AAB4-CDCD0A14C216}" type="slidenum">
              <a:rPr lang="en-AU" smtClean="0"/>
              <a:pPr/>
              <a:t>40</a:t>
            </a:fld>
            <a:r>
              <a:rPr lang="en-AU"/>
              <a:t>  |</a:t>
            </a:r>
            <a:endParaRPr lang="en-AU" dirty="0"/>
          </a:p>
        </p:txBody>
      </p:sp>
      <p:sp>
        <p:nvSpPr>
          <p:cNvPr id="2" name="Text Placeholder 3">
            <a:extLst>
              <a:ext uri="{FF2B5EF4-FFF2-40B4-BE49-F238E27FC236}">
                <a16:creationId xmlns:a16="http://schemas.microsoft.com/office/drawing/2014/main" id="{9F87F9FB-A8DB-0272-7207-3A55656AA106}"/>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B7E5E758-FD27-778F-7612-5E925D48900D}"/>
              </a:ext>
            </a:extLst>
          </p:cNvPr>
          <p:cNvSpPr txBox="1"/>
          <p:nvPr/>
        </p:nvSpPr>
        <p:spPr>
          <a:xfrm>
            <a:off x="0" y="917259"/>
            <a:ext cx="9144000" cy="1961627"/>
          </a:xfrm>
          <a:prstGeom prst="rect">
            <a:avLst/>
          </a:prstGeom>
          <a:noFill/>
        </p:spPr>
        <p:txBody>
          <a:bodyPr wrap="square">
            <a:spAutoFit/>
          </a:bodyPr>
          <a:lstStyle/>
          <a:p>
            <a:pPr>
              <a:lnSpc>
                <a:spcPct val="150000"/>
              </a:lnSpc>
            </a:pPr>
            <a:r>
              <a:rPr lang="en-US" sz="2800" dirty="0">
                <a:latin typeface="Calibir"/>
              </a:rPr>
              <a:t>- Keep slides clean</a:t>
            </a:r>
          </a:p>
          <a:p>
            <a:pPr>
              <a:lnSpc>
                <a:spcPct val="150000"/>
              </a:lnSpc>
            </a:pPr>
            <a:r>
              <a:rPr lang="en-US" sz="2800" dirty="0">
                <a:latin typeface="Calibir"/>
              </a:rPr>
              <a:t>- Use large readable font</a:t>
            </a:r>
          </a:p>
          <a:p>
            <a:pPr>
              <a:lnSpc>
                <a:spcPct val="150000"/>
              </a:lnSpc>
            </a:pPr>
            <a:r>
              <a:rPr lang="en-US" sz="2800" dirty="0">
                <a:latin typeface="Calibir"/>
              </a:rPr>
              <a:t>- Use professional </a:t>
            </a:r>
            <a:r>
              <a:rPr lang="en-US" sz="2800" dirty="0" err="1">
                <a:latin typeface="Calibir"/>
              </a:rPr>
              <a:t>colours</a:t>
            </a:r>
            <a:endParaRPr lang="en-US" sz="2800" dirty="0">
              <a:latin typeface="Calibir"/>
            </a:endParaRPr>
          </a:p>
        </p:txBody>
      </p:sp>
    </p:spTree>
    <p:extLst>
      <p:ext uri="{BB962C8B-B14F-4D97-AF65-F5344CB8AC3E}">
        <p14:creationId xmlns:p14="http://schemas.microsoft.com/office/powerpoint/2010/main" val="2138286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28E4AED5-84C2-8F0A-5F77-DF8BF37737A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EFA0CB1-C35E-A99F-7C93-0FFAFA2C1B2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D7BCA23E-3F30-C64D-A463-66510B803C06}"/>
              </a:ext>
            </a:extLst>
          </p:cNvPr>
          <p:cNvSpPr>
            <a:spLocks noGrp="1"/>
          </p:cNvSpPr>
          <p:nvPr>
            <p:ph type="sldNum" sz="quarter" idx="4"/>
          </p:nvPr>
        </p:nvSpPr>
        <p:spPr/>
        <p:txBody>
          <a:bodyPr/>
          <a:lstStyle/>
          <a:p>
            <a:fld id="{16A89BA3-132D-40E1-AAB4-CDCD0A14C216}" type="slidenum">
              <a:rPr lang="en-AU" smtClean="0"/>
              <a:pPr/>
              <a:t>41</a:t>
            </a:fld>
            <a:r>
              <a:rPr lang="en-AU"/>
              <a:t>  |</a:t>
            </a:r>
            <a:endParaRPr lang="en-AU" dirty="0"/>
          </a:p>
        </p:txBody>
      </p:sp>
      <p:sp>
        <p:nvSpPr>
          <p:cNvPr id="2" name="Text Placeholder 3">
            <a:extLst>
              <a:ext uri="{FF2B5EF4-FFF2-40B4-BE49-F238E27FC236}">
                <a16:creationId xmlns:a16="http://schemas.microsoft.com/office/drawing/2014/main" id="{1B411029-BF83-6DB1-4F3E-5672AED7F2A0}"/>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EC09B53A-6776-21E1-C760-37983EB8A102}"/>
              </a:ext>
            </a:extLst>
          </p:cNvPr>
          <p:cNvSpPr txBox="1"/>
          <p:nvPr/>
        </p:nvSpPr>
        <p:spPr>
          <a:xfrm>
            <a:off x="0" y="917259"/>
            <a:ext cx="9144000" cy="5193281"/>
          </a:xfrm>
          <a:prstGeom prst="rect">
            <a:avLst/>
          </a:prstGeom>
          <a:noFill/>
        </p:spPr>
        <p:txBody>
          <a:bodyPr wrap="square">
            <a:spAutoFit/>
          </a:bodyPr>
          <a:lstStyle/>
          <a:p>
            <a:pPr>
              <a:lnSpc>
                <a:spcPct val="150000"/>
              </a:lnSpc>
            </a:pPr>
            <a:r>
              <a:rPr lang="en-US" sz="2800" b="1" dirty="0">
                <a:latin typeface="Calibir"/>
              </a:rPr>
              <a:t>What NOT To Do</a:t>
            </a:r>
          </a:p>
          <a:p>
            <a:pPr>
              <a:lnSpc>
                <a:spcPct val="150000"/>
              </a:lnSpc>
            </a:pPr>
            <a:r>
              <a:rPr lang="en-US" sz="2800" dirty="0">
                <a:latin typeface="Calibir"/>
              </a:rPr>
              <a:t>- Do not copy large paragraphs</a:t>
            </a:r>
          </a:p>
          <a:p>
            <a:pPr>
              <a:lnSpc>
                <a:spcPct val="150000"/>
              </a:lnSpc>
            </a:pPr>
            <a:r>
              <a:rPr lang="en-US" sz="2800" dirty="0">
                <a:latin typeface="Calibir"/>
              </a:rPr>
              <a:t>- Do not overcrowd slides</a:t>
            </a:r>
          </a:p>
          <a:p>
            <a:pPr>
              <a:lnSpc>
                <a:spcPct val="150000"/>
              </a:lnSpc>
            </a:pPr>
            <a:r>
              <a:rPr lang="en-US" sz="2800" dirty="0">
                <a:latin typeface="Calibir"/>
              </a:rPr>
              <a:t>- Do not read directly from slides</a:t>
            </a:r>
          </a:p>
          <a:p>
            <a:pPr>
              <a:lnSpc>
                <a:spcPct val="150000"/>
              </a:lnSpc>
            </a:pPr>
            <a:r>
              <a:rPr lang="en-US" sz="2800" dirty="0">
                <a:latin typeface="Calibir"/>
              </a:rPr>
              <a:t>- Do not use tiny text</a:t>
            </a:r>
          </a:p>
          <a:p>
            <a:pPr>
              <a:lnSpc>
                <a:spcPct val="150000"/>
              </a:lnSpc>
            </a:pPr>
            <a:r>
              <a:rPr lang="en-US" sz="2800" dirty="0">
                <a:latin typeface="Calibir"/>
              </a:rPr>
              <a:t>- Do not exceed 5 minutes</a:t>
            </a:r>
          </a:p>
          <a:p>
            <a:pPr>
              <a:lnSpc>
                <a:spcPct val="150000"/>
              </a:lnSpc>
            </a:pPr>
            <a:r>
              <a:rPr lang="en-US" sz="2800" dirty="0">
                <a:latin typeface="Calibir"/>
              </a:rPr>
              <a:t>- Do not forget references</a:t>
            </a:r>
          </a:p>
          <a:p>
            <a:pPr>
              <a:lnSpc>
                <a:spcPct val="150000"/>
              </a:lnSpc>
            </a:pPr>
            <a:r>
              <a:rPr lang="en-US" sz="2800" dirty="0">
                <a:latin typeface="Calibir"/>
              </a:rPr>
              <a:t>- Do not submit PPT instead of MP4</a:t>
            </a:r>
          </a:p>
        </p:txBody>
      </p:sp>
    </p:spTree>
    <p:extLst>
      <p:ext uri="{BB962C8B-B14F-4D97-AF65-F5344CB8AC3E}">
        <p14:creationId xmlns:p14="http://schemas.microsoft.com/office/powerpoint/2010/main" val="3348990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0033D43-9153-2FCC-D9B9-E1B0B70FA5F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A60D369-C619-458B-74F2-3A93DB1DD205}"/>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60C79031-EB40-F126-9FB5-901880F240E7}"/>
              </a:ext>
            </a:extLst>
          </p:cNvPr>
          <p:cNvSpPr>
            <a:spLocks noGrp="1"/>
          </p:cNvSpPr>
          <p:nvPr>
            <p:ph type="sldNum" sz="quarter" idx="4"/>
          </p:nvPr>
        </p:nvSpPr>
        <p:spPr/>
        <p:txBody>
          <a:bodyPr/>
          <a:lstStyle/>
          <a:p>
            <a:fld id="{16A89BA3-132D-40E1-AAB4-CDCD0A14C216}" type="slidenum">
              <a:rPr lang="en-AU" smtClean="0"/>
              <a:pPr/>
              <a:t>42</a:t>
            </a:fld>
            <a:r>
              <a:rPr lang="en-AU"/>
              <a:t>  |</a:t>
            </a:r>
            <a:endParaRPr lang="en-AU" dirty="0"/>
          </a:p>
        </p:txBody>
      </p:sp>
      <p:sp>
        <p:nvSpPr>
          <p:cNvPr id="2" name="Text Placeholder 3">
            <a:extLst>
              <a:ext uri="{FF2B5EF4-FFF2-40B4-BE49-F238E27FC236}">
                <a16:creationId xmlns:a16="http://schemas.microsoft.com/office/drawing/2014/main" id="{6D50F9BE-9C71-2B27-C1C5-32805A2F932B}"/>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E334C575-8F4D-62B7-1005-E62C0D827977}"/>
              </a:ext>
            </a:extLst>
          </p:cNvPr>
          <p:cNvSpPr txBox="1"/>
          <p:nvPr/>
        </p:nvSpPr>
        <p:spPr>
          <a:xfrm>
            <a:off x="0" y="917259"/>
            <a:ext cx="9144000" cy="4549835"/>
          </a:xfrm>
          <a:prstGeom prst="rect">
            <a:avLst/>
          </a:prstGeom>
          <a:noFill/>
        </p:spPr>
        <p:txBody>
          <a:bodyPr wrap="square">
            <a:spAutoFit/>
          </a:bodyPr>
          <a:lstStyle/>
          <a:p>
            <a:pPr>
              <a:lnSpc>
                <a:spcPct val="150000"/>
              </a:lnSpc>
            </a:pPr>
            <a:r>
              <a:rPr lang="en-US" sz="2800" b="1" dirty="0">
                <a:latin typeface="Calibir"/>
              </a:rPr>
              <a:t>Step 5 — Record Your Presentation</a:t>
            </a:r>
          </a:p>
          <a:p>
            <a:pPr>
              <a:lnSpc>
                <a:spcPct val="150000"/>
              </a:lnSpc>
            </a:pPr>
            <a:r>
              <a:rPr lang="en-US" sz="2800" b="1" dirty="0">
                <a:latin typeface="Calibir"/>
              </a:rPr>
              <a:t>In PowerPoint</a:t>
            </a:r>
          </a:p>
          <a:p>
            <a:pPr>
              <a:lnSpc>
                <a:spcPct val="150000"/>
              </a:lnSpc>
            </a:pPr>
            <a:r>
              <a:rPr lang="en-US" sz="2800" dirty="0">
                <a:latin typeface="Calibir"/>
              </a:rPr>
              <a:t>Go to:</a:t>
            </a:r>
          </a:p>
          <a:p>
            <a:pPr>
              <a:lnSpc>
                <a:spcPct val="150000"/>
              </a:lnSpc>
            </a:pPr>
            <a:r>
              <a:rPr lang="en-US" sz="2800" b="1" dirty="0">
                <a:latin typeface="Calibir"/>
              </a:rPr>
              <a:t>Slide Show</a:t>
            </a:r>
          </a:p>
          <a:p>
            <a:pPr>
              <a:lnSpc>
                <a:spcPct val="150000"/>
              </a:lnSpc>
            </a:pPr>
            <a:r>
              <a:rPr lang="en-US" sz="2800" dirty="0">
                <a:latin typeface="Calibir"/>
              </a:rPr>
              <a:t>→ Record Slide Show</a:t>
            </a:r>
            <a:br>
              <a:rPr lang="en-US" sz="2800" dirty="0">
                <a:latin typeface="Calibir"/>
              </a:rPr>
            </a:br>
            <a:r>
              <a:rPr lang="en-US" sz="2800" dirty="0">
                <a:latin typeface="Calibir"/>
              </a:rPr>
              <a:t>→ Record from Beginning</a:t>
            </a:r>
          </a:p>
          <a:p>
            <a:pPr>
              <a:lnSpc>
                <a:spcPct val="150000"/>
              </a:lnSpc>
            </a:pPr>
            <a:r>
              <a:rPr lang="en-US" sz="2800" dirty="0">
                <a:latin typeface="Calibir"/>
              </a:rPr>
              <a:t>Speak clearly and confidently.</a:t>
            </a:r>
          </a:p>
        </p:txBody>
      </p:sp>
    </p:spTree>
    <p:extLst>
      <p:ext uri="{BB962C8B-B14F-4D97-AF65-F5344CB8AC3E}">
        <p14:creationId xmlns:p14="http://schemas.microsoft.com/office/powerpoint/2010/main" val="7875400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34333ECA-DB2C-1DD4-FD1D-D53C196ED73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57E14C2-9BAF-5D3E-56F9-911346CB5467}"/>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03BA46AA-2BCF-60E6-38BE-F286028CC772}"/>
              </a:ext>
            </a:extLst>
          </p:cNvPr>
          <p:cNvSpPr>
            <a:spLocks noGrp="1"/>
          </p:cNvSpPr>
          <p:nvPr>
            <p:ph type="sldNum" sz="quarter" idx="4"/>
          </p:nvPr>
        </p:nvSpPr>
        <p:spPr/>
        <p:txBody>
          <a:bodyPr/>
          <a:lstStyle/>
          <a:p>
            <a:fld id="{16A89BA3-132D-40E1-AAB4-CDCD0A14C216}" type="slidenum">
              <a:rPr lang="en-AU" smtClean="0"/>
              <a:pPr/>
              <a:t>43</a:t>
            </a:fld>
            <a:r>
              <a:rPr lang="en-AU"/>
              <a:t>  |</a:t>
            </a:r>
            <a:endParaRPr lang="en-AU" dirty="0"/>
          </a:p>
        </p:txBody>
      </p:sp>
      <p:sp>
        <p:nvSpPr>
          <p:cNvPr id="2" name="Text Placeholder 3">
            <a:extLst>
              <a:ext uri="{FF2B5EF4-FFF2-40B4-BE49-F238E27FC236}">
                <a16:creationId xmlns:a16="http://schemas.microsoft.com/office/drawing/2014/main" id="{D673A838-BA0B-C0FD-F821-AAA5D36C964F}"/>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118EE9D7-3B3D-ACAB-5874-0C293DE4C5FB}"/>
              </a:ext>
            </a:extLst>
          </p:cNvPr>
          <p:cNvSpPr txBox="1"/>
          <p:nvPr/>
        </p:nvSpPr>
        <p:spPr>
          <a:xfrm>
            <a:off x="0" y="917259"/>
            <a:ext cx="9144000" cy="4546950"/>
          </a:xfrm>
          <a:prstGeom prst="rect">
            <a:avLst/>
          </a:prstGeom>
          <a:noFill/>
        </p:spPr>
        <p:txBody>
          <a:bodyPr wrap="square">
            <a:spAutoFit/>
          </a:bodyPr>
          <a:lstStyle/>
          <a:p>
            <a:pPr>
              <a:lnSpc>
                <a:spcPct val="150000"/>
              </a:lnSpc>
            </a:pPr>
            <a:r>
              <a:rPr lang="en-US" sz="2800" b="1" dirty="0">
                <a:latin typeface="Calibir"/>
              </a:rPr>
              <a:t>Presentation Tips</a:t>
            </a:r>
          </a:p>
          <a:p>
            <a:pPr>
              <a:lnSpc>
                <a:spcPct val="150000"/>
              </a:lnSpc>
            </a:pPr>
            <a:r>
              <a:rPr lang="en-US" sz="2800" b="1" dirty="0">
                <a:latin typeface="Calibir"/>
              </a:rPr>
              <a:t>Good Presentation</a:t>
            </a:r>
          </a:p>
          <a:p>
            <a:pPr>
              <a:lnSpc>
                <a:spcPct val="150000"/>
              </a:lnSpc>
            </a:pPr>
            <a:r>
              <a:rPr lang="en-US" sz="2800" dirty="0">
                <a:latin typeface="Calibir"/>
              </a:rPr>
              <a:t>- Clear voice</a:t>
            </a:r>
          </a:p>
          <a:p>
            <a:pPr>
              <a:lnSpc>
                <a:spcPct val="150000"/>
              </a:lnSpc>
            </a:pPr>
            <a:r>
              <a:rPr lang="en-US" sz="2800" dirty="0">
                <a:latin typeface="Calibir"/>
              </a:rPr>
              <a:t>- Explain ideas simply</a:t>
            </a:r>
          </a:p>
          <a:p>
            <a:pPr>
              <a:lnSpc>
                <a:spcPct val="150000"/>
              </a:lnSpc>
            </a:pPr>
            <a:r>
              <a:rPr lang="en-US" sz="2800" dirty="0">
                <a:latin typeface="Calibir"/>
              </a:rPr>
              <a:t>- Maintain steady pace</a:t>
            </a:r>
          </a:p>
          <a:p>
            <a:pPr>
              <a:lnSpc>
                <a:spcPct val="150000"/>
              </a:lnSpc>
            </a:pPr>
            <a:r>
              <a:rPr lang="en-US" sz="2800" dirty="0">
                <a:latin typeface="Calibir"/>
              </a:rPr>
              <a:t>- Sound confident</a:t>
            </a:r>
          </a:p>
          <a:p>
            <a:pPr>
              <a:lnSpc>
                <a:spcPct val="150000"/>
              </a:lnSpc>
            </a:pPr>
            <a:r>
              <a:rPr lang="en-US" sz="2800" dirty="0">
                <a:latin typeface="Calibir"/>
              </a:rPr>
              <a:t>- Stay within 4–5 minutes</a:t>
            </a:r>
          </a:p>
        </p:txBody>
      </p:sp>
    </p:spTree>
    <p:extLst>
      <p:ext uri="{BB962C8B-B14F-4D97-AF65-F5344CB8AC3E}">
        <p14:creationId xmlns:p14="http://schemas.microsoft.com/office/powerpoint/2010/main" val="10824059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3318C617-D7E1-9DD4-FC14-6E25F07A257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F536434-5CE6-BBEF-E05A-493F58217950}"/>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DCE0B34D-C9EB-8C8F-D23D-752304465D32}"/>
              </a:ext>
            </a:extLst>
          </p:cNvPr>
          <p:cNvSpPr>
            <a:spLocks noGrp="1"/>
          </p:cNvSpPr>
          <p:nvPr>
            <p:ph type="sldNum" sz="quarter" idx="4"/>
          </p:nvPr>
        </p:nvSpPr>
        <p:spPr/>
        <p:txBody>
          <a:bodyPr/>
          <a:lstStyle/>
          <a:p>
            <a:fld id="{16A89BA3-132D-40E1-AAB4-CDCD0A14C216}" type="slidenum">
              <a:rPr lang="en-AU" smtClean="0"/>
              <a:pPr/>
              <a:t>44</a:t>
            </a:fld>
            <a:r>
              <a:rPr lang="en-AU"/>
              <a:t>  |</a:t>
            </a:r>
            <a:endParaRPr lang="en-AU" dirty="0"/>
          </a:p>
        </p:txBody>
      </p:sp>
      <p:sp>
        <p:nvSpPr>
          <p:cNvPr id="2" name="Text Placeholder 3">
            <a:extLst>
              <a:ext uri="{FF2B5EF4-FFF2-40B4-BE49-F238E27FC236}">
                <a16:creationId xmlns:a16="http://schemas.microsoft.com/office/drawing/2014/main" id="{5C6E1DB3-5DD6-A26B-5E8A-7C5A0FE7E445}"/>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26C935D-F8AC-87B3-448A-F69A521C0AD7}"/>
              </a:ext>
            </a:extLst>
          </p:cNvPr>
          <p:cNvSpPr txBox="1"/>
          <p:nvPr/>
        </p:nvSpPr>
        <p:spPr>
          <a:xfrm>
            <a:off x="0" y="917259"/>
            <a:ext cx="9144000" cy="5839612"/>
          </a:xfrm>
          <a:prstGeom prst="rect">
            <a:avLst/>
          </a:prstGeom>
          <a:noFill/>
        </p:spPr>
        <p:txBody>
          <a:bodyPr wrap="square">
            <a:spAutoFit/>
          </a:bodyPr>
          <a:lstStyle/>
          <a:p>
            <a:pPr>
              <a:lnSpc>
                <a:spcPct val="150000"/>
              </a:lnSpc>
            </a:pPr>
            <a:r>
              <a:rPr lang="en-US" sz="2800" b="1" dirty="0">
                <a:latin typeface="Calibir"/>
              </a:rPr>
              <a:t>Step 6 — Export as MP4</a:t>
            </a:r>
          </a:p>
          <a:p>
            <a:pPr>
              <a:lnSpc>
                <a:spcPct val="150000"/>
              </a:lnSpc>
            </a:pPr>
            <a:r>
              <a:rPr lang="en-US" sz="2800" dirty="0">
                <a:latin typeface="Calibir"/>
              </a:rPr>
              <a:t>Go to:</a:t>
            </a:r>
          </a:p>
          <a:p>
            <a:pPr>
              <a:lnSpc>
                <a:spcPct val="150000"/>
              </a:lnSpc>
            </a:pPr>
            <a:r>
              <a:rPr lang="en-US" sz="2800" b="1" dirty="0">
                <a:latin typeface="Calibir"/>
              </a:rPr>
              <a:t>File</a:t>
            </a:r>
          </a:p>
          <a:p>
            <a:pPr lvl="1">
              <a:lnSpc>
                <a:spcPct val="150000"/>
              </a:lnSpc>
            </a:pPr>
            <a:r>
              <a:rPr lang="en-US" sz="2800" dirty="0">
                <a:latin typeface="Calibir"/>
              </a:rPr>
              <a:t>→ Export</a:t>
            </a:r>
            <a:br>
              <a:rPr lang="en-US" sz="2800" dirty="0">
                <a:latin typeface="Calibir"/>
              </a:rPr>
            </a:br>
            <a:r>
              <a:rPr lang="en-US" sz="2800" dirty="0">
                <a:latin typeface="Calibir"/>
              </a:rPr>
              <a:t>→ Create a Video</a:t>
            </a:r>
          </a:p>
          <a:p>
            <a:pPr>
              <a:lnSpc>
                <a:spcPct val="150000"/>
              </a:lnSpc>
            </a:pPr>
            <a:r>
              <a:rPr lang="en-US" sz="2800" dirty="0">
                <a:latin typeface="Calibir"/>
              </a:rPr>
              <a:t>Use:</a:t>
            </a:r>
          </a:p>
          <a:p>
            <a:pPr marL="914400" lvl="1" indent="-457200">
              <a:lnSpc>
                <a:spcPct val="150000"/>
              </a:lnSpc>
              <a:buFont typeface="Arial" panose="020B0604020202020204" pitchFamily="34" charset="0"/>
              <a:buChar char="•"/>
            </a:pPr>
            <a:r>
              <a:rPr lang="en-US" sz="2800" dirty="0">
                <a:latin typeface="Calibir"/>
              </a:rPr>
              <a:t>Standard (480p) </a:t>
            </a:r>
          </a:p>
          <a:p>
            <a:pPr>
              <a:lnSpc>
                <a:spcPct val="150000"/>
              </a:lnSpc>
            </a:pPr>
            <a:r>
              <a:rPr lang="en-US" sz="2800" dirty="0">
                <a:latin typeface="Calibir"/>
              </a:rPr>
              <a:t>Check:</a:t>
            </a:r>
            <a:br>
              <a:rPr lang="en-US" sz="2800" dirty="0">
                <a:latin typeface="Calibir"/>
              </a:rPr>
            </a:br>
            <a:r>
              <a:rPr lang="en-US" sz="2800" dirty="0">
                <a:latin typeface="Calibir"/>
              </a:rPr>
              <a:t>“Use Recorded Timings and Narrations”</a:t>
            </a:r>
          </a:p>
        </p:txBody>
      </p:sp>
    </p:spTree>
    <p:extLst>
      <p:ext uri="{BB962C8B-B14F-4D97-AF65-F5344CB8AC3E}">
        <p14:creationId xmlns:p14="http://schemas.microsoft.com/office/powerpoint/2010/main" val="7271432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706B886B-E25A-246A-D809-71B56FA7976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1924C39-0DA7-AF91-16F7-964A765F7DA0}"/>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C7504948-7775-FF16-BEE4-C977A35EE911}"/>
              </a:ext>
            </a:extLst>
          </p:cNvPr>
          <p:cNvSpPr>
            <a:spLocks noGrp="1"/>
          </p:cNvSpPr>
          <p:nvPr>
            <p:ph type="sldNum" sz="quarter" idx="4"/>
          </p:nvPr>
        </p:nvSpPr>
        <p:spPr/>
        <p:txBody>
          <a:bodyPr/>
          <a:lstStyle/>
          <a:p>
            <a:fld id="{16A89BA3-132D-40E1-AAB4-CDCD0A14C216}" type="slidenum">
              <a:rPr lang="en-AU" smtClean="0"/>
              <a:pPr/>
              <a:t>45</a:t>
            </a:fld>
            <a:r>
              <a:rPr lang="en-AU"/>
              <a:t>  |</a:t>
            </a:r>
            <a:endParaRPr lang="en-AU" dirty="0"/>
          </a:p>
        </p:txBody>
      </p:sp>
      <p:sp>
        <p:nvSpPr>
          <p:cNvPr id="2" name="Text Placeholder 3">
            <a:extLst>
              <a:ext uri="{FF2B5EF4-FFF2-40B4-BE49-F238E27FC236}">
                <a16:creationId xmlns:a16="http://schemas.microsoft.com/office/drawing/2014/main" id="{CA53F523-DF5D-CA6C-2CFE-AFFFE868F089}"/>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76E283F-B7AC-6A48-31AC-10B1E1593182}"/>
              </a:ext>
            </a:extLst>
          </p:cNvPr>
          <p:cNvSpPr txBox="1"/>
          <p:nvPr/>
        </p:nvSpPr>
        <p:spPr>
          <a:xfrm>
            <a:off x="0" y="917259"/>
            <a:ext cx="9144000" cy="3903504"/>
          </a:xfrm>
          <a:prstGeom prst="rect">
            <a:avLst/>
          </a:prstGeom>
          <a:noFill/>
        </p:spPr>
        <p:txBody>
          <a:bodyPr wrap="square">
            <a:spAutoFit/>
          </a:bodyPr>
          <a:lstStyle/>
          <a:p>
            <a:pPr>
              <a:lnSpc>
                <a:spcPct val="150000"/>
              </a:lnSpc>
            </a:pPr>
            <a:r>
              <a:rPr lang="en-US" sz="2800" b="1" dirty="0">
                <a:latin typeface="Calibir"/>
              </a:rPr>
              <a:t>Step 7 — Submit Correct Files</a:t>
            </a:r>
          </a:p>
          <a:p>
            <a:pPr>
              <a:lnSpc>
                <a:spcPct val="150000"/>
              </a:lnSpc>
            </a:pPr>
            <a:r>
              <a:rPr lang="en-US" sz="2800" b="1" dirty="0">
                <a:latin typeface="Calibir"/>
              </a:rPr>
              <a:t>Submit:</a:t>
            </a:r>
          </a:p>
          <a:p>
            <a:pPr>
              <a:lnSpc>
                <a:spcPct val="150000"/>
              </a:lnSpc>
            </a:pPr>
            <a:r>
              <a:rPr lang="en-US" sz="2800" b="1" dirty="0">
                <a:latin typeface="Calibir"/>
              </a:rPr>
              <a:t>Part A</a:t>
            </a:r>
          </a:p>
          <a:p>
            <a:pPr marL="914400" lvl="1" indent="-457200">
              <a:lnSpc>
                <a:spcPct val="150000"/>
              </a:lnSpc>
              <a:buFont typeface="Arial" panose="020B0604020202020204" pitchFamily="34" charset="0"/>
              <a:buChar char="•"/>
            </a:pPr>
            <a:r>
              <a:rPr lang="en-US" sz="2800" dirty="0" err="1">
                <a:latin typeface="Calibir"/>
              </a:rPr>
              <a:t>OzCo</a:t>
            </a:r>
            <a:r>
              <a:rPr lang="en-US" sz="2800" dirty="0">
                <a:latin typeface="Calibir"/>
              </a:rPr>
              <a:t> database file </a:t>
            </a:r>
          </a:p>
          <a:p>
            <a:pPr>
              <a:lnSpc>
                <a:spcPct val="150000"/>
              </a:lnSpc>
            </a:pPr>
            <a:r>
              <a:rPr lang="en-US" sz="2800" b="1" dirty="0">
                <a:latin typeface="Calibir"/>
              </a:rPr>
              <a:t>Part B</a:t>
            </a:r>
          </a:p>
          <a:p>
            <a:pPr marL="914400" lvl="1" indent="-457200">
              <a:lnSpc>
                <a:spcPct val="150000"/>
              </a:lnSpc>
              <a:buFont typeface="Arial" panose="020B0604020202020204" pitchFamily="34" charset="0"/>
              <a:buChar char="•"/>
            </a:pPr>
            <a:r>
              <a:rPr lang="en-US" sz="2800" dirty="0">
                <a:latin typeface="Calibir"/>
              </a:rPr>
              <a:t>MP4 presentation</a:t>
            </a:r>
          </a:p>
        </p:txBody>
      </p:sp>
    </p:spTree>
    <p:extLst>
      <p:ext uri="{BB962C8B-B14F-4D97-AF65-F5344CB8AC3E}">
        <p14:creationId xmlns:p14="http://schemas.microsoft.com/office/powerpoint/2010/main" val="28067227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E0B8C760-0FB4-A389-9339-F848B574BDA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17B2C7D-8211-D7C3-FF2D-7C84864AC793}"/>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DFB0FFBC-BB77-AD7C-9C9E-17D14185EDCF}"/>
              </a:ext>
            </a:extLst>
          </p:cNvPr>
          <p:cNvSpPr>
            <a:spLocks noGrp="1"/>
          </p:cNvSpPr>
          <p:nvPr>
            <p:ph type="sldNum" sz="quarter" idx="4"/>
          </p:nvPr>
        </p:nvSpPr>
        <p:spPr/>
        <p:txBody>
          <a:bodyPr/>
          <a:lstStyle/>
          <a:p>
            <a:fld id="{16A89BA3-132D-40E1-AAB4-CDCD0A14C216}" type="slidenum">
              <a:rPr lang="en-AU" smtClean="0"/>
              <a:pPr/>
              <a:t>46</a:t>
            </a:fld>
            <a:r>
              <a:rPr lang="en-AU"/>
              <a:t>  |</a:t>
            </a:r>
            <a:endParaRPr lang="en-AU" dirty="0"/>
          </a:p>
        </p:txBody>
      </p:sp>
      <p:sp>
        <p:nvSpPr>
          <p:cNvPr id="2" name="Text Placeholder 3">
            <a:extLst>
              <a:ext uri="{FF2B5EF4-FFF2-40B4-BE49-F238E27FC236}">
                <a16:creationId xmlns:a16="http://schemas.microsoft.com/office/drawing/2014/main" id="{E35F4909-A7FA-6250-F0A3-75398191AC6B}"/>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6663740-060E-CF70-AE17-FD22A1A9F856}"/>
              </a:ext>
            </a:extLst>
          </p:cNvPr>
          <p:cNvSpPr txBox="1"/>
          <p:nvPr/>
        </p:nvSpPr>
        <p:spPr>
          <a:xfrm>
            <a:off x="0" y="968058"/>
            <a:ext cx="9144000" cy="5877506"/>
          </a:xfrm>
          <a:prstGeom prst="rect">
            <a:avLst/>
          </a:prstGeom>
          <a:solidFill>
            <a:schemeClr val="bg1"/>
          </a:solidFill>
        </p:spPr>
        <p:txBody>
          <a:bodyPr wrap="square">
            <a:spAutoFit/>
          </a:bodyPr>
          <a:lstStyle/>
          <a:p>
            <a:pPr>
              <a:lnSpc>
                <a:spcPct val="150000"/>
              </a:lnSpc>
            </a:pPr>
            <a:r>
              <a:rPr lang="en-AU" sz="2300" b="1" dirty="0">
                <a:latin typeface="Calibir"/>
              </a:rPr>
              <a:t>What Helps You Get High Marks</a:t>
            </a:r>
          </a:p>
          <a:p>
            <a:pPr>
              <a:lnSpc>
                <a:spcPct val="150000"/>
              </a:lnSpc>
            </a:pPr>
            <a:r>
              <a:rPr lang="en-AU" sz="2300" b="1" dirty="0">
                <a:latin typeface="Calibir"/>
              </a:rPr>
              <a:t>You should:</a:t>
            </a:r>
          </a:p>
          <a:p>
            <a:pPr marL="266700">
              <a:lnSpc>
                <a:spcPct val="150000"/>
              </a:lnSpc>
            </a:pPr>
            <a:r>
              <a:rPr lang="en-AU" sz="2300" dirty="0">
                <a:latin typeface="Calibir"/>
              </a:rPr>
              <a:t>- Explain business impact clearly</a:t>
            </a:r>
          </a:p>
          <a:p>
            <a:pPr marL="266700">
              <a:lnSpc>
                <a:spcPct val="150000"/>
              </a:lnSpc>
            </a:pPr>
            <a:r>
              <a:rPr lang="en-AU" sz="2300" dirty="0">
                <a:latin typeface="Calibir"/>
              </a:rPr>
              <a:t>- Use correct database terms</a:t>
            </a:r>
          </a:p>
          <a:p>
            <a:pPr marL="266700">
              <a:lnSpc>
                <a:spcPct val="150000"/>
              </a:lnSpc>
            </a:pPr>
            <a:r>
              <a:rPr lang="en-AU" sz="2300" dirty="0">
                <a:latin typeface="Calibir"/>
              </a:rPr>
              <a:t>- Give practical solutions</a:t>
            </a:r>
          </a:p>
          <a:p>
            <a:pPr marL="266700">
              <a:lnSpc>
                <a:spcPct val="150000"/>
              </a:lnSpc>
            </a:pPr>
            <a:r>
              <a:rPr lang="en-AU" sz="2300" dirty="0">
                <a:latin typeface="Calibir"/>
              </a:rPr>
              <a:t>- Link problems to APP laws</a:t>
            </a:r>
          </a:p>
          <a:p>
            <a:pPr marL="266700">
              <a:lnSpc>
                <a:spcPct val="150000"/>
              </a:lnSpc>
            </a:pPr>
            <a:r>
              <a:rPr lang="en-AU" sz="2300" dirty="0">
                <a:latin typeface="Calibir"/>
              </a:rPr>
              <a:t>- Explain ethical risks properly</a:t>
            </a:r>
          </a:p>
          <a:p>
            <a:pPr marL="266700">
              <a:lnSpc>
                <a:spcPct val="150000"/>
              </a:lnSpc>
            </a:pPr>
            <a:r>
              <a:rPr lang="en-AU" sz="2300" dirty="0">
                <a:latin typeface="Calibir"/>
              </a:rPr>
              <a:t>- Use professional visuals</a:t>
            </a:r>
          </a:p>
          <a:p>
            <a:pPr marL="266700">
              <a:lnSpc>
                <a:spcPct val="150000"/>
              </a:lnSpc>
            </a:pPr>
            <a:r>
              <a:rPr lang="en-AU" sz="2300" dirty="0">
                <a:latin typeface="Calibir"/>
              </a:rPr>
              <a:t>- Include strong references</a:t>
            </a:r>
          </a:p>
          <a:p>
            <a:pPr marL="266700">
              <a:lnSpc>
                <a:spcPct val="150000"/>
              </a:lnSpc>
            </a:pPr>
            <a:r>
              <a:rPr lang="en-AU" sz="2300" dirty="0">
                <a:latin typeface="Calibir"/>
              </a:rPr>
              <a:t>- Keep slides concise</a:t>
            </a:r>
          </a:p>
          <a:p>
            <a:pPr marL="266700">
              <a:lnSpc>
                <a:spcPct val="150000"/>
              </a:lnSpc>
            </a:pPr>
            <a:r>
              <a:rPr lang="en-AU" sz="2300" dirty="0">
                <a:latin typeface="Calibir"/>
              </a:rPr>
              <a:t>- Speak confidently</a:t>
            </a:r>
          </a:p>
        </p:txBody>
      </p:sp>
    </p:spTree>
    <p:extLst>
      <p:ext uri="{BB962C8B-B14F-4D97-AF65-F5344CB8AC3E}">
        <p14:creationId xmlns:p14="http://schemas.microsoft.com/office/powerpoint/2010/main" val="6438422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30574294-8B51-DA17-5859-955761CB7FF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7E0F7E6-486D-46F9-C538-49E6862E7F30}"/>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0D8672F8-E3EE-CDE4-615F-2FCD28B4BF02}"/>
              </a:ext>
            </a:extLst>
          </p:cNvPr>
          <p:cNvSpPr>
            <a:spLocks noGrp="1"/>
          </p:cNvSpPr>
          <p:nvPr>
            <p:ph type="sldNum" sz="quarter" idx="4"/>
          </p:nvPr>
        </p:nvSpPr>
        <p:spPr/>
        <p:txBody>
          <a:bodyPr/>
          <a:lstStyle/>
          <a:p>
            <a:fld id="{16A89BA3-132D-40E1-AAB4-CDCD0A14C216}" type="slidenum">
              <a:rPr lang="en-AU" smtClean="0"/>
              <a:pPr/>
              <a:t>47</a:t>
            </a:fld>
            <a:r>
              <a:rPr lang="en-AU"/>
              <a:t>  |</a:t>
            </a:r>
            <a:endParaRPr lang="en-AU" dirty="0"/>
          </a:p>
        </p:txBody>
      </p:sp>
      <p:sp>
        <p:nvSpPr>
          <p:cNvPr id="7" name="TextBox 6">
            <a:extLst>
              <a:ext uri="{FF2B5EF4-FFF2-40B4-BE49-F238E27FC236}">
                <a16:creationId xmlns:a16="http://schemas.microsoft.com/office/drawing/2014/main" id="{586D5A67-7221-DD5F-68CB-479A9D6E8E3F}"/>
              </a:ext>
            </a:extLst>
          </p:cNvPr>
          <p:cNvSpPr txBox="1"/>
          <p:nvPr/>
        </p:nvSpPr>
        <p:spPr>
          <a:xfrm>
            <a:off x="0" y="953180"/>
            <a:ext cx="9144000" cy="5803512"/>
          </a:xfrm>
          <a:prstGeom prst="rect">
            <a:avLst/>
          </a:prstGeom>
          <a:solidFill>
            <a:schemeClr val="bg1"/>
          </a:solidFill>
        </p:spPr>
        <p:txBody>
          <a:bodyPr wrap="square">
            <a:spAutoFit/>
          </a:bodyPr>
          <a:lstStyle/>
          <a:p>
            <a:pPr>
              <a:lnSpc>
                <a:spcPct val="150000"/>
              </a:lnSpc>
            </a:pPr>
            <a:r>
              <a:rPr lang="en-US" sz="2500" b="1" dirty="0">
                <a:latin typeface="Calibir"/>
              </a:rPr>
              <a:t>Simple Overall Strategy</a:t>
            </a:r>
          </a:p>
          <a:p>
            <a:pPr>
              <a:lnSpc>
                <a:spcPct val="150000"/>
              </a:lnSpc>
            </a:pPr>
            <a:r>
              <a:rPr lang="en-US" sz="2500" b="1" dirty="0">
                <a:latin typeface="Calibir"/>
              </a:rPr>
              <a:t>Best Way To Structure Answers</a:t>
            </a:r>
          </a:p>
          <a:p>
            <a:pPr>
              <a:lnSpc>
                <a:spcPct val="150000"/>
              </a:lnSpc>
            </a:pPr>
            <a:r>
              <a:rPr lang="en-US" sz="2500" dirty="0">
                <a:latin typeface="Calibir"/>
              </a:rPr>
              <a:t>For each question:</a:t>
            </a:r>
          </a:p>
          <a:p>
            <a:pPr>
              <a:lnSpc>
                <a:spcPct val="150000"/>
              </a:lnSpc>
            </a:pPr>
            <a:r>
              <a:rPr lang="en-US" sz="2500" b="1" dirty="0">
                <a:latin typeface="Calibir"/>
              </a:rPr>
              <a:t>1. Identify the problem</a:t>
            </a:r>
          </a:p>
          <a:p>
            <a:pPr>
              <a:lnSpc>
                <a:spcPct val="150000"/>
              </a:lnSpc>
            </a:pPr>
            <a:r>
              <a:rPr lang="en-US" sz="2500" dirty="0">
                <a:latin typeface="Calibir"/>
              </a:rPr>
              <a:t>“What went wrong?”</a:t>
            </a:r>
          </a:p>
          <a:p>
            <a:pPr>
              <a:lnSpc>
                <a:spcPct val="150000"/>
              </a:lnSpc>
            </a:pPr>
            <a:r>
              <a:rPr lang="en-US" sz="2500" b="1" dirty="0">
                <a:latin typeface="Calibir"/>
              </a:rPr>
              <a:t>2. Explain the risk</a:t>
            </a:r>
          </a:p>
          <a:p>
            <a:pPr>
              <a:lnSpc>
                <a:spcPct val="150000"/>
              </a:lnSpc>
            </a:pPr>
            <a:r>
              <a:rPr lang="en-US" sz="2500" dirty="0">
                <a:latin typeface="Calibir"/>
              </a:rPr>
              <a:t>“Why is it dangerous?”</a:t>
            </a:r>
          </a:p>
          <a:p>
            <a:pPr>
              <a:lnSpc>
                <a:spcPct val="150000"/>
              </a:lnSpc>
            </a:pPr>
            <a:r>
              <a:rPr lang="en-US" sz="2500" b="1" dirty="0">
                <a:latin typeface="Calibir"/>
              </a:rPr>
              <a:t>3. Give the solution</a:t>
            </a:r>
          </a:p>
          <a:p>
            <a:pPr>
              <a:lnSpc>
                <a:spcPct val="150000"/>
              </a:lnSpc>
            </a:pPr>
            <a:r>
              <a:rPr lang="en-US" sz="2500" dirty="0">
                <a:latin typeface="Calibir"/>
              </a:rPr>
              <a:t>“How would you fix it?”</a:t>
            </a:r>
          </a:p>
          <a:p>
            <a:pPr>
              <a:lnSpc>
                <a:spcPct val="150000"/>
              </a:lnSpc>
            </a:pPr>
            <a:r>
              <a:rPr lang="en-US" sz="2500" dirty="0">
                <a:latin typeface="Calibir"/>
              </a:rPr>
              <a:t>This structure works very well for this assessment.</a:t>
            </a:r>
          </a:p>
        </p:txBody>
      </p:sp>
      <p:sp>
        <p:nvSpPr>
          <p:cNvPr id="2" name="Text Placeholder 3">
            <a:extLst>
              <a:ext uri="{FF2B5EF4-FFF2-40B4-BE49-F238E27FC236}">
                <a16:creationId xmlns:a16="http://schemas.microsoft.com/office/drawing/2014/main" id="{04C12F7A-7CE3-6AB0-56FD-FBEAEEFC460F}"/>
              </a:ext>
            </a:extLst>
          </p:cNvPr>
          <p:cNvSpPr txBox="1">
            <a:spLocks/>
          </p:cNvSpPr>
          <p:nvPr/>
        </p:nvSpPr>
        <p:spPr>
          <a:xfrm>
            <a:off x="0" y="-1"/>
            <a:ext cx="7849590" cy="968059"/>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500" b="1"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Part B – Independent Work on Assessment 3</a:t>
            </a:r>
            <a:endParaRPr lang="en-AU" sz="3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170797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AB2CF-21BC-9031-323D-5BB63120F59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032662E-338E-53CF-61BC-1C9925EF9A88}"/>
              </a:ext>
            </a:extLst>
          </p:cNvPr>
          <p:cNvSpPr txBox="1">
            <a:spLocks noGrp="1"/>
          </p:cNvSpPr>
          <p:nvPr>
            <p:ph type="title"/>
          </p:nvPr>
        </p:nvSpPr>
        <p:spPr>
          <a:xfrm>
            <a:off x="0" y="-241738"/>
            <a:ext cx="6920865" cy="1247008"/>
          </a:xfrm>
          <a:prstGeom prst="rect">
            <a:avLst/>
          </a:prstGeom>
        </p:spPr>
        <p:txBody>
          <a:bodyPr vert="horz" wrap="square" lIns="0" tIns="259588" rIns="0" bIns="0" rtlCol="0">
            <a:spAutoFit/>
          </a:bodyPr>
          <a:lstStyle/>
          <a:p>
            <a:pPr marL="123825">
              <a:spcBef>
                <a:spcPts val="100"/>
              </a:spcBef>
            </a:pPr>
            <a:r>
              <a:rPr lang="en-US" sz="3200" dirty="0">
                <a:latin typeface="+mj-lt"/>
              </a:rPr>
              <a:t>Week 12 – Milestone Unlocked: From Raw Data to Reliable Insights</a:t>
            </a:r>
            <a:endParaRPr spc="-20" dirty="0">
              <a:latin typeface="+mj-lt"/>
            </a:endParaRPr>
          </a:p>
        </p:txBody>
      </p:sp>
      <p:sp>
        <p:nvSpPr>
          <p:cNvPr id="5" name="object 5">
            <a:extLst>
              <a:ext uri="{FF2B5EF4-FFF2-40B4-BE49-F238E27FC236}">
                <a16:creationId xmlns:a16="http://schemas.microsoft.com/office/drawing/2014/main" id="{20E70C77-13BF-59E9-EC44-617B3278B509}"/>
              </a:ext>
            </a:extLst>
          </p:cNvPr>
          <p:cNvSpPr txBox="1">
            <a:spLocks noGrp="1"/>
          </p:cNvSpPr>
          <p:nvPr>
            <p:ph type="sldNum" sz="quarter" idx="7"/>
          </p:nvPr>
        </p:nvSpPr>
        <p:spPr>
          <a:xfrm>
            <a:off x="552269" y="6556594"/>
            <a:ext cx="2437130" cy="167640"/>
          </a:xfrm>
          <a:prstGeom prst="rect">
            <a:avLst/>
          </a:prstGeom>
        </p:spPr>
        <p:txBody>
          <a:bodyPr vert="horz" wrap="square" lIns="0" tIns="0" rIns="0" bIns="0" rtlCol="0">
            <a:spAutoFit/>
          </a:bodyPr>
          <a:lstStyle>
            <a:defPPr>
              <a:defRPr kern="0"/>
            </a:defPPr>
            <a:lvl1pPr>
              <a:defRPr sz="1000" b="0" i="0">
                <a:solidFill>
                  <a:srgbClr val="3D3935"/>
                </a:solidFill>
                <a:latin typeface="Arial"/>
                <a:cs typeface="Arial"/>
              </a:defRPr>
            </a:lvl1pPr>
          </a:lstStyle>
          <a:p>
            <a:pPr marL="38100" marR="0" lvl="0" indent="0" algn="l" defTabSz="914400" rtl="0" eaLnBrk="1" fontAlgn="auto" latinLnBrk="0" hangingPunct="1">
              <a:lnSpc>
                <a:spcPct val="100000"/>
              </a:lnSpc>
              <a:spcBef>
                <a:spcPts val="5"/>
              </a:spcBef>
              <a:spcAft>
                <a:spcPts val="0"/>
              </a:spcAft>
              <a:buClrTx/>
              <a:buSzTx/>
              <a:buFontTx/>
              <a:buNone/>
              <a:tabLst/>
              <a:defRPr/>
            </a:pPr>
            <a:fld id="{81D60167-4931-47E6-BA6A-407CBD079E47}" type="slidenum">
              <a:rPr kumimoji="0" lang="en-US" sz="1000" b="0" i="0" u="none" strike="noStrike" kern="1200" cap="none" spc="0" normalizeH="0" baseline="0" noProof="0" smtClean="0">
                <a:ln>
                  <a:noFill/>
                </a:ln>
                <a:solidFill>
                  <a:srgbClr val="3D3935"/>
                </a:solidFill>
                <a:effectLst/>
                <a:uLnTx/>
                <a:uFillTx/>
                <a:latin typeface="Arial"/>
                <a:ea typeface="+mn-ea"/>
                <a:cs typeface="Arial"/>
              </a:rPr>
              <a:pPr marL="38100" marR="0" lvl="0" indent="0" algn="l" defTabSz="914400" rtl="0" eaLnBrk="1" fontAlgn="auto" latinLnBrk="0" hangingPunct="1">
                <a:lnSpc>
                  <a:spcPct val="100000"/>
                </a:lnSpc>
                <a:spcBef>
                  <a:spcPts val="5"/>
                </a:spcBef>
                <a:spcAft>
                  <a:spcPts val="0"/>
                </a:spcAft>
                <a:buClrTx/>
                <a:buSzTx/>
                <a:buFontTx/>
                <a:buNone/>
                <a:tabLst/>
                <a:defRPr/>
              </a:pPr>
              <a:t>48</a:t>
            </a:fld>
            <a:r>
              <a:rPr kumimoji="0" lang="en-US" sz="1000" b="0" i="0" u="none" strike="noStrike" kern="1200" cap="none" spc="240"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409"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Directorate</a:t>
            </a:r>
            <a:r>
              <a:rPr kumimoji="0" lang="en-US" sz="1000" b="0" i="0" u="none" strike="noStrike" kern="1200" cap="none" spc="-20"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Office</a:t>
            </a:r>
            <a:r>
              <a:rPr kumimoji="0" lang="en-US" sz="1000" b="0" i="0" u="none" strike="noStrike" kern="1200" cap="none" spc="-20"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Faculty</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10" normalizeH="0" baseline="0" noProof="0">
                <a:ln>
                  <a:noFill/>
                </a:ln>
                <a:solidFill>
                  <a:srgbClr val="3D3935"/>
                </a:solidFill>
                <a:effectLst/>
                <a:uLnTx/>
                <a:uFillTx/>
                <a:latin typeface="Arial"/>
                <a:ea typeface="+mn-ea"/>
                <a:cs typeface="Arial"/>
              </a:rPr>
              <a:t>School</a:t>
            </a:r>
            <a:endParaRPr kumimoji="0" sz="1000" b="0" i="0" u="none" strike="noStrike" kern="0" cap="none" spc="-10" normalizeH="0" baseline="0" noProof="0" dirty="0">
              <a:ln>
                <a:noFill/>
              </a:ln>
              <a:solidFill>
                <a:srgbClr val="3D3935"/>
              </a:solidFill>
              <a:effectLst/>
              <a:uLnTx/>
              <a:uFillTx/>
              <a:latin typeface="Arial"/>
              <a:ea typeface="+mn-ea"/>
              <a:cs typeface="Arial"/>
            </a:endParaRPr>
          </a:p>
        </p:txBody>
      </p:sp>
      <p:sp>
        <p:nvSpPr>
          <p:cNvPr id="8" name="TextBox 7">
            <a:extLst>
              <a:ext uri="{FF2B5EF4-FFF2-40B4-BE49-F238E27FC236}">
                <a16:creationId xmlns:a16="http://schemas.microsoft.com/office/drawing/2014/main" id="{44435D12-671C-C09A-C2BA-A575F9F59933}"/>
              </a:ext>
            </a:extLst>
          </p:cNvPr>
          <p:cNvSpPr txBox="1"/>
          <p:nvPr/>
        </p:nvSpPr>
        <p:spPr>
          <a:xfrm>
            <a:off x="0" y="2446744"/>
            <a:ext cx="9143999" cy="1964512"/>
          </a:xfrm>
          <a:prstGeom prst="rect">
            <a:avLst/>
          </a:prstGeom>
          <a:noFill/>
        </p:spPr>
        <p:txBody>
          <a:bodyPr wrap="square">
            <a:spAutoFit/>
          </a:bodyPr>
          <a:lstStyle/>
          <a:p>
            <a:pPr>
              <a:lnSpc>
                <a:spcPct val="150000"/>
              </a:lnSpc>
            </a:pPr>
            <a:r>
              <a:rPr lang="en-US" sz="2800" dirty="0">
                <a:latin typeface="Calibir"/>
              </a:rPr>
              <a:t>Our students have completed an exciting journey through Database Design, Data Quality, and Database Security — transforming data into meaningful business solutions!</a:t>
            </a:r>
          </a:p>
        </p:txBody>
      </p:sp>
    </p:spTree>
    <p:extLst>
      <p:ext uri="{BB962C8B-B14F-4D97-AF65-F5344CB8AC3E}">
        <p14:creationId xmlns:p14="http://schemas.microsoft.com/office/powerpoint/2010/main" val="9019315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60247-44EC-9EA6-5ECF-5186BAAAB48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0D15DF8-3E0F-196C-1B7F-7A162AF14616}"/>
              </a:ext>
            </a:extLst>
          </p:cNvPr>
          <p:cNvSpPr txBox="1">
            <a:spLocks noGrp="1"/>
          </p:cNvSpPr>
          <p:nvPr>
            <p:ph type="title"/>
          </p:nvPr>
        </p:nvSpPr>
        <p:spPr>
          <a:xfrm>
            <a:off x="0" y="-241738"/>
            <a:ext cx="6920865" cy="1247008"/>
          </a:xfrm>
          <a:prstGeom prst="rect">
            <a:avLst/>
          </a:prstGeom>
        </p:spPr>
        <p:txBody>
          <a:bodyPr vert="horz" wrap="square" lIns="0" tIns="259588" rIns="0" bIns="0" rtlCol="0">
            <a:spAutoFit/>
          </a:bodyPr>
          <a:lstStyle/>
          <a:p>
            <a:pPr marL="123825">
              <a:spcBef>
                <a:spcPts val="100"/>
              </a:spcBef>
            </a:pPr>
            <a:r>
              <a:rPr lang="en-US" sz="3200" dirty="0">
                <a:latin typeface="+mj-lt"/>
              </a:rPr>
              <a:t>Week 12 – Milestone Unlocked: From Raw Data to Reliable Insights</a:t>
            </a:r>
            <a:endParaRPr spc="-20" dirty="0">
              <a:latin typeface="+mj-lt"/>
            </a:endParaRPr>
          </a:p>
        </p:txBody>
      </p:sp>
      <p:sp>
        <p:nvSpPr>
          <p:cNvPr id="5" name="object 5">
            <a:extLst>
              <a:ext uri="{FF2B5EF4-FFF2-40B4-BE49-F238E27FC236}">
                <a16:creationId xmlns:a16="http://schemas.microsoft.com/office/drawing/2014/main" id="{D572FAFE-D226-0950-2830-679A018356B6}"/>
              </a:ext>
            </a:extLst>
          </p:cNvPr>
          <p:cNvSpPr txBox="1">
            <a:spLocks noGrp="1"/>
          </p:cNvSpPr>
          <p:nvPr>
            <p:ph type="sldNum" sz="quarter" idx="7"/>
          </p:nvPr>
        </p:nvSpPr>
        <p:spPr>
          <a:xfrm>
            <a:off x="552269" y="6556594"/>
            <a:ext cx="2437130" cy="167640"/>
          </a:xfrm>
          <a:prstGeom prst="rect">
            <a:avLst/>
          </a:prstGeom>
        </p:spPr>
        <p:txBody>
          <a:bodyPr vert="horz" wrap="square" lIns="0" tIns="0" rIns="0" bIns="0" rtlCol="0">
            <a:spAutoFit/>
          </a:bodyPr>
          <a:lstStyle>
            <a:defPPr>
              <a:defRPr kern="0"/>
            </a:defPPr>
            <a:lvl1pPr>
              <a:defRPr sz="1000" b="0" i="0">
                <a:solidFill>
                  <a:srgbClr val="3D3935"/>
                </a:solidFill>
                <a:latin typeface="Arial"/>
                <a:cs typeface="Arial"/>
              </a:defRPr>
            </a:lvl1pPr>
          </a:lstStyle>
          <a:p>
            <a:pPr marL="38100" marR="0" lvl="0" indent="0" algn="l" defTabSz="914400" rtl="0" eaLnBrk="1" fontAlgn="auto" latinLnBrk="0" hangingPunct="1">
              <a:lnSpc>
                <a:spcPct val="100000"/>
              </a:lnSpc>
              <a:spcBef>
                <a:spcPts val="5"/>
              </a:spcBef>
              <a:spcAft>
                <a:spcPts val="0"/>
              </a:spcAft>
              <a:buClrTx/>
              <a:buSzTx/>
              <a:buFontTx/>
              <a:buNone/>
              <a:tabLst/>
              <a:defRPr/>
            </a:pPr>
            <a:fld id="{81D60167-4931-47E6-BA6A-407CBD079E47}" type="slidenum">
              <a:rPr kumimoji="0" lang="en-US" sz="1000" b="0" i="0" u="none" strike="noStrike" kern="1200" cap="none" spc="0" normalizeH="0" baseline="0" noProof="0" smtClean="0">
                <a:ln>
                  <a:noFill/>
                </a:ln>
                <a:solidFill>
                  <a:srgbClr val="3D3935"/>
                </a:solidFill>
                <a:effectLst/>
                <a:uLnTx/>
                <a:uFillTx/>
                <a:latin typeface="Arial"/>
                <a:ea typeface="+mn-ea"/>
                <a:cs typeface="Arial"/>
              </a:rPr>
              <a:pPr marL="38100" marR="0" lvl="0" indent="0" algn="l" defTabSz="914400" rtl="0" eaLnBrk="1" fontAlgn="auto" latinLnBrk="0" hangingPunct="1">
                <a:lnSpc>
                  <a:spcPct val="100000"/>
                </a:lnSpc>
                <a:spcBef>
                  <a:spcPts val="5"/>
                </a:spcBef>
                <a:spcAft>
                  <a:spcPts val="0"/>
                </a:spcAft>
                <a:buClrTx/>
                <a:buSzTx/>
                <a:buFontTx/>
                <a:buNone/>
                <a:tabLst/>
                <a:defRPr/>
              </a:pPr>
              <a:t>49</a:t>
            </a:fld>
            <a:r>
              <a:rPr kumimoji="0" lang="en-US" sz="1000" b="0" i="0" u="none" strike="noStrike" kern="1200" cap="none" spc="240"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409"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Directorate</a:t>
            </a:r>
            <a:r>
              <a:rPr kumimoji="0" lang="en-US" sz="1000" b="0" i="0" u="none" strike="noStrike" kern="1200" cap="none" spc="-20"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Office</a:t>
            </a:r>
            <a:r>
              <a:rPr kumimoji="0" lang="en-US" sz="1000" b="0" i="0" u="none" strike="noStrike" kern="1200" cap="none" spc="-20"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Faculty</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10" normalizeH="0" baseline="0" noProof="0">
                <a:ln>
                  <a:noFill/>
                </a:ln>
                <a:solidFill>
                  <a:srgbClr val="3D3935"/>
                </a:solidFill>
                <a:effectLst/>
                <a:uLnTx/>
                <a:uFillTx/>
                <a:latin typeface="Arial"/>
                <a:ea typeface="+mn-ea"/>
                <a:cs typeface="Arial"/>
              </a:rPr>
              <a:t>School</a:t>
            </a:r>
            <a:endParaRPr kumimoji="0" sz="1000" b="0" i="0" u="none" strike="noStrike" kern="0" cap="none" spc="-10" normalizeH="0" baseline="0" noProof="0" dirty="0">
              <a:ln>
                <a:noFill/>
              </a:ln>
              <a:solidFill>
                <a:srgbClr val="3D3935"/>
              </a:solidFill>
              <a:effectLst/>
              <a:uLnTx/>
              <a:uFillTx/>
              <a:latin typeface="Arial"/>
              <a:ea typeface="+mn-ea"/>
              <a:cs typeface="Arial"/>
            </a:endParaRPr>
          </a:p>
        </p:txBody>
      </p:sp>
      <p:sp>
        <p:nvSpPr>
          <p:cNvPr id="8" name="TextBox 7">
            <a:extLst>
              <a:ext uri="{FF2B5EF4-FFF2-40B4-BE49-F238E27FC236}">
                <a16:creationId xmlns:a16="http://schemas.microsoft.com/office/drawing/2014/main" id="{2543B1FE-B27F-136A-B0D3-9BD28FF7BF35}"/>
              </a:ext>
            </a:extLst>
          </p:cNvPr>
          <p:cNvSpPr txBox="1"/>
          <p:nvPr/>
        </p:nvSpPr>
        <p:spPr>
          <a:xfrm>
            <a:off x="1" y="2152345"/>
            <a:ext cx="9143999" cy="3257174"/>
          </a:xfrm>
          <a:prstGeom prst="rect">
            <a:avLst/>
          </a:prstGeom>
          <a:noFill/>
        </p:spPr>
        <p:txBody>
          <a:bodyPr wrap="square">
            <a:spAutoFit/>
          </a:bodyPr>
          <a:lstStyle/>
          <a:p>
            <a:pPr>
              <a:lnSpc>
                <a:spcPct val="150000"/>
              </a:lnSpc>
            </a:pPr>
            <a:r>
              <a:rPr lang="en-US" sz="2800" dirty="0">
                <a:latin typeface="Calibir"/>
              </a:rPr>
              <a:t>From designing ERD models and enforcing referential integrity in Microsoft Access, to creating relational databases, writing SQL queries, exploring Azure database concepts, and improving data security practices, they have developed valuable real-world skills in:</a:t>
            </a:r>
          </a:p>
        </p:txBody>
      </p:sp>
    </p:spTree>
    <p:extLst>
      <p:ext uri="{BB962C8B-B14F-4D97-AF65-F5344CB8AC3E}">
        <p14:creationId xmlns:p14="http://schemas.microsoft.com/office/powerpoint/2010/main" val="41881996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C2857-29C6-1D8B-4934-4EF60848F75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FDCF205-BF62-0637-737B-F7FBDA7F12E2}"/>
              </a:ext>
            </a:extLst>
          </p:cNvPr>
          <p:cNvSpPr txBox="1">
            <a:spLocks noGrp="1"/>
          </p:cNvSpPr>
          <p:nvPr>
            <p:ph type="title"/>
          </p:nvPr>
        </p:nvSpPr>
        <p:spPr>
          <a:xfrm>
            <a:off x="0" y="-241738"/>
            <a:ext cx="6920865" cy="1247008"/>
          </a:xfrm>
          <a:prstGeom prst="rect">
            <a:avLst/>
          </a:prstGeom>
        </p:spPr>
        <p:txBody>
          <a:bodyPr vert="horz" wrap="square" lIns="0" tIns="259588" rIns="0" bIns="0" rtlCol="0">
            <a:spAutoFit/>
          </a:bodyPr>
          <a:lstStyle/>
          <a:p>
            <a:pPr marL="123825">
              <a:spcBef>
                <a:spcPts val="100"/>
              </a:spcBef>
            </a:pPr>
            <a:r>
              <a:rPr lang="en-US" sz="3200" dirty="0">
                <a:latin typeface="+mj-lt"/>
              </a:rPr>
              <a:t>Week 12 – Milestone Unlocked: From Raw Data to Reliable Insights</a:t>
            </a:r>
            <a:endParaRPr spc="-20" dirty="0">
              <a:latin typeface="+mj-lt"/>
            </a:endParaRPr>
          </a:p>
        </p:txBody>
      </p:sp>
      <p:sp>
        <p:nvSpPr>
          <p:cNvPr id="5" name="object 5">
            <a:extLst>
              <a:ext uri="{FF2B5EF4-FFF2-40B4-BE49-F238E27FC236}">
                <a16:creationId xmlns:a16="http://schemas.microsoft.com/office/drawing/2014/main" id="{6575C4E2-CB1A-514E-09ED-AF2D39232AF1}"/>
              </a:ext>
            </a:extLst>
          </p:cNvPr>
          <p:cNvSpPr txBox="1">
            <a:spLocks noGrp="1"/>
          </p:cNvSpPr>
          <p:nvPr>
            <p:ph type="sldNum" sz="quarter" idx="7"/>
          </p:nvPr>
        </p:nvSpPr>
        <p:spPr>
          <a:xfrm>
            <a:off x="552269" y="6556594"/>
            <a:ext cx="2437130" cy="167640"/>
          </a:xfrm>
          <a:prstGeom prst="rect">
            <a:avLst/>
          </a:prstGeom>
        </p:spPr>
        <p:txBody>
          <a:bodyPr vert="horz" wrap="square" lIns="0" tIns="0" rIns="0" bIns="0" rtlCol="0">
            <a:spAutoFit/>
          </a:bodyPr>
          <a:lstStyle>
            <a:defPPr>
              <a:defRPr kern="0"/>
            </a:defPPr>
            <a:lvl1pPr>
              <a:defRPr sz="1000" b="0" i="0">
                <a:solidFill>
                  <a:srgbClr val="3D3935"/>
                </a:solidFill>
                <a:latin typeface="Arial"/>
                <a:cs typeface="Arial"/>
              </a:defRPr>
            </a:lvl1pPr>
          </a:lstStyle>
          <a:p>
            <a:pPr marL="38100" marR="0" lvl="0" indent="0" algn="l" defTabSz="914400" rtl="0" eaLnBrk="1" fontAlgn="auto" latinLnBrk="0" hangingPunct="1">
              <a:lnSpc>
                <a:spcPct val="100000"/>
              </a:lnSpc>
              <a:spcBef>
                <a:spcPts val="5"/>
              </a:spcBef>
              <a:spcAft>
                <a:spcPts val="0"/>
              </a:spcAft>
              <a:buClrTx/>
              <a:buSzTx/>
              <a:buFontTx/>
              <a:buNone/>
              <a:tabLst/>
              <a:defRPr/>
            </a:pPr>
            <a:fld id="{81D60167-4931-47E6-BA6A-407CBD079E47}" type="slidenum">
              <a:rPr kumimoji="0" lang="en-US" sz="1000" b="0" i="0" u="none" strike="noStrike" kern="1200" cap="none" spc="0" normalizeH="0" baseline="0" noProof="0" smtClean="0">
                <a:ln>
                  <a:noFill/>
                </a:ln>
                <a:solidFill>
                  <a:srgbClr val="3D3935"/>
                </a:solidFill>
                <a:effectLst/>
                <a:uLnTx/>
                <a:uFillTx/>
                <a:latin typeface="Arial"/>
                <a:ea typeface="+mn-ea"/>
                <a:cs typeface="Arial"/>
              </a:rPr>
              <a:pPr marL="38100" marR="0" lvl="0" indent="0" algn="l" defTabSz="914400" rtl="0" eaLnBrk="1" fontAlgn="auto" latinLnBrk="0" hangingPunct="1">
                <a:lnSpc>
                  <a:spcPct val="100000"/>
                </a:lnSpc>
                <a:spcBef>
                  <a:spcPts val="5"/>
                </a:spcBef>
                <a:spcAft>
                  <a:spcPts val="0"/>
                </a:spcAft>
                <a:buClrTx/>
                <a:buSzTx/>
                <a:buFontTx/>
                <a:buNone/>
                <a:tabLst/>
                <a:defRPr/>
              </a:pPr>
              <a:t>50</a:t>
            </a:fld>
            <a:r>
              <a:rPr kumimoji="0" lang="en-US" sz="1000" b="0" i="0" u="none" strike="noStrike" kern="1200" cap="none" spc="240"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409"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Directorate</a:t>
            </a:r>
            <a:r>
              <a:rPr kumimoji="0" lang="en-US" sz="1000" b="0" i="0" u="none" strike="noStrike" kern="1200" cap="none" spc="-20"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Office</a:t>
            </a:r>
            <a:r>
              <a:rPr kumimoji="0" lang="en-US" sz="1000" b="0" i="0" u="none" strike="noStrike" kern="1200" cap="none" spc="-20"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Faculty</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10" normalizeH="0" baseline="0" noProof="0">
                <a:ln>
                  <a:noFill/>
                </a:ln>
                <a:solidFill>
                  <a:srgbClr val="3D3935"/>
                </a:solidFill>
                <a:effectLst/>
                <a:uLnTx/>
                <a:uFillTx/>
                <a:latin typeface="Arial"/>
                <a:ea typeface="+mn-ea"/>
                <a:cs typeface="Arial"/>
              </a:rPr>
              <a:t>School</a:t>
            </a:r>
            <a:endParaRPr kumimoji="0" sz="1000" b="0" i="0" u="none" strike="noStrike" kern="0" cap="none" spc="-10" normalizeH="0" baseline="0" noProof="0" dirty="0">
              <a:ln>
                <a:noFill/>
              </a:ln>
              <a:solidFill>
                <a:srgbClr val="3D3935"/>
              </a:solidFill>
              <a:effectLst/>
              <a:uLnTx/>
              <a:uFillTx/>
              <a:latin typeface="Arial"/>
              <a:ea typeface="+mn-ea"/>
              <a:cs typeface="Arial"/>
            </a:endParaRPr>
          </a:p>
        </p:txBody>
      </p:sp>
      <p:sp>
        <p:nvSpPr>
          <p:cNvPr id="8" name="TextBox 7">
            <a:extLst>
              <a:ext uri="{FF2B5EF4-FFF2-40B4-BE49-F238E27FC236}">
                <a16:creationId xmlns:a16="http://schemas.microsoft.com/office/drawing/2014/main" id="{4F33FBF8-4996-DEDD-1401-44875C026826}"/>
              </a:ext>
            </a:extLst>
          </p:cNvPr>
          <p:cNvSpPr txBox="1"/>
          <p:nvPr/>
        </p:nvSpPr>
        <p:spPr>
          <a:xfrm>
            <a:off x="1" y="1154082"/>
            <a:ext cx="9143999" cy="4549835"/>
          </a:xfrm>
          <a:prstGeom prst="rect">
            <a:avLst/>
          </a:prstGeom>
          <a:noFill/>
        </p:spPr>
        <p:txBody>
          <a:bodyPr wrap="square">
            <a:spAutoFit/>
          </a:bodyPr>
          <a:lstStyle/>
          <a:p>
            <a:pPr>
              <a:lnSpc>
                <a:spcPct val="150000"/>
              </a:lnSpc>
            </a:pPr>
            <a:r>
              <a:rPr lang="en-AU" sz="2800" dirty="0">
                <a:latin typeface="Calibir"/>
              </a:rPr>
              <a:t>#DataModeling</a:t>
            </a:r>
            <a:br>
              <a:rPr lang="en-AU" sz="2800" dirty="0">
                <a:latin typeface="Calibir"/>
              </a:rPr>
            </a:br>
            <a:r>
              <a:rPr lang="en-AU" sz="2800" dirty="0">
                <a:latin typeface="Calibir"/>
              </a:rPr>
              <a:t>#SQLQueries</a:t>
            </a:r>
            <a:br>
              <a:rPr lang="en-AU" sz="2800" dirty="0">
                <a:latin typeface="Calibir"/>
              </a:rPr>
            </a:br>
            <a:r>
              <a:rPr lang="en-AU" sz="2800" dirty="0">
                <a:latin typeface="Calibir"/>
              </a:rPr>
              <a:t>#DatabaseSecurity</a:t>
            </a:r>
            <a:br>
              <a:rPr lang="en-AU" sz="2800" dirty="0">
                <a:latin typeface="Calibir"/>
              </a:rPr>
            </a:br>
            <a:r>
              <a:rPr lang="en-AU" sz="2800" dirty="0">
                <a:latin typeface="Calibir"/>
              </a:rPr>
              <a:t>#DatabaseDesign</a:t>
            </a:r>
            <a:br>
              <a:rPr lang="en-AU" sz="2800" dirty="0">
                <a:latin typeface="Calibir"/>
              </a:rPr>
            </a:br>
            <a:r>
              <a:rPr lang="en-AU" sz="2800" dirty="0">
                <a:latin typeface="Calibir"/>
              </a:rPr>
              <a:t>#ProblemSolving</a:t>
            </a:r>
            <a:br>
              <a:rPr lang="en-AU" sz="2800" dirty="0">
                <a:latin typeface="Calibir"/>
              </a:rPr>
            </a:br>
            <a:r>
              <a:rPr lang="en-AU" sz="2800" dirty="0">
                <a:latin typeface="Calibir"/>
              </a:rPr>
              <a:t>#MicrosoftAccess</a:t>
            </a:r>
            <a:br>
              <a:rPr lang="en-AU" sz="2800" dirty="0">
                <a:latin typeface="Calibir"/>
              </a:rPr>
            </a:br>
            <a:r>
              <a:rPr lang="en-AU" sz="2800" dirty="0">
                <a:latin typeface="Calibir"/>
              </a:rPr>
              <a:t>#Azure</a:t>
            </a:r>
          </a:p>
        </p:txBody>
      </p:sp>
    </p:spTree>
    <p:extLst>
      <p:ext uri="{BB962C8B-B14F-4D97-AF65-F5344CB8AC3E}">
        <p14:creationId xmlns:p14="http://schemas.microsoft.com/office/powerpoint/2010/main" val="23503702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90364-7DF2-EFAD-32E1-16BD8F3A988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503B7C1-8FD8-3CA0-B8EB-41292E457C19}"/>
              </a:ext>
            </a:extLst>
          </p:cNvPr>
          <p:cNvSpPr txBox="1">
            <a:spLocks noGrp="1"/>
          </p:cNvSpPr>
          <p:nvPr>
            <p:ph type="title"/>
          </p:nvPr>
        </p:nvSpPr>
        <p:spPr>
          <a:xfrm>
            <a:off x="0" y="-241738"/>
            <a:ext cx="6920865" cy="1247008"/>
          </a:xfrm>
          <a:prstGeom prst="rect">
            <a:avLst/>
          </a:prstGeom>
        </p:spPr>
        <p:txBody>
          <a:bodyPr vert="horz" wrap="square" lIns="0" tIns="259588" rIns="0" bIns="0" rtlCol="0">
            <a:spAutoFit/>
          </a:bodyPr>
          <a:lstStyle/>
          <a:p>
            <a:pPr marL="123825">
              <a:spcBef>
                <a:spcPts val="100"/>
              </a:spcBef>
            </a:pPr>
            <a:r>
              <a:rPr lang="en-US" sz="3200" dirty="0">
                <a:latin typeface="+mj-lt"/>
              </a:rPr>
              <a:t>Week 12 – Milestone Unlocked: From Raw Data to Reliable Insights</a:t>
            </a:r>
            <a:endParaRPr spc="-20" dirty="0">
              <a:latin typeface="+mj-lt"/>
            </a:endParaRPr>
          </a:p>
        </p:txBody>
      </p:sp>
      <p:sp>
        <p:nvSpPr>
          <p:cNvPr id="5" name="object 5">
            <a:extLst>
              <a:ext uri="{FF2B5EF4-FFF2-40B4-BE49-F238E27FC236}">
                <a16:creationId xmlns:a16="http://schemas.microsoft.com/office/drawing/2014/main" id="{2C1BC667-D4B7-CC38-8958-80D52F648B34}"/>
              </a:ext>
            </a:extLst>
          </p:cNvPr>
          <p:cNvSpPr txBox="1">
            <a:spLocks noGrp="1"/>
          </p:cNvSpPr>
          <p:nvPr>
            <p:ph type="sldNum" sz="quarter" idx="7"/>
          </p:nvPr>
        </p:nvSpPr>
        <p:spPr>
          <a:xfrm>
            <a:off x="552269" y="6556594"/>
            <a:ext cx="2437130" cy="167640"/>
          </a:xfrm>
          <a:prstGeom prst="rect">
            <a:avLst/>
          </a:prstGeom>
        </p:spPr>
        <p:txBody>
          <a:bodyPr vert="horz" wrap="square" lIns="0" tIns="0" rIns="0" bIns="0" rtlCol="0">
            <a:spAutoFit/>
          </a:bodyPr>
          <a:lstStyle>
            <a:defPPr>
              <a:defRPr kern="0"/>
            </a:defPPr>
            <a:lvl1pPr>
              <a:defRPr sz="1000" b="0" i="0">
                <a:solidFill>
                  <a:srgbClr val="3D3935"/>
                </a:solidFill>
                <a:latin typeface="Arial"/>
                <a:cs typeface="Arial"/>
              </a:defRPr>
            </a:lvl1pPr>
          </a:lstStyle>
          <a:p>
            <a:pPr marL="38100" marR="0" lvl="0" indent="0" algn="l" defTabSz="914400" rtl="0" eaLnBrk="1" fontAlgn="auto" latinLnBrk="0" hangingPunct="1">
              <a:lnSpc>
                <a:spcPct val="100000"/>
              </a:lnSpc>
              <a:spcBef>
                <a:spcPts val="5"/>
              </a:spcBef>
              <a:spcAft>
                <a:spcPts val="0"/>
              </a:spcAft>
              <a:buClrTx/>
              <a:buSzTx/>
              <a:buFontTx/>
              <a:buNone/>
              <a:tabLst/>
              <a:defRPr/>
            </a:pPr>
            <a:fld id="{81D60167-4931-47E6-BA6A-407CBD079E47}" type="slidenum">
              <a:rPr kumimoji="0" lang="en-US" sz="1000" b="0" i="0" u="none" strike="noStrike" kern="1200" cap="none" spc="0" normalizeH="0" baseline="0" noProof="0" smtClean="0">
                <a:ln>
                  <a:noFill/>
                </a:ln>
                <a:solidFill>
                  <a:srgbClr val="3D3935"/>
                </a:solidFill>
                <a:effectLst/>
                <a:uLnTx/>
                <a:uFillTx/>
                <a:latin typeface="Arial"/>
                <a:ea typeface="+mn-ea"/>
                <a:cs typeface="Arial"/>
              </a:rPr>
              <a:pPr marL="38100" marR="0" lvl="0" indent="0" algn="l" defTabSz="914400" rtl="0" eaLnBrk="1" fontAlgn="auto" latinLnBrk="0" hangingPunct="1">
                <a:lnSpc>
                  <a:spcPct val="100000"/>
                </a:lnSpc>
                <a:spcBef>
                  <a:spcPts val="5"/>
                </a:spcBef>
                <a:spcAft>
                  <a:spcPts val="0"/>
                </a:spcAft>
                <a:buClrTx/>
                <a:buSzTx/>
                <a:buFontTx/>
                <a:buNone/>
                <a:tabLst/>
                <a:defRPr/>
              </a:pPr>
              <a:t>51</a:t>
            </a:fld>
            <a:r>
              <a:rPr kumimoji="0" lang="en-US" sz="1000" b="0" i="0" u="none" strike="noStrike" kern="1200" cap="none" spc="240"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409"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Directorate</a:t>
            </a:r>
            <a:r>
              <a:rPr kumimoji="0" lang="en-US" sz="1000" b="0" i="0" u="none" strike="noStrike" kern="1200" cap="none" spc="-20"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Office</a:t>
            </a:r>
            <a:r>
              <a:rPr kumimoji="0" lang="en-US" sz="1000" b="0" i="0" u="none" strike="noStrike" kern="1200" cap="none" spc="-20"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Faculty</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10" normalizeH="0" baseline="0" noProof="0">
                <a:ln>
                  <a:noFill/>
                </a:ln>
                <a:solidFill>
                  <a:srgbClr val="3D3935"/>
                </a:solidFill>
                <a:effectLst/>
                <a:uLnTx/>
                <a:uFillTx/>
                <a:latin typeface="Arial"/>
                <a:ea typeface="+mn-ea"/>
                <a:cs typeface="Arial"/>
              </a:rPr>
              <a:t>School</a:t>
            </a:r>
            <a:endParaRPr kumimoji="0" sz="1000" b="0" i="0" u="none" strike="noStrike" kern="0" cap="none" spc="-10" normalizeH="0" baseline="0" noProof="0" dirty="0">
              <a:ln>
                <a:noFill/>
              </a:ln>
              <a:solidFill>
                <a:srgbClr val="3D3935"/>
              </a:solidFill>
              <a:effectLst/>
              <a:uLnTx/>
              <a:uFillTx/>
              <a:latin typeface="Arial"/>
              <a:ea typeface="+mn-ea"/>
              <a:cs typeface="Arial"/>
            </a:endParaRPr>
          </a:p>
        </p:txBody>
      </p:sp>
      <p:sp>
        <p:nvSpPr>
          <p:cNvPr id="8" name="TextBox 7">
            <a:extLst>
              <a:ext uri="{FF2B5EF4-FFF2-40B4-BE49-F238E27FC236}">
                <a16:creationId xmlns:a16="http://schemas.microsoft.com/office/drawing/2014/main" id="{E86F8235-03FD-33B4-8E87-1987914300CE}"/>
              </a:ext>
            </a:extLst>
          </p:cNvPr>
          <p:cNvSpPr txBox="1"/>
          <p:nvPr/>
        </p:nvSpPr>
        <p:spPr>
          <a:xfrm>
            <a:off x="0" y="1800413"/>
            <a:ext cx="9143999" cy="3257174"/>
          </a:xfrm>
          <a:prstGeom prst="rect">
            <a:avLst/>
          </a:prstGeom>
          <a:noFill/>
        </p:spPr>
        <p:txBody>
          <a:bodyPr wrap="square">
            <a:spAutoFit/>
          </a:bodyPr>
          <a:lstStyle/>
          <a:p>
            <a:pPr>
              <a:lnSpc>
                <a:spcPct val="150000"/>
              </a:lnSpc>
            </a:pPr>
            <a:r>
              <a:rPr lang="en-AU" sz="2800" dirty="0">
                <a:latin typeface="Calibir"/>
              </a:rPr>
              <a:t>Through hands-on projects such as the </a:t>
            </a:r>
            <a:r>
              <a:rPr lang="en-AU" sz="2800" dirty="0" err="1">
                <a:latin typeface="Calibir"/>
              </a:rPr>
              <a:t>OzCo</a:t>
            </a:r>
            <a:r>
              <a:rPr lang="en-AU" sz="2800" dirty="0">
                <a:latin typeface="Calibir"/>
              </a:rPr>
              <a:t> database case study, database validation activities, backup planning, and data management tasks, our students have strengthened their confidence and practical database skills for future industry roles.</a:t>
            </a:r>
          </a:p>
        </p:txBody>
      </p:sp>
    </p:spTree>
    <p:extLst>
      <p:ext uri="{BB962C8B-B14F-4D97-AF65-F5344CB8AC3E}">
        <p14:creationId xmlns:p14="http://schemas.microsoft.com/office/powerpoint/2010/main" val="6971042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9F3BD-CA91-B8CA-76EC-FEBE9784021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8849C41-6ACB-8A53-5C87-1A0EF3C27B32}"/>
              </a:ext>
            </a:extLst>
          </p:cNvPr>
          <p:cNvSpPr txBox="1">
            <a:spLocks noGrp="1"/>
          </p:cNvSpPr>
          <p:nvPr>
            <p:ph type="title"/>
          </p:nvPr>
        </p:nvSpPr>
        <p:spPr>
          <a:xfrm>
            <a:off x="0" y="-241738"/>
            <a:ext cx="6920865" cy="1247008"/>
          </a:xfrm>
          <a:prstGeom prst="rect">
            <a:avLst/>
          </a:prstGeom>
        </p:spPr>
        <p:txBody>
          <a:bodyPr vert="horz" wrap="square" lIns="0" tIns="259588" rIns="0" bIns="0" rtlCol="0">
            <a:spAutoFit/>
          </a:bodyPr>
          <a:lstStyle/>
          <a:p>
            <a:pPr marL="123825">
              <a:spcBef>
                <a:spcPts val="100"/>
              </a:spcBef>
            </a:pPr>
            <a:r>
              <a:rPr lang="en-US" sz="3200" dirty="0">
                <a:latin typeface="+mj-lt"/>
              </a:rPr>
              <a:t>Week 12 – Milestone Unlocked: From Raw Data to Reliable Insights</a:t>
            </a:r>
            <a:endParaRPr spc="-20" dirty="0">
              <a:latin typeface="+mj-lt"/>
            </a:endParaRPr>
          </a:p>
        </p:txBody>
      </p:sp>
      <p:sp>
        <p:nvSpPr>
          <p:cNvPr id="5" name="object 5">
            <a:extLst>
              <a:ext uri="{FF2B5EF4-FFF2-40B4-BE49-F238E27FC236}">
                <a16:creationId xmlns:a16="http://schemas.microsoft.com/office/drawing/2014/main" id="{4B9DB60F-380D-6D70-9B17-A98E08CA14DE}"/>
              </a:ext>
            </a:extLst>
          </p:cNvPr>
          <p:cNvSpPr txBox="1">
            <a:spLocks noGrp="1"/>
          </p:cNvSpPr>
          <p:nvPr>
            <p:ph type="sldNum" sz="quarter" idx="7"/>
          </p:nvPr>
        </p:nvSpPr>
        <p:spPr>
          <a:xfrm>
            <a:off x="552269" y="6556594"/>
            <a:ext cx="2437130" cy="167640"/>
          </a:xfrm>
          <a:prstGeom prst="rect">
            <a:avLst/>
          </a:prstGeom>
        </p:spPr>
        <p:txBody>
          <a:bodyPr vert="horz" wrap="square" lIns="0" tIns="0" rIns="0" bIns="0" rtlCol="0">
            <a:spAutoFit/>
          </a:bodyPr>
          <a:lstStyle>
            <a:defPPr>
              <a:defRPr kern="0"/>
            </a:defPPr>
            <a:lvl1pPr>
              <a:defRPr sz="1000" b="0" i="0">
                <a:solidFill>
                  <a:srgbClr val="3D3935"/>
                </a:solidFill>
                <a:latin typeface="Arial"/>
                <a:cs typeface="Arial"/>
              </a:defRPr>
            </a:lvl1pPr>
          </a:lstStyle>
          <a:p>
            <a:pPr marL="38100" marR="0" lvl="0" indent="0" algn="l" defTabSz="914400" rtl="0" eaLnBrk="1" fontAlgn="auto" latinLnBrk="0" hangingPunct="1">
              <a:lnSpc>
                <a:spcPct val="100000"/>
              </a:lnSpc>
              <a:spcBef>
                <a:spcPts val="5"/>
              </a:spcBef>
              <a:spcAft>
                <a:spcPts val="0"/>
              </a:spcAft>
              <a:buClrTx/>
              <a:buSzTx/>
              <a:buFontTx/>
              <a:buNone/>
              <a:tabLst/>
              <a:defRPr/>
            </a:pPr>
            <a:fld id="{81D60167-4931-47E6-BA6A-407CBD079E47}" type="slidenum">
              <a:rPr kumimoji="0" lang="en-US" sz="1000" b="0" i="0" u="none" strike="noStrike" kern="1200" cap="none" spc="0" normalizeH="0" baseline="0" noProof="0" smtClean="0">
                <a:ln>
                  <a:noFill/>
                </a:ln>
                <a:solidFill>
                  <a:srgbClr val="3D3935"/>
                </a:solidFill>
                <a:effectLst/>
                <a:uLnTx/>
                <a:uFillTx/>
                <a:latin typeface="Arial"/>
                <a:ea typeface="+mn-ea"/>
                <a:cs typeface="Arial"/>
              </a:rPr>
              <a:pPr marL="38100" marR="0" lvl="0" indent="0" algn="l" defTabSz="914400" rtl="0" eaLnBrk="1" fontAlgn="auto" latinLnBrk="0" hangingPunct="1">
                <a:lnSpc>
                  <a:spcPct val="100000"/>
                </a:lnSpc>
                <a:spcBef>
                  <a:spcPts val="5"/>
                </a:spcBef>
                <a:spcAft>
                  <a:spcPts val="0"/>
                </a:spcAft>
                <a:buClrTx/>
                <a:buSzTx/>
                <a:buFontTx/>
                <a:buNone/>
                <a:tabLst/>
                <a:defRPr/>
              </a:pPr>
              <a:t>52</a:t>
            </a:fld>
            <a:r>
              <a:rPr kumimoji="0" lang="en-US" sz="1000" b="0" i="0" u="none" strike="noStrike" kern="1200" cap="none" spc="240"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409"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Directorate</a:t>
            </a:r>
            <a:r>
              <a:rPr kumimoji="0" lang="en-US" sz="1000" b="0" i="0" u="none" strike="noStrike" kern="1200" cap="none" spc="-20"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Office</a:t>
            </a:r>
            <a:r>
              <a:rPr kumimoji="0" lang="en-US" sz="1000" b="0" i="0" u="none" strike="noStrike" kern="1200" cap="none" spc="-20"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Faculty</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10" normalizeH="0" baseline="0" noProof="0">
                <a:ln>
                  <a:noFill/>
                </a:ln>
                <a:solidFill>
                  <a:srgbClr val="3D3935"/>
                </a:solidFill>
                <a:effectLst/>
                <a:uLnTx/>
                <a:uFillTx/>
                <a:latin typeface="Arial"/>
                <a:ea typeface="+mn-ea"/>
                <a:cs typeface="Arial"/>
              </a:rPr>
              <a:t>School</a:t>
            </a:r>
            <a:endParaRPr kumimoji="0" sz="1000" b="0" i="0" u="none" strike="noStrike" kern="0" cap="none" spc="-10" normalizeH="0" baseline="0" noProof="0" dirty="0">
              <a:ln>
                <a:noFill/>
              </a:ln>
              <a:solidFill>
                <a:srgbClr val="3D3935"/>
              </a:solidFill>
              <a:effectLst/>
              <a:uLnTx/>
              <a:uFillTx/>
              <a:latin typeface="Arial"/>
              <a:ea typeface="+mn-ea"/>
              <a:cs typeface="Arial"/>
            </a:endParaRPr>
          </a:p>
        </p:txBody>
      </p:sp>
      <p:sp>
        <p:nvSpPr>
          <p:cNvPr id="8" name="TextBox 7">
            <a:extLst>
              <a:ext uri="{FF2B5EF4-FFF2-40B4-BE49-F238E27FC236}">
                <a16:creationId xmlns:a16="http://schemas.microsoft.com/office/drawing/2014/main" id="{79B26682-AF2D-A865-60B6-2BBCFB1EB0D3}"/>
              </a:ext>
            </a:extLst>
          </p:cNvPr>
          <p:cNvSpPr txBox="1"/>
          <p:nvPr/>
        </p:nvSpPr>
        <p:spPr>
          <a:xfrm>
            <a:off x="0" y="1800413"/>
            <a:ext cx="9143999" cy="3257174"/>
          </a:xfrm>
          <a:prstGeom prst="rect">
            <a:avLst/>
          </a:prstGeom>
          <a:noFill/>
        </p:spPr>
        <p:txBody>
          <a:bodyPr wrap="square">
            <a:spAutoFit/>
          </a:bodyPr>
          <a:lstStyle/>
          <a:p>
            <a:pPr>
              <a:lnSpc>
                <a:spcPct val="150000"/>
              </a:lnSpc>
            </a:pPr>
            <a:r>
              <a:rPr lang="en-AU" sz="2800" dirty="0">
                <a:latin typeface="Calibir"/>
              </a:rPr>
              <a:t>Let’s celebrate their achievements with a #SelfieCelebration!</a:t>
            </a:r>
          </a:p>
          <a:p>
            <a:pPr>
              <a:lnSpc>
                <a:spcPct val="150000"/>
              </a:lnSpc>
            </a:pPr>
            <a:r>
              <a:rPr lang="en-AU" sz="2800" dirty="0">
                <a:latin typeface="Calibir"/>
              </a:rPr>
              <a:t>#StudentSuccess #ProudMoment #DataAnalytics #DataManagement #DatabaseDesign #BusinessIntelligence #MicrosoftAccess #MicrosoftAzure #OzCoProject #LearningByDoing #Education #ACU #DataDrivenFuture</a:t>
            </a:r>
          </a:p>
        </p:txBody>
      </p:sp>
    </p:spTree>
    <p:extLst>
      <p:ext uri="{BB962C8B-B14F-4D97-AF65-F5344CB8AC3E}">
        <p14:creationId xmlns:p14="http://schemas.microsoft.com/office/powerpoint/2010/main" val="15300895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A38AB-6E2F-393F-A7F2-8CF62CFD31B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C4B0C47-8274-EB4D-D217-0913B8C14E4F}"/>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Have You Completed the Survey?</a:t>
            </a:r>
            <a:endParaRPr spc="-20" dirty="0">
              <a:latin typeface="+mj-lt"/>
            </a:endParaRPr>
          </a:p>
        </p:txBody>
      </p:sp>
      <p:sp>
        <p:nvSpPr>
          <p:cNvPr id="5" name="object 5">
            <a:extLst>
              <a:ext uri="{FF2B5EF4-FFF2-40B4-BE49-F238E27FC236}">
                <a16:creationId xmlns:a16="http://schemas.microsoft.com/office/drawing/2014/main" id="{F934AEB8-944D-15FF-1EE5-1196D6D7AE18}"/>
              </a:ext>
            </a:extLst>
          </p:cNvPr>
          <p:cNvSpPr txBox="1">
            <a:spLocks noGrp="1"/>
          </p:cNvSpPr>
          <p:nvPr>
            <p:ph type="sldNum" sz="quarter" idx="7"/>
          </p:nvPr>
        </p:nvSpPr>
        <p:spPr>
          <a:xfrm>
            <a:off x="552269" y="6556594"/>
            <a:ext cx="2437130" cy="167640"/>
          </a:xfrm>
          <a:prstGeom prst="rect">
            <a:avLst/>
          </a:prstGeom>
        </p:spPr>
        <p:txBody>
          <a:bodyPr vert="horz" wrap="square" lIns="0" tIns="0" rIns="0" bIns="0" rtlCol="0">
            <a:spAutoFit/>
          </a:bodyPr>
          <a:lstStyle>
            <a:defPPr>
              <a:defRPr kern="0"/>
            </a:defPPr>
            <a:lvl1pPr>
              <a:defRPr sz="1000" b="0" i="0">
                <a:solidFill>
                  <a:srgbClr val="3D3935"/>
                </a:solidFill>
                <a:latin typeface="Arial"/>
                <a:cs typeface="Arial"/>
              </a:defRPr>
            </a:lvl1pPr>
          </a:lstStyle>
          <a:p>
            <a:pPr marL="38100" marR="0" lvl="0" indent="0" algn="l" defTabSz="914400" rtl="0" eaLnBrk="1" fontAlgn="auto" latinLnBrk="0" hangingPunct="1">
              <a:lnSpc>
                <a:spcPct val="100000"/>
              </a:lnSpc>
              <a:spcBef>
                <a:spcPts val="5"/>
              </a:spcBef>
              <a:spcAft>
                <a:spcPts val="0"/>
              </a:spcAft>
              <a:buClrTx/>
              <a:buSzTx/>
              <a:buFontTx/>
              <a:buNone/>
              <a:tabLst/>
              <a:defRPr/>
            </a:pPr>
            <a:fld id="{81D60167-4931-47E6-BA6A-407CBD079E47}" type="slidenum">
              <a:rPr kumimoji="0" lang="en-US" sz="1000" b="0" i="0" u="none" strike="noStrike" kern="1200" cap="none" spc="0" normalizeH="0" baseline="0" noProof="0" smtClean="0">
                <a:ln>
                  <a:noFill/>
                </a:ln>
                <a:solidFill>
                  <a:srgbClr val="3D3935"/>
                </a:solidFill>
                <a:effectLst/>
                <a:uLnTx/>
                <a:uFillTx/>
                <a:latin typeface="Arial"/>
                <a:ea typeface="+mn-ea"/>
                <a:cs typeface="Arial"/>
              </a:rPr>
              <a:pPr marL="38100" marR="0" lvl="0" indent="0" algn="l" defTabSz="914400" rtl="0" eaLnBrk="1" fontAlgn="auto" latinLnBrk="0" hangingPunct="1">
                <a:lnSpc>
                  <a:spcPct val="100000"/>
                </a:lnSpc>
                <a:spcBef>
                  <a:spcPts val="5"/>
                </a:spcBef>
                <a:spcAft>
                  <a:spcPts val="0"/>
                </a:spcAft>
                <a:buClrTx/>
                <a:buSzTx/>
                <a:buFontTx/>
                <a:buNone/>
                <a:tabLst/>
                <a:defRPr/>
              </a:pPr>
              <a:t>53</a:t>
            </a:fld>
            <a:r>
              <a:rPr kumimoji="0" lang="en-US" sz="1000" b="0" i="0" u="none" strike="noStrike" kern="1200" cap="none" spc="240"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409"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Directorate</a:t>
            </a:r>
            <a:r>
              <a:rPr kumimoji="0" lang="en-US" sz="1000" b="0" i="0" u="none" strike="noStrike" kern="1200" cap="none" spc="-20"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Office</a:t>
            </a:r>
            <a:r>
              <a:rPr kumimoji="0" lang="en-US" sz="1000" b="0" i="0" u="none" strike="noStrike" kern="1200" cap="none" spc="-20"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Faculty</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10" normalizeH="0" baseline="0" noProof="0">
                <a:ln>
                  <a:noFill/>
                </a:ln>
                <a:solidFill>
                  <a:srgbClr val="3D3935"/>
                </a:solidFill>
                <a:effectLst/>
                <a:uLnTx/>
                <a:uFillTx/>
                <a:latin typeface="Arial"/>
                <a:ea typeface="+mn-ea"/>
                <a:cs typeface="Arial"/>
              </a:rPr>
              <a:t>School</a:t>
            </a:r>
            <a:endParaRPr kumimoji="0" sz="1000" b="0" i="0" u="none" strike="noStrike" kern="0" cap="none" spc="-10" normalizeH="0" baseline="0" noProof="0" dirty="0">
              <a:ln>
                <a:noFill/>
              </a:ln>
              <a:solidFill>
                <a:srgbClr val="3D3935"/>
              </a:solidFill>
              <a:effectLst/>
              <a:uLnTx/>
              <a:uFillTx/>
              <a:latin typeface="Arial"/>
              <a:ea typeface="+mn-ea"/>
              <a:cs typeface="Arial"/>
            </a:endParaRPr>
          </a:p>
        </p:txBody>
      </p:sp>
      <p:sp>
        <p:nvSpPr>
          <p:cNvPr id="4" name="TextBox 3">
            <a:extLst>
              <a:ext uri="{FF2B5EF4-FFF2-40B4-BE49-F238E27FC236}">
                <a16:creationId xmlns:a16="http://schemas.microsoft.com/office/drawing/2014/main" id="{E94EA4BC-054A-7FCF-3E2E-1D089B46BB6C}"/>
              </a:ext>
            </a:extLst>
          </p:cNvPr>
          <p:cNvSpPr txBox="1"/>
          <p:nvPr/>
        </p:nvSpPr>
        <p:spPr>
          <a:xfrm>
            <a:off x="71438" y="1270445"/>
            <a:ext cx="9001124" cy="4549835"/>
          </a:xfrm>
          <a:prstGeom prst="rect">
            <a:avLst/>
          </a:prstGeom>
          <a:noFill/>
        </p:spPr>
        <p:txBody>
          <a:bodyPr wrap="square">
            <a:spAutoFit/>
          </a:bodyPr>
          <a:lstStyle/>
          <a:p>
            <a:pPr>
              <a:lnSpc>
                <a:spcPct val="150000"/>
              </a:lnSpc>
              <a:buNone/>
            </a:pPr>
            <a:r>
              <a:rPr lang="en-US" sz="2800" dirty="0">
                <a:latin typeface="Calibir"/>
              </a:rPr>
              <a:t>Your feedback is important in improving the learning experience for future students.</a:t>
            </a:r>
            <a:br>
              <a:rPr lang="en-US" sz="2800" dirty="0">
                <a:latin typeface="Calibir"/>
              </a:rPr>
            </a:br>
            <a:r>
              <a:rPr lang="en-US" sz="2800" dirty="0">
                <a:latin typeface="Calibir"/>
              </a:rPr>
              <a:t>Please reflect on the following in your survey responses:</a:t>
            </a:r>
          </a:p>
          <a:p>
            <a:pPr marL="914400" lvl="1" indent="-457200">
              <a:lnSpc>
                <a:spcPct val="150000"/>
              </a:lnSpc>
              <a:buFont typeface="Arial" panose="020B0604020202020204" pitchFamily="34" charset="0"/>
              <a:buChar char="•"/>
            </a:pPr>
            <a:r>
              <a:rPr lang="en-US" sz="2800" dirty="0">
                <a:latin typeface="Calibir"/>
              </a:rPr>
              <a:t>How quickly your questions were answered through Canvas or email </a:t>
            </a:r>
          </a:p>
          <a:p>
            <a:pPr marL="914400" lvl="1" indent="-457200">
              <a:lnSpc>
                <a:spcPct val="150000"/>
              </a:lnSpc>
              <a:buFont typeface="Arial" panose="020B0604020202020204" pitchFamily="34" charset="0"/>
              <a:buChar char="•"/>
            </a:pPr>
            <a:r>
              <a:rPr lang="en-US" sz="2800" dirty="0">
                <a:latin typeface="Calibir"/>
              </a:rPr>
              <a:t>How effective the lecture slides and PowerPoint designs were in supporting your learning</a:t>
            </a:r>
          </a:p>
        </p:txBody>
      </p:sp>
    </p:spTree>
    <p:extLst>
      <p:ext uri="{BB962C8B-B14F-4D97-AF65-F5344CB8AC3E}">
        <p14:creationId xmlns:p14="http://schemas.microsoft.com/office/powerpoint/2010/main" val="38593198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DBC3-D597-6BB8-ADA5-D2410F95C17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39456EC-C941-AC4F-DEE6-06DFFC728A2C}"/>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Have You Completed the Survey?</a:t>
            </a:r>
            <a:endParaRPr spc="-20" dirty="0">
              <a:latin typeface="+mj-lt"/>
            </a:endParaRPr>
          </a:p>
        </p:txBody>
      </p:sp>
      <p:sp>
        <p:nvSpPr>
          <p:cNvPr id="5" name="object 5">
            <a:extLst>
              <a:ext uri="{FF2B5EF4-FFF2-40B4-BE49-F238E27FC236}">
                <a16:creationId xmlns:a16="http://schemas.microsoft.com/office/drawing/2014/main" id="{D554CC1B-E51E-7D2B-CD12-81D0E3D21B72}"/>
              </a:ext>
            </a:extLst>
          </p:cNvPr>
          <p:cNvSpPr txBox="1">
            <a:spLocks noGrp="1"/>
          </p:cNvSpPr>
          <p:nvPr>
            <p:ph type="sldNum" sz="quarter" idx="7"/>
          </p:nvPr>
        </p:nvSpPr>
        <p:spPr>
          <a:xfrm>
            <a:off x="552269" y="6556594"/>
            <a:ext cx="2437130" cy="167640"/>
          </a:xfrm>
          <a:prstGeom prst="rect">
            <a:avLst/>
          </a:prstGeom>
        </p:spPr>
        <p:txBody>
          <a:bodyPr vert="horz" wrap="square" lIns="0" tIns="0" rIns="0" bIns="0" rtlCol="0">
            <a:spAutoFit/>
          </a:bodyPr>
          <a:lstStyle>
            <a:defPPr>
              <a:defRPr kern="0"/>
            </a:defPPr>
            <a:lvl1pPr>
              <a:defRPr sz="1000" b="0" i="0">
                <a:solidFill>
                  <a:srgbClr val="3D3935"/>
                </a:solidFill>
                <a:latin typeface="Arial"/>
                <a:cs typeface="Arial"/>
              </a:defRPr>
            </a:lvl1pPr>
          </a:lstStyle>
          <a:p>
            <a:pPr marL="38100" marR="0" lvl="0" indent="0" algn="l" defTabSz="914400" rtl="0" eaLnBrk="1" fontAlgn="auto" latinLnBrk="0" hangingPunct="1">
              <a:lnSpc>
                <a:spcPct val="100000"/>
              </a:lnSpc>
              <a:spcBef>
                <a:spcPts val="5"/>
              </a:spcBef>
              <a:spcAft>
                <a:spcPts val="0"/>
              </a:spcAft>
              <a:buClrTx/>
              <a:buSzTx/>
              <a:buFontTx/>
              <a:buNone/>
              <a:tabLst/>
              <a:defRPr/>
            </a:pPr>
            <a:fld id="{81D60167-4931-47E6-BA6A-407CBD079E47}" type="slidenum">
              <a:rPr kumimoji="0" lang="en-US" sz="1000" b="0" i="0" u="none" strike="noStrike" kern="1200" cap="none" spc="0" normalizeH="0" baseline="0" noProof="0" smtClean="0">
                <a:ln>
                  <a:noFill/>
                </a:ln>
                <a:solidFill>
                  <a:srgbClr val="3D3935"/>
                </a:solidFill>
                <a:effectLst/>
                <a:uLnTx/>
                <a:uFillTx/>
                <a:latin typeface="Arial"/>
                <a:ea typeface="+mn-ea"/>
                <a:cs typeface="Arial"/>
              </a:rPr>
              <a:pPr marL="38100" marR="0" lvl="0" indent="0" algn="l" defTabSz="914400" rtl="0" eaLnBrk="1" fontAlgn="auto" latinLnBrk="0" hangingPunct="1">
                <a:lnSpc>
                  <a:spcPct val="100000"/>
                </a:lnSpc>
                <a:spcBef>
                  <a:spcPts val="5"/>
                </a:spcBef>
                <a:spcAft>
                  <a:spcPts val="0"/>
                </a:spcAft>
                <a:buClrTx/>
                <a:buSzTx/>
                <a:buFontTx/>
                <a:buNone/>
                <a:tabLst/>
                <a:defRPr/>
              </a:pPr>
              <a:t>54</a:t>
            </a:fld>
            <a:r>
              <a:rPr kumimoji="0" lang="en-US" sz="1000" b="0" i="0" u="none" strike="noStrike" kern="1200" cap="none" spc="240"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409"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Directorate</a:t>
            </a:r>
            <a:r>
              <a:rPr kumimoji="0" lang="en-US" sz="1000" b="0" i="0" u="none" strike="noStrike" kern="1200" cap="none" spc="-20"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Office</a:t>
            </a:r>
            <a:r>
              <a:rPr kumimoji="0" lang="en-US" sz="1000" b="0" i="0" u="none" strike="noStrike" kern="1200" cap="none" spc="-20"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Faculty</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0" normalizeH="0" baseline="0" noProof="0">
                <a:ln>
                  <a:noFill/>
                </a:ln>
                <a:solidFill>
                  <a:srgbClr val="3D3935"/>
                </a:solidFill>
                <a:effectLst/>
                <a:uLnTx/>
                <a:uFillTx/>
                <a:latin typeface="Arial"/>
                <a:ea typeface="+mn-ea"/>
                <a:cs typeface="Arial"/>
              </a:rPr>
              <a:t>|</a:t>
            </a:r>
            <a:r>
              <a:rPr kumimoji="0" lang="en-US" sz="1000" b="0" i="0" u="none" strike="noStrike" kern="1200" cap="none" spc="-15" normalizeH="0" baseline="0" noProof="0">
                <a:ln>
                  <a:noFill/>
                </a:ln>
                <a:solidFill>
                  <a:srgbClr val="3D3935"/>
                </a:solidFill>
                <a:effectLst/>
                <a:uLnTx/>
                <a:uFillTx/>
                <a:latin typeface="Arial"/>
                <a:ea typeface="+mn-ea"/>
                <a:cs typeface="Arial"/>
              </a:rPr>
              <a:t> </a:t>
            </a:r>
            <a:r>
              <a:rPr kumimoji="0" lang="en-US" sz="1000" b="0" i="0" u="none" strike="noStrike" kern="1200" cap="none" spc="-10" normalizeH="0" baseline="0" noProof="0">
                <a:ln>
                  <a:noFill/>
                </a:ln>
                <a:solidFill>
                  <a:srgbClr val="3D3935"/>
                </a:solidFill>
                <a:effectLst/>
                <a:uLnTx/>
                <a:uFillTx/>
                <a:latin typeface="Arial"/>
                <a:ea typeface="+mn-ea"/>
                <a:cs typeface="Arial"/>
              </a:rPr>
              <a:t>School</a:t>
            </a:r>
            <a:endParaRPr kumimoji="0" sz="1000" b="0" i="0" u="none" strike="noStrike" kern="0" cap="none" spc="-10" normalizeH="0" baseline="0" noProof="0" dirty="0">
              <a:ln>
                <a:noFill/>
              </a:ln>
              <a:solidFill>
                <a:srgbClr val="3D3935"/>
              </a:solidFill>
              <a:effectLst/>
              <a:uLnTx/>
              <a:uFillTx/>
              <a:latin typeface="Arial"/>
              <a:ea typeface="+mn-ea"/>
              <a:cs typeface="Arial"/>
            </a:endParaRPr>
          </a:p>
        </p:txBody>
      </p:sp>
      <p:sp>
        <p:nvSpPr>
          <p:cNvPr id="4" name="TextBox 3">
            <a:extLst>
              <a:ext uri="{FF2B5EF4-FFF2-40B4-BE49-F238E27FC236}">
                <a16:creationId xmlns:a16="http://schemas.microsoft.com/office/drawing/2014/main" id="{5F9CFB65-9267-30FE-A841-2945D54E682C}"/>
              </a:ext>
            </a:extLst>
          </p:cNvPr>
          <p:cNvSpPr txBox="1"/>
          <p:nvPr/>
        </p:nvSpPr>
        <p:spPr>
          <a:xfrm>
            <a:off x="71438" y="2563107"/>
            <a:ext cx="9001124" cy="1964512"/>
          </a:xfrm>
          <a:prstGeom prst="rect">
            <a:avLst/>
          </a:prstGeom>
          <a:noFill/>
        </p:spPr>
        <p:txBody>
          <a:bodyPr wrap="square">
            <a:spAutoFit/>
          </a:bodyPr>
          <a:lstStyle/>
          <a:p>
            <a:pPr marL="914400" lvl="1" indent="-457200">
              <a:lnSpc>
                <a:spcPct val="150000"/>
              </a:lnSpc>
              <a:buFont typeface="Arial" panose="020B0604020202020204" pitchFamily="34" charset="0"/>
              <a:buChar char="•"/>
            </a:pPr>
            <a:r>
              <a:rPr lang="en-US" sz="2800" dirty="0">
                <a:latin typeface="Calibir"/>
              </a:rPr>
              <a:t>The clarity of assessments and learning materials </a:t>
            </a:r>
          </a:p>
          <a:p>
            <a:pPr marL="914400" lvl="1" indent="-457200">
              <a:lnSpc>
                <a:spcPct val="150000"/>
              </a:lnSpc>
              <a:buFont typeface="Arial" panose="020B0604020202020204" pitchFamily="34" charset="0"/>
              <a:buChar char="•"/>
            </a:pPr>
            <a:r>
              <a:rPr lang="en-US" sz="2800" dirty="0">
                <a:latin typeface="Calibir"/>
              </a:rPr>
              <a:t>Overall teaching quality and student support </a:t>
            </a:r>
          </a:p>
          <a:p>
            <a:pPr>
              <a:lnSpc>
                <a:spcPct val="150000"/>
              </a:lnSpc>
              <a:buNone/>
            </a:pPr>
            <a:r>
              <a:rPr lang="en-US" sz="2800" dirty="0">
                <a:latin typeface="Calibir"/>
              </a:rPr>
              <a:t>Thank you for taking the time to complete the survey.</a:t>
            </a:r>
          </a:p>
        </p:txBody>
      </p:sp>
    </p:spTree>
    <p:extLst>
      <p:ext uri="{BB962C8B-B14F-4D97-AF65-F5344CB8AC3E}">
        <p14:creationId xmlns:p14="http://schemas.microsoft.com/office/powerpoint/2010/main" val="2493945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E637624-0BBE-F959-CF34-04F3E9ABA63E}"/>
              </a:ext>
            </a:extLst>
          </p:cNvPr>
          <p:cNvSpPr txBox="1">
            <a:spLocks noGrp="1"/>
          </p:cNvSpPr>
          <p:nvPr>
            <p:ph type="title"/>
          </p:nvPr>
        </p:nvSpPr>
        <p:spPr>
          <a:xfrm>
            <a:off x="0" y="-146378"/>
            <a:ext cx="6920865" cy="737108"/>
          </a:xfrm>
        </p:spPr>
        <p:txBody>
          <a:bodyPr vert="horz" wrap="square" lIns="0" tIns="0" rIns="0" bIns="0" rtlCol="0">
            <a:normAutofit/>
          </a:bodyPr>
          <a:lstStyle/>
          <a:p>
            <a:pPr marL="12700">
              <a:spcBef>
                <a:spcPts val="100"/>
              </a:spcBef>
            </a:pPr>
            <a:r>
              <a:rPr lang="en-US" b="1" i="0" dirty="0">
                <a:latin typeface="Arial"/>
                <a:ea typeface="+mj-ea"/>
                <a:cs typeface="Arial"/>
              </a:rPr>
              <a:t>Thank You</a:t>
            </a:r>
            <a:endParaRPr lang="en-US" b="1" i="0" spc="-10" dirty="0">
              <a:latin typeface="Arial"/>
              <a:ea typeface="+mj-ea"/>
              <a:cs typeface="Arial"/>
            </a:endParaRPr>
          </a:p>
        </p:txBody>
      </p:sp>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21127" r="20212" b="-2"/>
          <a:stretch>
            <a:fillRect/>
          </a:stretch>
        </p:blipFill>
        <p:spPr>
          <a:xfrm>
            <a:off x="457200" y="1577340"/>
            <a:ext cx="3977640" cy="4526280"/>
          </a:xfrm>
          <a:prstGeom prst="rect">
            <a:avLst/>
          </a:prstGeom>
          <a:noFill/>
        </p:spPr>
      </p:pic>
      <p:sp>
        <p:nvSpPr>
          <p:cNvPr id="3" name="TextBox 2">
            <a:extLst>
              <a:ext uri="{FF2B5EF4-FFF2-40B4-BE49-F238E27FC236}">
                <a16:creationId xmlns:a16="http://schemas.microsoft.com/office/drawing/2014/main" id="{84845029-98A4-9C92-04B4-320B6AFDD1B8}"/>
              </a:ext>
            </a:extLst>
          </p:cNvPr>
          <p:cNvSpPr txBox="1"/>
          <p:nvPr/>
        </p:nvSpPr>
        <p:spPr>
          <a:xfrm>
            <a:off x="4709160" y="1577340"/>
            <a:ext cx="3977640" cy="4061460"/>
          </a:xfrm>
          <a:prstGeom prst="rect">
            <a:avLst/>
          </a:prstGeom>
        </p:spPr>
        <p:txBody>
          <a:bodyPr vert="horz" wrap="square" lIns="0" tIns="0" rIns="0" bIns="0" rtlCol="0">
            <a:normAutofit/>
          </a:bodyPr>
          <a:lstStyle/>
          <a:p>
            <a:pPr defTabSz="685800" rtl="0">
              <a:lnSpc>
                <a:spcPct val="150000"/>
              </a:lnSpc>
              <a:spcAft>
                <a:spcPts val="450"/>
              </a:spcAft>
              <a:defRPr/>
            </a:pPr>
            <a:r>
              <a:rPr lang="en-US" sz="1900" i="0" kern="1200" dirty="0">
                <a:solidFill>
                  <a:schemeClr val="tx1"/>
                </a:solidFill>
                <a:latin typeface="+mj-lt"/>
                <a:ea typeface="+mn-ea"/>
                <a:cs typeface="Arial"/>
              </a:rPr>
              <a:t>Happy Learning and Bright Futures Ahead!</a:t>
            </a:r>
            <a:br>
              <a:rPr lang="en-US" sz="1900" i="0" kern="1200" dirty="0">
                <a:solidFill>
                  <a:schemeClr val="tx1"/>
                </a:solidFill>
                <a:latin typeface="+mj-lt"/>
                <a:ea typeface="+mn-ea"/>
                <a:cs typeface="Arial"/>
              </a:rPr>
            </a:br>
            <a:r>
              <a:rPr lang="en-US" sz="1900" i="0" kern="1200" dirty="0">
                <a:solidFill>
                  <a:schemeClr val="tx1"/>
                </a:solidFill>
                <a:latin typeface="+mj-lt"/>
                <a:ea typeface="+mn-ea"/>
                <a:cs typeface="Arial"/>
              </a:rPr>
              <a:t>Dr. Farshid Keivanian</a:t>
            </a:r>
            <a:br>
              <a:rPr lang="en-US" sz="1900" i="0" kern="1200" dirty="0">
                <a:solidFill>
                  <a:schemeClr val="tx1"/>
                </a:solidFill>
                <a:latin typeface="+mj-lt"/>
                <a:ea typeface="+mn-ea"/>
                <a:cs typeface="Arial"/>
              </a:rPr>
            </a:br>
            <a:r>
              <a:rPr lang="en-US" sz="1900" i="0" kern="1200" dirty="0">
                <a:solidFill>
                  <a:schemeClr val="tx1"/>
                </a:solidFill>
                <a:latin typeface="+mj-lt"/>
                <a:ea typeface="+mn-ea"/>
                <a:cs typeface="Arial"/>
              </a:rPr>
              <a:t>Stay Connected:</a:t>
            </a:r>
            <a:br>
              <a:rPr lang="en-US" sz="1900" i="0" kern="1200" dirty="0">
                <a:solidFill>
                  <a:schemeClr val="tx1"/>
                </a:solidFill>
                <a:latin typeface="+mj-lt"/>
                <a:ea typeface="+mn-ea"/>
                <a:cs typeface="Arial"/>
              </a:rPr>
            </a:br>
            <a:r>
              <a:rPr lang="en-US" sz="1900" kern="1200" dirty="0">
                <a:solidFill>
                  <a:schemeClr val="tx1"/>
                </a:solidFill>
                <a:latin typeface="+mj-lt"/>
                <a:ea typeface="+mn-ea"/>
                <a:cs typeface="Arial"/>
                <a:hlinkClick r:id="rId3" action="ppaction://hlinkfile"/>
              </a:rPr>
              <a:t>linkedin.com/in/farshid-keivanian</a:t>
            </a:r>
            <a:r>
              <a:rPr lang="en-US" sz="1900" i="0" kern="1200" dirty="0">
                <a:solidFill>
                  <a:schemeClr val="tx1"/>
                </a:solidFill>
                <a:latin typeface="+mj-lt"/>
                <a:ea typeface="+mn-ea"/>
                <a:cs typeface="Arial"/>
                <a:hlinkClick r:id="rId3" action="ppaction://hlinkfile"/>
              </a:rPr>
              <a:t> </a:t>
            </a:r>
            <a:br>
              <a:rPr lang="en-US" sz="1900" i="0" kern="1200" dirty="0">
                <a:solidFill>
                  <a:schemeClr val="tx1"/>
                </a:solidFill>
                <a:latin typeface="+mj-lt"/>
                <a:ea typeface="+mn-ea"/>
                <a:cs typeface="Arial"/>
              </a:rPr>
            </a:br>
            <a:r>
              <a:rPr lang="en-US" sz="1900" i="0" kern="1200" dirty="0">
                <a:solidFill>
                  <a:schemeClr val="tx1"/>
                </a:solidFill>
                <a:latin typeface="+mj-lt"/>
                <a:ea typeface="+mn-ea"/>
                <a:cs typeface="Arial"/>
                <a:hlinkClick r:id="rId4" action="ppaction://hlinkfile"/>
              </a:rPr>
              <a:t>github.com/</a:t>
            </a:r>
            <a:r>
              <a:rPr lang="en-US" sz="1900" i="0" kern="1200" dirty="0" err="1">
                <a:solidFill>
                  <a:schemeClr val="tx1"/>
                </a:solidFill>
                <a:latin typeface="+mj-lt"/>
                <a:ea typeface="+mn-ea"/>
                <a:cs typeface="Arial"/>
                <a:hlinkClick r:id="rId4" action="ppaction://hlinkfile"/>
              </a:rPr>
              <a:t>FarshidKeivanian</a:t>
            </a:r>
            <a:r>
              <a:rPr lang="en-US" sz="1900" i="0" kern="1200" dirty="0">
                <a:solidFill>
                  <a:schemeClr val="tx1"/>
                </a:solidFill>
                <a:latin typeface="+mj-lt"/>
                <a:ea typeface="+mn-ea"/>
                <a:cs typeface="Arial"/>
                <a:hlinkClick r:id="rId4" action="ppaction://hlinkfile"/>
              </a:rPr>
              <a:t> </a:t>
            </a:r>
            <a:endParaRPr lang="en-US" sz="1900" i="0" kern="1200" dirty="0">
              <a:solidFill>
                <a:schemeClr val="tx1"/>
              </a:solidFill>
              <a:latin typeface="+mj-lt"/>
              <a:ea typeface="+mn-ea"/>
              <a:cs typeface="Arial"/>
            </a:endParaRPr>
          </a:p>
          <a:p>
            <a:pPr indent="-171450" defTabSz="685800" rtl="0">
              <a:lnSpc>
                <a:spcPct val="150000"/>
              </a:lnSpc>
              <a:spcAft>
                <a:spcPts val="450"/>
              </a:spcAft>
              <a:buFont typeface="Arial" panose="020B0604020202020204" pitchFamily="34" charset="0"/>
              <a:buChar char="•"/>
              <a:defRPr/>
            </a:pPr>
            <a:r>
              <a:rPr lang="en-US" sz="1900" i="0" kern="1200" dirty="0">
                <a:solidFill>
                  <a:schemeClr val="tx1"/>
                </a:solidFill>
                <a:latin typeface="+mj-lt"/>
                <a:ea typeface="+mn-ea"/>
                <a:cs typeface="Arial"/>
              </a:rPr>
              <a:t>Education is the most powerful weapon you can use to change the world. — Nelson Mandela</a:t>
            </a:r>
          </a:p>
        </p:txBody>
      </p:sp>
    </p:spTree>
    <p:extLst>
      <p:ext uri="{BB962C8B-B14F-4D97-AF65-F5344CB8AC3E}">
        <p14:creationId xmlns:p14="http://schemas.microsoft.com/office/powerpoint/2010/main" val="319086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CU Presentation">
  <a:themeElements>
    <a:clrScheme name="ACUColourScheme">
      <a:dk1>
        <a:srgbClr val="3C1053"/>
      </a:dk1>
      <a:lt1>
        <a:srgbClr val="FFFFFF"/>
      </a:lt1>
      <a:dk2>
        <a:srgbClr val="3C1053"/>
      </a:dk2>
      <a:lt2>
        <a:srgbClr val="E8E3DB"/>
      </a:lt2>
      <a:accent1>
        <a:srgbClr val="F2120C"/>
      </a:accent1>
      <a:accent2>
        <a:srgbClr val="3D3935"/>
      </a:accent2>
      <a:accent3>
        <a:srgbClr val="8C857B"/>
      </a:accent3>
      <a:accent4>
        <a:srgbClr val="3C1053"/>
      </a:accent4>
      <a:accent5>
        <a:srgbClr val="E8E3DB"/>
      </a:accent5>
      <a:accent6>
        <a:srgbClr val="70AD47"/>
      </a:accent6>
      <a:hlink>
        <a:srgbClr val="0563C1"/>
      </a:hlink>
      <a:folHlink>
        <a:srgbClr val="954F72"/>
      </a:folHlink>
    </a:clrScheme>
    <a:fontScheme name="Custom 21">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dirty="0" err="1" smtClean="0">
            <a:solidFill>
              <a:srgbClr val="3D3935"/>
            </a:solidFill>
          </a:defRPr>
        </a:defPPr>
      </a:lstStyle>
    </a:txDef>
  </a:objectDefaults>
  <a:extraClrSchemeLst/>
  <a:extLst>
    <a:ext uri="{05A4C25C-085E-4340-85A3-A5531E510DB2}">
      <thm15:themeFamily xmlns:thm15="http://schemas.microsoft.com/office/thememl/2012/main" name="PPT_Template_4_3_V2.potx" id="{F3B38964-EE74-4E1D-A3FE-21D8EB788CBF}" vid="{2C9D612A-0DB5-43BD-9B9F-0A9FAAF24DC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CDC8B17FFF79F46AB892AACDE15F09D" ma:contentTypeVersion="1" ma:contentTypeDescription="Create a new document." ma:contentTypeScope="" ma:versionID="a5ba99c893f738a110fead59b8aec548">
  <xsd:schema xmlns:xsd="http://www.w3.org/2001/XMLSchema" xmlns:xs="http://www.w3.org/2001/XMLSchema" xmlns:p="http://schemas.microsoft.com/office/2006/metadata/properties" targetNamespace="http://schemas.microsoft.com/office/2006/metadata/properties" ma:root="true" ma:fieldsID="6c96ba11fc0b0f11135d6dc28d8a2ff0">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360E499-BA5F-475B-94B4-A8CCAB27634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19D6D79-91EF-4340-8C3D-E484566A2E2F}">
  <ds:schemaRefs>
    <ds:schemaRef ds:uri="http://purl.org/dc/dcmitype/"/>
    <ds:schemaRef ds:uri="http://schemas.microsoft.com/office/2006/documentManagement/types"/>
    <ds:schemaRef ds:uri="http://www.w3.org/XML/1998/namespace"/>
    <ds:schemaRef ds:uri="http://purl.org/dc/terms/"/>
    <ds:schemaRef ds:uri="http://schemas.microsoft.com/office/infopath/2007/PartnerControls"/>
    <ds:schemaRef ds:uri="http://schemas.openxmlformats.org/package/2006/metadata/core-propertie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05866CA7-3031-48D4-BC56-8127880CD39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PPT_Template_4_3_V2.potx</Template>
  <TotalTime>5717</TotalTime>
  <Words>2887</Words>
  <Application>Microsoft Office PowerPoint</Application>
  <PresentationFormat>On-screen Show (4:3)</PresentationFormat>
  <Paragraphs>796</Paragraphs>
  <Slides>55</Slides>
  <Notes>47</Notes>
  <HiddenSlides>0</HiddenSlides>
  <MMClips>2</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55</vt:i4>
      </vt:variant>
    </vt:vector>
  </HeadingPairs>
  <TitlesOfParts>
    <vt:vector size="60" baseType="lpstr">
      <vt:lpstr>Arial</vt:lpstr>
      <vt:lpstr>Calibir</vt:lpstr>
      <vt:lpstr>Calibri</vt:lpstr>
      <vt:lpstr>ACU Presentation</vt:lpstr>
      <vt:lpstr>think-cell Slide</vt:lpstr>
      <vt:lpstr>Data Privacy and Legal and Ethical Aspects of Data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Week 12 – Milestone Unlocked: From Raw Data to Reliable Insights</vt:lpstr>
      <vt:lpstr>Week 12 – Milestone Unlocked: From Raw Data to Reliable Insights</vt:lpstr>
      <vt:lpstr>Week 12 – Milestone Unlocked: From Raw Data to Reliable Insights</vt:lpstr>
      <vt:lpstr>Week 12 – Milestone Unlocked: From Raw Data to Reliable Insights</vt:lpstr>
      <vt:lpstr>Week 12 – Milestone Unlocked: From Raw Data to Reliable Insights</vt:lpstr>
      <vt:lpstr>Have You Completed the Survey?</vt:lpstr>
      <vt:lpstr>Have You Completed the Survey?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ACU Presentation</dc:title>
  <dc:creator>Husnen Rupani;Simone.Byrnes@acu.edu.au</dc:creator>
  <cp:lastModifiedBy>Farshid Keivanian</cp:lastModifiedBy>
  <cp:revision>1534</cp:revision>
  <cp:lastPrinted>2017-08-03T04:07:41Z</cp:lastPrinted>
  <dcterms:created xsi:type="dcterms:W3CDTF">2017-05-11T09:33:32Z</dcterms:created>
  <dcterms:modified xsi:type="dcterms:W3CDTF">2026-05-25T09:42:53Z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0x0101007CDC8B17FFF79F46AB892AACDE15F09D</vt:lpwstr>
  </property>
</Properties>
</file>