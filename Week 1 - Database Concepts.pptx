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769" r:id="rId5"/>
  </p:sldMasterIdLst>
  <p:notesMasterIdLst>
    <p:notesMasterId r:id="rId70"/>
  </p:notesMasterIdLst>
  <p:sldIdLst>
    <p:sldId id="421" r:id="rId6"/>
    <p:sldId id="925" r:id="rId7"/>
    <p:sldId id="258" r:id="rId8"/>
    <p:sldId id="1089" r:id="rId9"/>
    <p:sldId id="1090" r:id="rId10"/>
    <p:sldId id="1091" r:id="rId11"/>
    <p:sldId id="1092" r:id="rId12"/>
    <p:sldId id="1093" r:id="rId13"/>
    <p:sldId id="1062" r:id="rId14"/>
    <p:sldId id="1094" r:id="rId15"/>
    <p:sldId id="1095" r:id="rId16"/>
    <p:sldId id="1096" r:id="rId17"/>
    <p:sldId id="1097" r:id="rId18"/>
    <p:sldId id="1098" r:id="rId19"/>
    <p:sldId id="1099" r:id="rId20"/>
    <p:sldId id="1100" r:id="rId21"/>
    <p:sldId id="1101" r:id="rId22"/>
    <p:sldId id="1102" r:id="rId23"/>
    <p:sldId id="1103" r:id="rId24"/>
    <p:sldId id="1063" r:id="rId25"/>
    <p:sldId id="1064" r:id="rId26"/>
    <p:sldId id="1065" r:id="rId27"/>
    <p:sldId id="1066" r:id="rId28"/>
    <p:sldId id="1067" r:id="rId29"/>
    <p:sldId id="1068" r:id="rId30"/>
    <p:sldId id="1104" r:id="rId31"/>
    <p:sldId id="1105" r:id="rId32"/>
    <p:sldId id="1071" r:id="rId33"/>
    <p:sldId id="1072" r:id="rId34"/>
    <p:sldId id="1106" r:id="rId35"/>
    <p:sldId id="1107" r:id="rId36"/>
    <p:sldId id="1108" r:id="rId37"/>
    <p:sldId id="1109" r:id="rId38"/>
    <p:sldId id="1110" r:id="rId39"/>
    <p:sldId id="1111" r:id="rId40"/>
    <p:sldId id="1112" r:id="rId41"/>
    <p:sldId id="1113" r:id="rId42"/>
    <p:sldId id="1114" r:id="rId43"/>
    <p:sldId id="1074" r:id="rId44"/>
    <p:sldId id="1115" r:id="rId45"/>
    <p:sldId id="1116" r:id="rId46"/>
    <p:sldId id="1117" r:id="rId47"/>
    <p:sldId id="1119" r:id="rId48"/>
    <p:sldId id="1120" r:id="rId49"/>
    <p:sldId id="1121" r:id="rId50"/>
    <p:sldId id="1122" r:id="rId51"/>
    <p:sldId id="1123" r:id="rId52"/>
    <p:sldId id="1124" r:id="rId53"/>
    <p:sldId id="1069" r:id="rId54"/>
    <p:sldId id="1070" r:id="rId55"/>
    <p:sldId id="1125" r:id="rId56"/>
    <p:sldId id="1075" r:id="rId57"/>
    <p:sldId id="1076" r:id="rId58"/>
    <p:sldId id="1085" r:id="rId59"/>
    <p:sldId id="1077" r:id="rId60"/>
    <p:sldId id="1087" r:id="rId61"/>
    <p:sldId id="1086" r:id="rId62"/>
    <p:sldId id="1083" r:id="rId63"/>
    <p:sldId id="1078" r:id="rId64"/>
    <p:sldId id="1079" r:id="rId65"/>
    <p:sldId id="1080" r:id="rId66"/>
    <p:sldId id="1081" r:id="rId67"/>
    <p:sldId id="1084" r:id="rId68"/>
    <p:sldId id="749" r:id="rId69"/>
  </p:sldIdLst>
  <p:sldSz cx="9144000" cy="6858000" type="screen4x3"/>
  <p:notesSz cx="6805613" cy="9939338"/>
  <p:custDataLst>
    <p:tags r:id="rId7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120C"/>
    <a:srgbClr val="3C1053"/>
    <a:srgbClr val="3D3935"/>
    <a:srgbClr val="8C85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BB521D-F265-714B-8FCA-CDEFF71AA4E0}" v="4" dt="2022-02-20T13:33:14.8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15" autoAdjust="0"/>
    <p:restoredTop sz="94694"/>
  </p:normalViewPr>
  <p:slideViewPr>
    <p:cSldViewPr snapToGrid="0">
      <p:cViewPr varScale="1">
        <p:scale>
          <a:sx n="70" d="100"/>
          <a:sy n="70" d="100"/>
        </p:scale>
        <p:origin x="737" y="65"/>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microsoft.com/office/2016/11/relationships/changesInfo" Target="changesInfos/changesInfo1.xml"/><Relationship Id="rId7" Type="http://schemas.openxmlformats.org/officeDocument/2006/relationships/slide" Target="slides/slide2.xml"/><Relationship Id="rId71" Type="http://schemas.openxmlformats.org/officeDocument/2006/relationships/tags" Target="tags/tag1.xml"/><Relationship Id="rId2" Type="http://schemas.openxmlformats.org/officeDocument/2006/relationships/customXml" Target="../customXml/item2.xml"/><Relationship Id="rId29"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di Rajaeian" userId="e10da06b-5817-4dd1-ad34-42f38efef7bd" providerId="ADAL" clId="{B7BB521D-F265-714B-8FCA-CDEFF71AA4E0}"/>
    <pc:docChg chg="addSld delSld modSld">
      <pc:chgData name="Mehdi Rajaeian" userId="e10da06b-5817-4dd1-ad34-42f38efef7bd" providerId="ADAL" clId="{B7BB521D-F265-714B-8FCA-CDEFF71AA4E0}" dt="2022-02-20T13:35:17.726" v="11" actId="14100"/>
      <pc:docMkLst>
        <pc:docMk/>
      </pc:docMkLst>
      <pc:sldChg chg="del">
        <pc:chgData name="Mehdi Rajaeian" userId="e10da06b-5817-4dd1-ad34-42f38efef7bd" providerId="ADAL" clId="{B7BB521D-F265-714B-8FCA-CDEFF71AA4E0}" dt="2022-02-20T13:32:42.926" v="1" actId="2696"/>
        <pc:sldMkLst>
          <pc:docMk/>
          <pc:sldMk cId="0" sldId="257"/>
        </pc:sldMkLst>
      </pc:sldChg>
      <pc:sldChg chg="add">
        <pc:chgData name="Mehdi Rajaeian" userId="e10da06b-5817-4dd1-ad34-42f38efef7bd" providerId="ADAL" clId="{B7BB521D-F265-714B-8FCA-CDEFF71AA4E0}" dt="2022-02-20T13:32:54.646" v="2"/>
        <pc:sldMkLst>
          <pc:docMk/>
          <pc:sldMk cId="0" sldId="260"/>
        </pc:sldMkLst>
      </pc:sldChg>
      <pc:sldChg chg="add del setBg">
        <pc:chgData name="Mehdi Rajaeian" userId="e10da06b-5817-4dd1-ad34-42f38efef7bd" providerId="ADAL" clId="{B7BB521D-F265-714B-8FCA-CDEFF71AA4E0}" dt="2022-02-20T13:33:17.512" v="5" actId="2696"/>
        <pc:sldMkLst>
          <pc:docMk/>
          <pc:sldMk cId="0" sldId="261"/>
        </pc:sldMkLst>
      </pc:sldChg>
      <pc:sldChg chg="modSp add mod">
        <pc:chgData name="Mehdi Rajaeian" userId="e10da06b-5817-4dd1-ad34-42f38efef7bd" providerId="ADAL" clId="{B7BB521D-F265-714B-8FCA-CDEFF71AA4E0}" dt="2022-02-20T13:34:57.827" v="8" actId="14100"/>
        <pc:sldMkLst>
          <pc:docMk/>
          <pc:sldMk cId="0" sldId="262"/>
        </pc:sldMkLst>
        <pc:spChg chg="mod">
          <ac:chgData name="Mehdi Rajaeian" userId="e10da06b-5817-4dd1-ad34-42f38efef7bd" providerId="ADAL" clId="{B7BB521D-F265-714B-8FCA-CDEFF71AA4E0}" dt="2022-02-20T13:34:57.827" v="8" actId="14100"/>
          <ac:spMkLst>
            <pc:docMk/>
            <pc:sldMk cId="0" sldId="262"/>
            <ac:spMk id="10241" creationId="{FB578DD4-163E-DA47-AA29-CAC11E14669F}"/>
          </ac:spMkLst>
        </pc:spChg>
      </pc:sldChg>
      <pc:sldChg chg="modSp add mod">
        <pc:chgData name="Mehdi Rajaeian" userId="e10da06b-5817-4dd1-ad34-42f38efef7bd" providerId="ADAL" clId="{B7BB521D-F265-714B-8FCA-CDEFF71AA4E0}" dt="2022-02-20T13:35:09.730" v="10" actId="1036"/>
        <pc:sldMkLst>
          <pc:docMk/>
          <pc:sldMk cId="0" sldId="263"/>
        </pc:sldMkLst>
        <pc:spChg chg="mod">
          <ac:chgData name="Mehdi Rajaeian" userId="e10da06b-5817-4dd1-ad34-42f38efef7bd" providerId="ADAL" clId="{B7BB521D-F265-714B-8FCA-CDEFF71AA4E0}" dt="2022-02-20T13:35:09.730" v="10" actId="1036"/>
          <ac:spMkLst>
            <pc:docMk/>
            <pc:sldMk cId="0" sldId="263"/>
            <ac:spMk id="11265" creationId="{B419234F-7759-0C46-B90C-1801D22E960B}"/>
          </ac:spMkLst>
        </pc:spChg>
      </pc:sldChg>
      <pc:sldChg chg="add">
        <pc:chgData name="Mehdi Rajaeian" userId="e10da06b-5817-4dd1-ad34-42f38efef7bd" providerId="ADAL" clId="{B7BB521D-F265-714B-8FCA-CDEFF71AA4E0}" dt="2022-02-20T13:32:54.646" v="2"/>
        <pc:sldMkLst>
          <pc:docMk/>
          <pc:sldMk cId="0" sldId="264"/>
        </pc:sldMkLst>
      </pc:sldChg>
      <pc:sldChg chg="modSp add mod">
        <pc:chgData name="Mehdi Rajaeian" userId="e10da06b-5817-4dd1-ad34-42f38efef7bd" providerId="ADAL" clId="{B7BB521D-F265-714B-8FCA-CDEFF71AA4E0}" dt="2022-02-20T13:35:17.726" v="11" actId="14100"/>
        <pc:sldMkLst>
          <pc:docMk/>
          <pc:sldMk cId="0" sldId="265"/>
        </pc:sldMkLst>
        <pc:spChg chg="mod">
          <ac:chgData name="Mehdi Rajaeian" userId="e10da06b-5817-4dd1-ad34-42f38efef7bd" providerId="ADAL" clId="{B7BB521D-F265-714B-8FCA-CDEFF71AA4E0}" dt="2022-02-20T13:35:17.726" v="11" actId="14100"/>
          <ac:spMkLst>
            <pc:docMk/>
            <pc:sldMk cId="0" sldId="265"/>
            <ac:spMk id="13313" creationId="{5FAE3488-2F29-0F4E-8879-B91C4C246234}"/>
          </ac:spMkLst>
        </pc:spChg>
      </pc:sldChg>
      <pc:sldChg chg="add del">
        <pc:chgData name="Mehdi Rajaeian" userId="e10da06b-5817-4dd1-ad34-42f38efef7bd" providerId="ADAL" clId="{B7BB521D-F265-714B-8FCA-CDEFF71AA4E0}" dt="2022-02-20T13:33:31.634" v="6" actId="2696"/>
        <pc:sldMkLst>
          <pc:docMk/>
          <pc:sldMk cId="0" sldId="266"/>
        </pc:sldMkLst>
      </pc:sldChg>
      <pc:sldChg chg="modSp add mod">
        <pc:chgData name="Mehdi Rajaeian" userId="e10da06b-5817-4dd1-ad34-42f38efef7bd" providerId="ADAL" clId="{B7BB521D-F265-714B-8FCA-CDEFF71AA4E0}" dt="2022-02-20T13:33:36.847" v="7" actId="1076"/>
        <pc:sldMkLst>
          <pc:docMk/>
          <pc:sldMk cId="0" sldId="267"/>
        </pc:sldMkLst>
        <pc:spChg chg="mod">
          <ac:chgData name="Mehdi Rajaeian" userId="e10da06b-5817-4dd1-ad34-42f38efef7bd" providerId="ADAL" clId="{B7BB521D-F265-714B-8FCA-CDEFF71AA4E0}" dt="2022-02-20T13:33:36.847" v="7" actId="1076"/>
          <ac:spMkLst>
            <pc:docMk/>
            <pc:sldMk cId="0" sldId="267"/>
            <ac:spMk id="15361" creationId="{8C300C68-1EC3-9C45-B8EE-92BD86ABBF56}"/>
          </ac:spMkLst>
        </pc:spChg>
      </pc:sldChg>
      <pc:sldChg chg="add">
        <pc:chgData name="Mehdi Rajaeian" userId="e10da06b-5817-4dd1-ad34-42f38efef7bd" providerId="ADAL" clId="{B7BB521D-F265-714B-8FCA-CDEFF71AA4E0}" dt="2022-02-20T13:32:54.646" v="2"/>
        <pc:sldMkLst>
          <pc:docMk/>
          <pc:sldMk cId="0" sldId="268"/>
        </pc:sldMkLst>
      </pc:sldChg>
      <pc:sldChg chg="add">
        <pc:chgData name="Mehdi Rajaeian" userId="e10da06b-5817-4dd1-ad34-42f38efef7bd" providerId="ADAL" clId="{B7BB521D-F265-714B-8FCA-CDEFF71AA4E0}" dt="2022-02-20T13:33:14.810" v="4"/>
        <pc:sldMkLst>
          <pc:docMk/>
          <pc:sldMk cId="2757106827" sldId="284"/>
        </pc:sldMkLst>
      </pc:sldChg>
      <pc:sldChg chg="add">
        <pc:chgData name="Mehdi Rajaeian" userId="e10da06b-5817-4dd1-ad34-42f38efef7bd" providerId="ADAL" clId="{B7BB521D-F265-714B-8FCA-CDEFF71AA4E0}" dt="2022-02-20T13:33:14.810" v="4"/>
        <pc:sldMkLst>
          <pc:docMk/>
          <pc:sldMk cId="979744807" sldId="285"/>
        </pc:sldMkLst>
      </pc:sldChg>
      <pc:sldChg chg="modSp">
        <pc:chgData name="Mehdi Rajaeian" userId="e10da06b-5817-4dd1-ad34-42f38efef7bd" providerId="ADAL" clId="{B7BB521D-F265-714B-8FCA-CDEFF71AA4E0}" dt="2022-02-20T13:32:16.315" v="0"/>
        <pc:sldMkLst>
          <pc:docMk/>
          <pc:sldMk cId="2148014906" sldId="925"/>
        </pc:sldMkLst>
        <pc:spChg chg="mod">
          <ac:chgData name="Mehdi Rajaeian" userId="e10da06b-5817-4dd1-ad34-42f38efef7bd" providerId="ADAL" clId="{B7BB521D-F265-714B-8FCA-CDEFF71AA4E0}" dt="2022-02-20T13:32:16.315" v="0"/>
          <ac:spMkLst>
            <pc:docMk/>
            <pc:sldMk cId="2148014906" sldId="925"/>
            <ac:spMk id="7" creationId="{FAE72FDF-B21D-43D1-9CDB-2AEBCC5BA9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6F69E031-7821-4947-9A91-EC03C15F7566}" type="datetimeFigureOut">
              <a:rPr lang="en-AU" smtClean="0"/>
              <a:t>22/02/2026</a:t>
            </a:fld>
            <a:endParaRPr lang="en-AU"/>
          </a:p>
        </p:txBody>
      </p:sp>
      <p:sp>
        <p:nvSpPr>
          <p:cNvPr id="4" name="Slide Image Placeholder 3"/>
          <p:cNvSpPr>
            <a:spLocks noGrp="1" noRot="1" noChangeAspect="1"/>
          </p:cNvSpPr>
          <p:nvPr>
            <p:ph type="sldImg" idx="2"/>
          </p:nvPr>
        </p:nvSpPr>
        <p:spPr>
          <a:xfrm>
            <a:off x="1166813" y="1243013"/>
            <a:ext cx="4471987"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4C98A5C1-1CB9-4F08-9AE0-90C38B1EBB91}" type="slidenum">
              <a:rPr lang="en-AU" smtClean="0"/>
              <a:t>‹#›</a:t>
            </a:fld>
            <a:endParaRPr lang="en-AU"/>
          </a:p>
        </p:txBody>
      </p:sp>
    </p:spTree>
    <p:extLst>
      <p:ext uri="{BB962C8B-B14F-4D97-AF65-F5344CB8AC3E}">
        <p14:creationId xmlns:p14="http://schemas.microsoft.com/office/powerpoint/2010/main" val="1452559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65105c655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56364DA-F71F-EBF9-D01C-37509743AF3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BE9E141-BD6E-46A0-6082-A1AB4D85CAB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F81331F-49CA-0E23-861B-B7AC17DDF5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94FF090-BCF1-8E49-678F-8F03E9B466F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761083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358819C-26B7-5508-698B-14DFA3EC761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7D7EEEA-BFE9-95A3-5B8E-3BE5B2E9840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031112E-A759-650E-84F6-53F11FF0FA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D9E8162-50A6-CF49-EA1E-EF67BD9062F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857519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F4CA0DC-F5EE-BB87-FE3C-9BE647F6DF1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C20B095-001C-BF8E-1512-D72E0EF2B1C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183320A-62FE-77F7-49C5-28D053119D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1D4B768-473A-940C-BFD0-68CF256E2DF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77162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FB3BF70-DCB4-D487-25DA-AB9DB702432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035BFC5A-821A-69B1-D689-8637ECEED3A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AECA883-9B9D-F7BC-BD90-9CC494B9EE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78FAC4C-FC55-0C97-9696-202D482E91E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270357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03E5013-4756-9095-70C8-24A36DB196D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9E8132C-5FAB-C674-6176-73ABA5A8E7F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EA2C448-9417-8EB6-2256-56ED21DA49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892C11E-09F6-1754-014F-9CA4B1CAD23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76338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43BA873-5C9C-39A3-00B6-067964EFA81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706B44D-1BAC-DB71-4DB6-7993494F960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FCEDD46-07A0-69CF-6A10-085ADD5D3C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C2A7B1D-BC7D-5C6D-1688-7D5FDBE0AC0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724656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2ACB170-B1B4-EA66-8191-5BE4EE19CEE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772E85D-7291-6E7E-896C-C9EA540F1C4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F34F373-A0D3-1350-DCEE-FEFDF2373C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C604C58-0087-188E-30E9-ACEB1443318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884717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60A92FA-D817-ED27-2F32-1A4F3D646B3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F2D5D5B-C376-5148-7F69-C187C4AEDDF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1985BC5-9EEC-1226-7D61-7197E8F2F3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59E9F98-84C5-C053-0FC1-533A1CC9303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74109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A9BC923-6BD2-0A91-D72E-803F341F71F4}"/>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84C2CAA-7300-0B21-AA25-92ADD5D1FDD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F50A986-2121-E22E-CC07-658AF07B52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5F2D595-B7B7-478D-1E4D-6730CF55754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578291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A3896B0-3407-3DA6-D53F-E9FDFCECBBB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F0CBE31-237F-26A1-E794-63941412D54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4A6F443-8BDF-3CCC-A238-2408C5CD60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D6FCDEE-16FE-19DB-62EE-6C96843ED47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671888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0C1B23D-4D60-69B1-ED70-E68492CA206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2786BE2-2A6A-1696-37B8-16872D5FDD0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3F25E90-9394-3A49-B98E-D62A4E3E4D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A4689DE-B8B4-5E04-61A8-FECB49213E7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336712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A7F8884-C613-18F4-DEAB-27D33B285074}"/>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A70DBEE-7EC3-E745-00BB-510504AC2DC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C9BB7B9-5745-51B8-D74F-6041D2CA5A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51630AA-9F48-F886-81C6-D646FDA3258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730945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2E9B60E-50DB-1DC4-0F27-4267F9DB83A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A75E174-7671-1BF5-D5F7-083FA7BF164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3FCEB84-6BFF-C107-63C8-8439801AE6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B4A92A0-1077-119C-D618-B972C5A46BB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00005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24B5F91-8F90-60F2-3794-47CA3317892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AD53933-77FB-6214-D668-198AD8E81D0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925EC4E-EF3F-441F-BE10-9E062C3559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8C66262-3614-759B-2441-7EB6EF5136A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65364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9AB183E-49B3-943B-7078-C5A0E79F0C2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218FCFA-51FA-5C2F-A3A7-23EE6F6B8EA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906F3CA-4FEF-752A-8F7C-BBFE251C4C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E803EF4-7B7B-BAF9-623F-91A92259C7D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556328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14B5856-123A-A1E2-DE00-E725E0E62D0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4BA811C-451E-76B1-7F43-E7E6E8992FE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366D0EC-102C-829F-35BC-4DAEC4FD6F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5A5FA0A-EA89-2A66-6251-38409E4E957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872053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8E1396C-2B88-2F4A-1FCB-4F4B8EDF5B9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26F1E39-8215-F95D-2273-160B9122A41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DC4FD28-8A37-6272-20DD-126AB3172D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1B90655-0499-8808-AB99-7EE842DE30D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582477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598AB75-44A8-6409-FE97-A92C2E1A180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6E133BE-1F8B-ACE2-A65B-FF2244E3DC0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0CA10A2-F15B-F9A9-45EC-8E613A5CF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8C380BF-7586-1D32-8103-E3BE9B1090E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4841091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9172E9E-8457-D0FC-4D18-628F070E3A5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145FDC9-C255-3A81-8F70-1B377CCD46B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8672DEE-9EE7-852F-A5D1-3A8DFC46C8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1674D41-F01A-7330-52C8-1F294D008BF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630850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AB397B6-AB57-4E25-D7D0-AFF00A86E86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DB8158E-0473-464B-C792-F403F133A46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FC2D60A-4BA6-4B71-479E-44522FAED0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0957D39-E59F-EDFC-B32A-36C2F926AB3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9454815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DEBBBC9-1E53-D5E6-A861-BC93047E26D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EA41A37-5A9F-1E78-CD90-3F2603410D7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C64E24C-CB2B-80CB-02BE-D040BF04D0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6705166-199B-9D8D-AD68-88C6810CFDE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9697699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582DF1C-C516-0C8B-0183-3945F38B194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84B1AA2-AE73-EC5E-5F34-086F8A03874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10367A3-115E-561A-02D8-DA6C61A39A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3E7EDCB-5E96-3884-BA97-256FCCF5304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7367715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0F7B73E-540B-94C5-C1FD-4F96B983CAA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DD68BE0-0370-1D31-2AAD-F8E956276BF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1615B58-376E-879A-664F-3670CE6E8B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5E6630B-5423-7425-AA1B-1A83A1F24FA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8229116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CB645D3A-8BF6-39CD-6603-ED93473EE0B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2EB0ED9-7FDB-6E1A-4CA0-65991337300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90E5CB1-4B36-1520-25D5-A27217EA06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B533F91-C22B-EE4B-46F0-231D4A1A0BF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623172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06F6C46-D1C5-BF28-BC43-A4825DF1547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C7C60D3-8BD8-F193-282D-564BA48CB4C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5254FAB-ECBE-2622-C59C-5AACB6AAAD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3A785BE-9A6D-F1E9-1009-132523ACF57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973570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729533C-BE3B-1EDD-AB4D-CE17427D07A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29E1B50-AACB-98F3-4D88-83AB51C1B68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95A8721-0680-4538-0115-52C57E65A3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58731A3-4E7C-A574-41CB-C7116FF28D0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47881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CB9B637-59F2-3666-15F2-D8E40A7DDA9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F5187FF-9076-B653-78D0-1CD37D4419C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1867D26-5445-9EDF-B755-C8D2786C50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A15A98B-A858-CC5E-8AFD-E3C2A2C323D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966354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7C92EE4-8BBF-D1C3-4D64-D8F84E0E306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57104BD-1301-5EEE-E33E-31BF4398674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37E7756-3234-06AC-310C-ABE5A30AF0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35D23A8-382C-9337-DA1C-86EB53B9AAB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548950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BED853B-2C74-AC29-AB4B-843FE674E25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7EF5EC5-8A06-4E79-CF65-6BBA15B9BB2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C090EBB-C70D-5414-0AB6-7C6749FD5D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F4C3612-C9AE-0222-D447-AC767295940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8237305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C887ABA-1F12-997B-12AF-2096ABF9A8E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0A848A0-D97C-F102-7F7F-978A98690FF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BB23C8E-11F0-3786-8716-9696017860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9DF5AB3-A266-D40D-98F0-BF852974D4D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1462452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6135DAA-58A5-3AE2-B3E1-5BBD5F92259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B875CC5-1CC7-0768-FEBE-879346B1CAD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9F5B94C-DDB2-8E73-3FB4-C53B37F62D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EC1B202-B627-CC12-BE09-3AC561D450A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0278806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7F2EC44-3DEB-8B91-B2A3-AA010346644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CADAEA3-D432-526F-1F2D-E020981BD66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148FCC5-BF18-1D84-076D-785EC70A48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C97E937-51CE-270E-E1CB-68A51BC1A48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25384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03CB619-6E79-F824-56C4-EE576CAB366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51BED26-BC78-CBCB-2737-A1264361728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CDBF3A0-85F6-1835-F251-9CC5E522AD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17D0A67-55A4-E771-4CCD-CDDC9F715B6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6723120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47F844E-8771-41FC-EFAE-1B832E2422C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9611B8F-C3BB-666F-03E4-7A4EF55D9D6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344EB00-F044-F319-C5A1-CEAEABA7F5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0E9D3B3-0516-1269-8DE2-8FBA0AC9897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9655456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81EE438-975B-1F61-ED08-E1A36C6894C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1D0E2C8-2A0F-5DD0-40D6-FB90FA470F2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76B75E2-EE35-A464-128A-3976C9B18D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80AD648-1D70-D7C6-1F53-2B4F292DDC7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3016599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781B4AF-935D-439B-E8E6-922AF262674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005298E-3BB9-47DC-21ED-B6A80290424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67ADFBC-004A-42C6-5CB2-7F394C556F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341237A-B484-2F19-7D51-F4E0479584C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077721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873F690-4E87-D033-F456-BE78A14B73C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B763062-0737-826C-1F13-FA4B9FDA9BC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C8C781C-A73D-AB5F-028E-CB0E6E8642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C96DDAD-743F-6B29-DFC3-51026D40371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8880653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4AAB215-4269-FF61-889A-D1B90E56510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6349C21-85F0-3ED5-BE4C-31781924E02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DFCDB7F-06A3-855A-9FBC-B58FB8BCB3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D95D1E2-D6B5-4921-D211-4BCEE20DCAC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818483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8B09198-393C-EA75-694F-5ADE33ACA5C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3C2A403-3477-39AF-E23F-FE133F4C541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DE6CAF5-16CF-1762-FAF6-E219FA3EF8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F1F2D80-85FE-E6FB-E0A3-C549611EE8E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7210353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E5033E3-6CCF-74D4-902C-55CA2C0B4BB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D7EE5A5-B947-2B9A-E2D1-6506BCFCD7D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0A9EE76-AC5C-4DF6-2286-108731735D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DBF2F95-757C-01EA-8723-097BE17AB01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247947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101CA40-5546-73F9-6102-2A0FB29E31E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3629863-CEEB-7159-D6EF-C4744F104D5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520B1D8-D871-D480-C7CE-938C993AC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488FF35-5E02-BF3A-8648-B69188EA527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0036797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110A060-7C2F-75D2-A6EA-032E82CEF7E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9747D3F-FD54-784F-2C1A-655C4990EF5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83CC698-ABA5-0E2D-6503-32BEF6FDFE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16FAB6A-A456-D5DF-4124-8217D5E75B4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4596354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1EB5329-455B-AFF1-2785-1E3ED993527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64C9FA7-9B75-305A-D9F5-7B4308142D9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6666A51-94F5-AA3F-439E-4339A2E60E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F365192-6EAC-4354-B76B-0E290CA8B1F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644036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2F40C5F-961F-7463-8B72-9C6BF63663A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3452A62-E910-795F-144C-7E056011456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817FB25-84F0-CDFB-216C-CDBACB16BF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B89D647-0C79-39A0-D813-D25ED8D48D0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276429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904E850-D8A1-5CC8-946D-F1BA5779E71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057E1F2F-8805-A7CC-515E-930C13B7110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C35FCEF-4A66-1E24-A0FC-84A4CBFCF0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440D5CA-2CDE-BB1E-C7E3-C732A01A110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7857565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4ADBA54-9F24-1F22-68C4-CA0F7F974DF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11A8FA2-661D-C71C-FCDC-B1CEBA09F82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45F5024-71D9-67AB-7AD0-6D4EE20E2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B03BCAC-D057-5733-A562-BDEE06969E6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264645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4E115F1-4CCF-65BB-4A6B-C1736FCC8BC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F9444A9-B3A5-FDC5-474A-664D9FB7C4F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EB4FAA0-DFFA-8BEB-2297-6A86677ABF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DD012AB-B714-CB4B-E1EC-83DDDF91D18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587294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EC8D6C7-DA02-5BC9-D6C1-C2A0F314EB6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6B99B6B-8808-81DD-7609-5257148ADE6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C699493-B458-E258-671D-6495DF4D39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C736131-B091-328B-DE28-FD17A2276A8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079827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1EC444A-30A2-3CF1-0E53-09F9F2766799}"/>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A2FD1ED-3356-251A-F709-95C1814A52B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E58AC54-4645-DBD4-6608-B0EF15722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E283AB9-9793-09BA-BBF4-282B12B52A5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5465902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87E17C5-2F76-484C-F4E5-8D08E1DD8C1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57CDC71-C82A-2A6F-F829-02BD25147BC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1D9241D-C893-E738-DC59-0390C1DEAC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51B745F-3FA9-3758-B60A-6DDD60CEAEB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702606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A4B3BC3-0A7C-CD79-B21C-AE5971C4B52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348EC43-B27E-C151-F4D0-7190F96791A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A03F9C8-FDBF-25FC-37B2-A995AF4A99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5BE0C37-FF80-F6F3-FD1C-71B1D0E785E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0836522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60A481B-04B7-01C7-D86E-F0DAB34B070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D8314B9-FEED-E128-EA7F-70E02E5712D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69D102A-E3FA-E6B0-8B6E-D882AE534D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33A2A32-A614-2F11-63D7-EFA35D2570C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7644731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6E3D1A6-E4B7-E3C7-0293-BE2FB6F417C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7D11CCC-F780-6180-A669-6940E0189CA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8816DDC-4C37-8C1C-98E2-49FA4977C8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5D4AC8A-93E5-784B-2562-3CB7762F054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0050546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1BE0762-C7FF-49FB-FBFE-2D466BA76FB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EB876F7-2037-6AD8-82EF-A677290806E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7B8EC86-68D2-DC8B-4793-F076F678BD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6132F28-0DC4-0349-4D3B-F5F472AE278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782302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356E8EF-2986-CFC7-866F-FA80C2AA92E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642EE8A-5892-D9B2-2E68-D9AF9219687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08660C5-8AE5-18D2-B1D9-4385740A2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D004AEB-C25B-ED28-041A-F792525C1A2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0969415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115338D-84A4-683F-DDD4-C3D25449298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64A38A7-6630-918F-ADF4-62EC2F88BD8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E944E63-B867-2A89-FB21-5E3E6075E3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2651687-B326-7784-11E7-0EB55B257DC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98904519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EC79193-2446-14DC-FF9A-3433DC0A73D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15C711D-88D2-C0DE-C14E-03A646E3320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845E87D-873B-2B36-4EB1-4152D0701B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1A678D3-52E9-708E-B623-3DC64DE3C53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07256100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376D6E4-2683-B2E3-5672-928B76C8BCA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15E447F-6D0B-A9DE-F29A-3FCEC8736D6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A651046-90F3-CD9D-8F30-43924AE91D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49D9090-A93B-9770-F651-92D7BFA7127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57898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48" name="Rectangle 47"/>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 name="Group 4"/>
          <p:cNvGrpSpPr>
            <a:grpSpLocks noChangeAspect="1"/>
          </p:cNvGrpSpPr>
          <p:nvPr userDrawn="1"/>
        </p:nvGrpSpPr>
        <p:grpSpPr bwMode="auto">
          <a:xfrm>
            <a:off x="0" y="0"/>
            <a:ext cx="9144227" cy="6858000"/>
            <a:chOff x="5" y="0"/>
            <a:chExt cx="5750" cy="4320"/>
          </a:xfrm>
        </p:grpSpPr>
        <p:sp>
          <p:nvSpPr>
            <p:cNvPr id="6" name="AutoShape 3"/>
            <p:cNvSpPr>
              <a:spLocks noChangeAspect="1" noChangeArrowheads="1" noTextEdit="1"/>
            </p:cNvSpPr>
            <p:nvPr userDrawn="1"/>
          </p:nvSpPr>
          <p:spPr bwMode="auto">
            <a:xfrm>
              <a:off x="5" y="0"/>
              <a:ext cx="5750" cy="4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 name="Freeform 5"/>
            <p:cNvSpPr>
              <a:spLocks/>
            </p:cNvSpPr>
            <p:nvPr userDrawn="1"/>
          </p:nvSpPr>
          <p:spPr bwMode="auto">
            <a:xfrm>
              <a:off x="5" y="288"/>
              <a:ext cx="2875" cy="1871"/>
            </a:xfrm>
            <a:custGeom>
              <a:avLst/>
              <a:gdLst>
                <a:gd name="T0" fmla="*/ 2875 w 2875"/>
                <a:gd name="T1" fmla="*/ 0 h 1871"/>
                <a:gd name="T2" fmla="*/ 2875 w 2875"/>
                <a:gd name="T3" fmla="*/ 1871 h 1871"/>
                <a:gd name="T4" fmla="*/ 0 w 2875"/>
                <a:gd name="T5" fmla="*/ 1871 h 1871"/>
                <a:gd name="T6" fmla="*/ 0 w 2875"/>
                <a:gd name="T7" fmla="*/ 0 h 1871"/>
                <a:gd name="T8" fmla="*/ 2875 w 2875"/>
                <a:gd name="T9" fmla="*/ 0 h 1871"/>
                <a:gd name="T10" fmla="*/ 2875 w 2875"/>
                <a:gd name="T11" fmla="*/ 0 h 1871"/>
              </a:gdLst>
              <a:ahLst/>
              <a:cxnLst>
                <a:cxn ang="0">
                  <a:pos x="T0" y="T1"/>
                </a:cxn>
                <a:cxn ang="0">
                  <a:pos x="T2" y="T3"/>
                </a:cxn>
                <a:cxn ang="0">
                  <a:pos x="T4" y="T5"/>
                </a:cxn>
                <a:cxn ang="0">
                  <a:pos x="T6" y="T7"/>
                </a:cxn>
                <a:cxn ang="0">
                  <a:pos x="T8" y="T9"/>
                </a:cxn>
                <a:cxn ang="0">
                  <a:pos x="T10" y="T11"/>
                </a:cxn>
              </a:cxnLst>
              <a:rect l="0" t="0" r="r" b="b"/>
              <a:pathLst>
                <a:path w="2875" h="1871">
                  <a:moveTo>
                    <a:pt x="2875" y="0"/>
                  </a:moveTo>
                  <a:lnTo>
                    <a:pt x="2875" y="1871"/>
                  </a:lnTo>
                  <a:lnTo>
                    <a:pt x="0" y="1871"/>
                  </a:lnTo>
                  <a:lnTo>
                    <a:pt x="0" y="0"/>
                  </a:lnTo>
                  <a:lnTo>
                    <a:pt x="2875" y="0"/>
                  </a:lnTo>
                  <a:lnTo>
                    <a:pt x="2875" y="0"/>
                  </a:lnTo>
                  <a:close/>
                </a:path>
              </a:pathLst>
            </a:custGeom>
            <a:solidFill>
              <a:srgbClr val="3D393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6"/>
            <p:cNvSpPr>
              <a:spLocks/>
            </p:cNvSpPr>
            <p:nvPr userDrawn="1"/>
          </p:nvSpPr>
          <p:spPr bwMode="auto">
            <a:xfrm>
              <a:off x="2880" y="2159"/>
              <a:ext cx="2875" cy="2159"/>
            </a:xfrm>
            <a:custGeom>
              <a:avLst/>
              <a:gdLst>
                <a:gd name="T0" fmla="*/ 2875 w 2875"/>
                <a:gd name="T1" fmla="*/ 0 h 2159"/>
                <a:gd name="T2" fmla="*/ 2875 w 2875"/>
                <a:gd name="T3" fmla="*/ 1869 h 2159"/>
                <a:gd name="T4" fmla="*/ 290 w 2875"/>
                <a:gd name="T5" fmla="*/ 1869 h 2159"/>
                <a:gd name="T6" fmla="*/ 0 w 2875"/>
                <a:gd name="T7" fmla="*/ 2159 h 2159"/>
                <a:gd name="T8" fmla="*/ 0 w 2875"/>
                <a:gd name="T9" fmla="*/ 0 h 2159"/>
                <a:gd name="T10" fmla="*/ 2875 w 2875"/>
                <a:gd name="T11" fmla="*/ 0 h 2159"/>
                <a:gd name="T12" fmla="*/ 2875 w 2875"/>
                <a:gd name="T13" fmla="*/ 0 h 2159"/>
              </a:gdLst>
              <a:ahLst/>
              <a:cxnLst>
                <a:cxn ang="0">
                  <a:pos x="T0" y="T1"/>
                </a:cxn>
                <a:cxn ang="0">
                  <a:pos x="T2" y="T3"/>
                </a:cxn>
                <a:cxn ang="0">
                  <a:pos x="T4" y="T5"/>
                </a:cxn>
                <a:cxn ang="0">
                  <a:pos x="T6" y="T7"/>
                </a:cxn>
                <a:cxn ang="0">
                  <a:pos x="T8" y="T9"/>
                </a:cxn>
                <a:cxn ang="0">
                  <a:pos x="T10" y="T11"/>
                </a:cxn>
                <a:cxn ang="0">
                  <a:pos x="T12" y="T13"/>
                </a:cxn>
              </a:cxnLst>
              <a:rect l="0" t="0" r="r" b="b"/>
              <a:pathLst>
                <a:path w="2875" h="2159">
                  <a:moveTo>
                    <a:pt x="2875" y="0"/>
                  </a:moveTo>
                  <a:lnTo>
                    <a:pt x="2875" y="1869"/>
                  </a:lnTo>
                  <a:lnTo>
                    <a:pt x="290" y="1869"/>
                  </a:lnTo>
                  <a:lnTo>
                    <a:pt x="0" y="2159"/>
                  </a:lnTo>
                  <a:lnTo>
                    <a:pt x="0" y="0"/>
                  </a:lnTo>
                  <a:lnTo>
                    <a:pt x="2875" y="0"/>
                  </a:lnTo>
                  <a:lnTo>
                    <a:pt x="2875" y="0"/>
                  </a:lnTo>
                  <a:close/>
                </a:path>
              </a:pathLst>
            </a:custGeom>
            <a:solidFill>
              <a:srgbClr val="F2120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7"/>
            <p:cNvSpPr>
              <a:spLocks/>
            </p:cNvSpPr>
            <p:nvPr userDrawn="1"/>
          </p:nvSpPr>
          <p:spPr bwMode="auto">
            <a:xfrm>
              <a:off x="5" y="2159"/>
              <a:ext cx="2875" cy="2155"/>
            </a:xfrm>
            <a:custGeom>
              <a:avLst/>
              <a:gdLst>
                <a:gd name="T0" fmla="*/ 2875 w 2875"/>
                <a:gd name="T1" fmla="*/ 0 h 2155"/>
                <a:gd name="T2" fmla="*/ 2875 w 2875"/>
                <a:gd name="T3" fmla="*/ 2155 h 2155"/>
                <a:gd name="T4" fmla="*/ 0 w 2875"/>
                <a:gd name="T5" fmla="*/ 2155 h 2155"/>
                <a:gd name="T6" fmla="*/ 0 w 2875"/>
                <a:gd name="T7" fmla="*/ 0 h 2155"/>
                <a:gd name="T8" fmla="*/ 2875 w 2875"/>
                <a:gd name="T9" fmla="*/ 0 h 2155"/>
                <a:gd name="T10" fmla="*/ 2875 w 2875"/>
                <a:gd name="T11" fmla="*/ 0 h 2155"/>
              </a:gdLst>
              <a:ahLst/>
              <a:cxnLst>
                <a:cxn ang="0">
                  <a:pos x="T0" y="T1"/>
                </a:cxn>
                <a:cxn ang="0">
                  <a:pos x="T2" y="T3"/>
                </a:cxn>
                <a:cxn ang="0">
                  <a:pos x="T4" y="T5"/>
                </a:cxn>
                <a:cxn ang="0">
                  <a:pos x="T6" y="T7"/>
                </a:cxn>
                <a:cxn ang="0">
                  <a:pos x="T8" y="T9"/>
                </a:cxn>
                <a:cxn ang="0">
                  <a:pos x="T10" y="T11"/>
                </a:cxn>
              </a:cxnLst>
              <a:rect l="0" t="0" r="r" b="b"/>
              <a:pathLst>
                <a:path w="2875" h="2155">
                  <a:moveTo>
                    <a:pt x="2875" y="0"/>
                  </a:moveTo>
                  <a:lnTo>
                    <a:pt x="2875" y="2155"/>
                  </a:lnTo>
                  <a:lnTo>
                    <a:pt x="0" y="2155"/>
                  </a:lnTo>
                  <a:lnTo>
                    <a:pt x="0" y="0"/>
                  </a:lnTo>
                  <a:lnTo>
                    <a:pt x="2875" y="0"/>
                  </a:lnTo>
                  <a:lnTo>
                    <a:pt x="2875" y="0"/>
                  </a:lnTo>
                  <a:close/>
                </a:path>
              </a:pathLst>
            </a:custGeom>
            <a:solidFill>
              <a:srgbClr val="8C857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8"/>
            <p:cNvSpPr>
              <a:spLocks/>
            </p:cNvSpPr>
            <p:nvPr userDrawn="1"/>
          </p:nvSpPr>
          <p:spPr bwMode="auto">
            <a:xfrm>
              <a:off x="2880" y="-2"/>
              <a:ext cx="2875" cy="2161"/>
            </a:xfrm>
            <a:custGeom>
              <a:avLst/>
              <a:gdLst>
                <a:gd name="T0" fmla="*/ 2875 w 2875"/>
                <a:gd name="T1" fmla="*/ 0 h 2161"/>
                <a:gd name="T2" fmla="*/ 2875 w 2875"/>
                <a:gd name="T3" fmla="*/ 2161 h 2161"/>
                <a:gd name="T4" fmla="*/ 0 w 2875"/>
                <a:gd name="T5" fmla="*/ 2161 h 2161"/>
                <a:gd name="T6" fmla="*/ 0 w 2875"/>
                <a:gd name="T7" fmla="*/ 290 h 2161"/>
                <a:gd name="T8" fmla="*/ 290 w 2875"/>
                <a:gd name="T9" fmla="*/ 0 h 2161"/>
                <a:gd name="T10" fmla="*/ 2875 w 2875"/>
                <a:gd name="T11" fmla="*/ 0 h 2161"/>
                <a:gd name="T12" fmla="*/ 2875 w 2875"/>
                <a:gd name="T13" fmla="*/ 0 h 2161"/>
              </a:gdLst>
              <a:ahLst/>
              <a:cxnLst>
                <a:cxn ang="0">
                  <a:pos x="T0" y="T1"/>
                </a:cxn>
                <a:cxn ang="0">
                  <a:pos x="T2" y="T3"/>
                </a:cxn>
                <a:cxn ang="0">
                  <a:pos x="T4" y="T5"/>
                </a:cxn>
                <a:cxn ang="0">
                  <a:pos x="T6" y="T7"/>
                </a:cxn>
                <a:cxn ang="0">
                  <a:pos x="T8" y="T9"/>
                </a:cxn>
                <a:cxn ang="0">
                  <a:pos x="T10" y="T11"/>
                </a:cxn>
                <a:cxn ang="0">
                  <a:pos x="T12" y="T13"/>
                </a:cxn>
              </a:cxnLst>
              <a:rect l="0" t="0" r="r" b="b"/>
              <a:pathLst>
                <a:path w="2875" h="2161">
                  <a:moveTo>
                    <a:pt x="2875" y="0"/>
                  </a:moveTo>
                  <a:lnTo>
                    <a:pt x="2875" y="2161"/>
                  </a:lnTo>
                  <a:lnTo>
                    <a:pt x="0" y="2161"/>
                  </a:lnTo>
                  <a:lnTo>
                    <a:pt x="0" y="290"/>
                  </a:lnTo>
                  <a:lnTo>
                    <a:pt x="290" y="0"/>
                  </a:lnTo>
                  <a:lnTo>
                    <a:pt x="2875" y="0"/>
                  </a:lnTo>
                  <a:lnTo>
                    <a:pt x="2875"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9"/>
            <p:cNvSpPr>
              <a:spLocks/>
            </p:cNvSpPr>
            <p:nvPr userDrawn="1"/>
          </p:nvSpPr>
          <p:spPr bwMode="auto">
            <a:xfrm>
              <a:off x="4659" y="234"/>
              <a:ext cx="182" cy="233"/>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0"/>
            <p:cNvSpPr>
              <a:spLocks/>
            </p:cNvSpPr>
            <p:nvPr userDrawn="1"/>
          </p:nvSpPr>
          <p:spPr bwMode="auto">
            <a:xfrm>
              <a:off x="4693" y="262"/>
              <a:ext cx="114" cy="149"/>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1"/>
            <p:cNvSpPr>
              <a:spLocks/>
            </p:cNvSpPr>
            <p:nvPr userDrawn="1"/>
          </p:nvSpPr>
          <p:spPr bwMode="auto">
            <a:xfrm>
              <a:off x="4709" y="294"/>
              <a:ext cx="82" cy="97"/>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2"/>
            <p:cNvSpPr>
              <a:spLocks noEditPoints="1"/>
            </p:cNvSpPr>
            <p:nvPr userDrawn="1"/>
          </p:nvSpPr>
          <p:spPr bwMode="auto">
            <a:xfrm>
              <a:off x="4659" y="503"/>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3"/>
            <p:cNvSpPr>
              <a:spLocks/>
            </p:cNvSpPr>
            <p:nvPr userDrawn="1"/>
          </p:nvSpPr>
          <p:spPr bwMode="auto">
            <a:xfrm>
              <a:off x="4695" y="503"/>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4"/>
            <p:cNvSpPr>
              <a:spLocks/>
            </p:cNvSpPr>
            <p:nvPr userDrawn="1"/>
          </p:nvSpPr>
          <p:spPr bwMode="auto">
            <a:xfrm>
              <a:off x="4729" y="501"/>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5"/>
            <p:cNvSpPr>
              <a:spLocks/>
            </p:cNvSpPr>
            <p:nvPr userDrawn="1"/>
          </p:nvSpPr>
          <p:spPr bwMode="auto">
            <a:xfrm>
              <a:off x="4759" y="503"/>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16"/>
            <p:cNvSpPr>
              <a:spLocks noEditPoints="1"/>
            </p:cNvSpPr>
            <p:nvPr userDrawn="1"/>
          </p:nvSpPr>
          <p:spPr bwMode="auto">
            <a:xfrm>
              <a:off x="4791"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17"/>
            <p:cNvSpPr>
              <a:spLocks noEditPoints="1"/>
            </p:cNvSpPr>
            <p:nvPr userDrawn="1"/>
          </p:nvSpPr>
          <p:spPr bwMode="auto">
            <a:xfrm>
              <a:off x="4821" y="503"/>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18"/>
            <p:cNvSpPr>
              <a:spLocks/>
            </p:cNvSpPr>
            <p:nvPr userDrawn="1"/>
          </p:nvSpPr>
          <p:spPr bwMode="auto">
            <a:xfrm>
              <a:off x="4859"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19"/>
            <p:cNvSpPr>
              <a:spLocks/>
            </p:cNvSpPr>
            <p:nvPr userDrawn="1"/>
          </p:nvSpPr>
          <p:spPr bwMode="auto">
            <a:xfrm>
              <a:off x="4887"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0"/>
            <p:cNvSpPr>
              <a:spLocks noEditPoints="1"/>
            </p:cNvSpPr>
            <p:nvPr userDrawn="1"/>
          </p:nvSpPr>
          <p:spPr bwMode="auto">
            <a:xfrm>
              <a:off x="4897" y="503"/>
              <a:ext cx="33" cy="32"/>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1"/>
            <p:cNvSpPr>
              <a:spLocks/>
            </p:cNvSpPr>
            <p:nvPr userDrawn="1"/>
          </p:nvSpPr>
          <p:spPr bwMode="auto">
            <a:xfrm>
              <a:off x="4936" y="503"/>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2"/>
            <p:cNvSpPr>
              <a:spLocks/>
            </p:cNvSpPr>
            <p:nvPr userDrawn="1"/>
          </p:nvSpPr>
          <p:spPr bwMode="auto">
            <a:xfrm>
              <a:off x="4986"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3"/>
            <p:cNvSpPr>
              <a:spLocks noEditPoints="1"/>
            </p:cNvSpPr>
            <p:nvPr userDrawn="1"/>
          </p:nvSpPr>
          <p:spPr bwMode="auto">
            <a:xfrm>
              <a:off x="5018" y="503"/>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4"/>
            <p:cNvSpPr>
              <a:spLocks/>
            </p:cNvSpPr>
            <p:nvPr userDrawn="1"/>
          </p:nvSpPr>
          <p:spPr bwMode="auto">
            <a:xfrm>
              <a:off x="5050" y="503"/>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5"/>
            <p:cNvSpPr>
              <a:spLocks/>
            </p:cNvSpPr>
            <p:nvPr userDrawn="1"/>
          </p:nvSpPr>
          <p:spPr bwMode="auto">
            <a:xfrm>
              <a:off x="5082" y="503"/>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26"/>
            <p:cNvSpPr>
              <a:spLocks noEditPoints="1"/>
            </p:cNvSpPr>
            <p:nvPr userDrawn="1"/>
          </p:nvSpPr>
          <p:spPr bwMode="auto">
            <a:xfrm>
              <a:off x="5116" y="501"/>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27"/>
            <p:cNvSpPr>
              <a:spLocks/>
            </p:cNvSpPr>
            <p:nvPr userDrawn="1"/>
          </p:nvSpPr>
          <p:spPr bwMode="auto">
            <a:xfrm>
              <a:off x="5154"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28"/>
            <p:cNvSpPr>
              <a:spLocks/>
            </p:cNvSpPr>
            <p:nvPr userDrawn="1"/>
          </p:nvSpPr>
          <p:spPr bwMode="auto">
            <a:xfrm>
              <a:off x="5182"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29"/>
            <p:cNvSpPr>
              <a:spLocks/>
            </p:cNvSpPr>
            <p:nvPr userDrawn="1"/>
          </p:nvSpPr>
          <p:spPr bwMode="auto">
            <a:xfrm>
              <a:off x="5192"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0"/>
            <p:cNvSpPr>
              <a:spLocks/>
            </p:cNvSpPr>
            <p:nvPr userDrawn="1"/>
          </p:nvSpPr>
          <p:spPr bwMode="auto">
            <a:xfrm>
              <a:off x="5244" y="503"/>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1"/>
            <p:cNvSpPr>
              <a:spLocks/>
            </p:cNvSpPr>
            <p:nvPr userDrawn="1"/>
          </p:nvSpPr>
          <p:spPr bwMode="auto">
            <a:xfrm>
              <a:off x="5280" y="503"/>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2"/>
            <p:cNvSpPr>
              <a:spLocks/>
            </p:cNvSpPr>
            <p:nvPr userDrawn="1"/>
          </p:nvSpPr>
          <p:spPr bwMode="auto">
            <a:xfrm>
              <a:off x="5314"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3"/>
            <p:cNvSpPr>
              <a:spLocks/>
            </p:cNvSpPr>
            <p:nvPr userDrawn="1"/>
          </p:nvSpPr>
          <p:spPr bwMode="auto">
            <a:xfrm>
              <a:off x="5326" y="503"/>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4"/>
            <p:cNvSpPr>
              <a:spLocks/>
            </p:cNvSpPr>
            <p:nvPr userDrawn="1"/>
          </p:nvSpPr>
          <p:spPr bwMode="auto">
            <a:xfrm>
              <a:off x="5362" y="503"/>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5"/>
            <p:cNvSpPr>
              <a:spLocks noEditPoints="1"/>
            </p:cNvSpPr>
            <p:nvPr userDrawn="1"/>
          </p:nvSpPr>
          <p:spPr bwMode="auto">
            <a:xfrm>
              <a:off x="5394"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36"/>
            <p:cNvSpPr>
              <a:spLocks/>
            </p:cNvSpPr>
            <p:nvPr userDrawn="1"/>
          </p:nvSpPr>
          <p:spPr bwMode="auto">
            <a:xfrm>
              <a:off x="5424" y="501"/>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37"/>
            <p:cNvSpPr>
              <a:spLocks/>
            </p:cNvSpPr>
            <p:nvPr userDrawn="1"/>
          </p:nvSpPr>
          <p:spPr bwMode="auto">
            <a:xfrm>
              <a:off x="5458"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Freeform 38"/>
            <p:cNvSpPr>
              <a:spLocks/>
            </p:cNvSpPr>
            <p:nvPr userDrawn="1"/>
          </p:nvSpPr>
          <p:spPr bwMode="auto">
            <a:xfrm>
              <a:off x="5470" y="503"/>
              <a:ext cx="53" cy="32"/>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Freeform 39"/>
            <p:cNvSpPr>
              <a:spLocks/>
            </p:cNvSpPr>
            <p:nvPr userDrawn="1"/>
          </p:nvSpPr>
          <p:spPr bwMode="auto">
            <a:xfrm>
              <a:off x="5340" y="234"/>
              <a:ext cx="183" cy="229"/>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40"/>
            <p:cNvSpPr>
              <a:spLocks/>
            </p:cNvSpPr>
            <p:nvPr userDrawn="1"/>
          </p:nvSpPr>
          <p:spPr bwMode="auto">
            <a:xfrm>
              <a:off x="5096" y="230"/>
              <a:ext cx="212" cy="233"/>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41"/>
            <p:cNvSpPr>
              <a:spLocks noEditPoints="1"/>
            </p:cNvSpPr>
            <p:nvPr userDrawn="1"/>
          </p:nvSpPr>
          <p:spPr bwMode="auto">
            <a:xfrm>
              <a:off x="4885" y="234"/>
              <a:ext cx="207" cy="225"/>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2" name="Title 1"/>
          <p:cNvSpPr>
            <a:spLocks noGrp="1"/>
          </p:cNvSpPr>
          <p:nvPr>
            <p:ph type="ctrTitle" hasCustomPrompt="1"/>
          </p:nvPr>
        </p:nvSpPr>
        <p:spPr>
          <a:xfrm>
            <a:off x="5003513" y="1366463"/>
            <a:ext cx="3770617" cy="1137024"/>
          </a:xfrm>
        </p:spPr>
        <p:txBody>
          <a:bodyPr anchor="b">
            <a:normAutofit/>
          </a:bodyPr>
          <a:lstStyle>
            <a:lvl1pPr algn="l">
              <a:defRPr sz="3860" b="1">
                <a:solidFill>
                  <a:schemeClr val="bg1"/>
                </a:solidFill>
                <a:latin typeface="Arial" panose="020B0604020202020204" pitchFamily="34" charset="0"/>
                <a:cs typeface="Arial" panose="020B0604020202020204" pitchFamily="34" charset="0"/>
              </a:defRPr>
            </a:lvl1pPr>
          </a:lstStyle>
          <a:p>
            <a:r>
              <a:rPr lang="en-US" dirty="0"/>
              <a:t>Heading</a:t>
            </a:r>
          </a:p>
        </p:txBody>
      </p:sp>
      <p:sp>
        <p:nvSpPr>
          <p:cNvPr id="3" name="Subtitle 2"/>
          <p:cNvSpPr>
            <a:spLocks noGrp="1"/>
          </p:cNvSpPr>
          <p:nvPr>
            <p:ph type="subTitle" idx="1" hasCustomPrompt="1"/>
          </p:nvPr>
        </p:nvSpPr>
        <p:spPr>
          <a:xfrm>
            <a:off x="5003513" y="2503487"/>
            <a:ext cx="3770617" cy="599309"/>
          </a:xfrm>
        </p:spPr>
        <p:txBody>
          <a:bodyPr anchor="b">
            <a:noAutofit/>
          </a:bodyPr>
          <a:lstStyle>
            <a:lvl1pPr marL="0" indent="0" algn="l">
              <a:buNone/>
              <a:defRPr sz="1863">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 name="Text Placeholder 7"/>
          <p:cNvSpPr>
            <a:spLocks noGrp="1"/>
          </p:cNvSpPr>
          <p:nvPr>
            <p:ph type="body" sz="quarter" idx="10" hasCustomPrompt="1"/>
          </p:nvPr>
        </p:nvSpPr>
        <p:spPr>
          <a:xfrm>
            <a:off x="5003800" y="3944938"/>
            <a:ext cx="3770313" cy="294882"/>
          </a:xfrm>
        </p:spPr>
        <p:txBody>
          <a:bodyPr>
            <a:normAutofit/>
          </a:bodyPr>
          <a:lstStyle>
            <a:lvl1pPr marL="0" indent="0">
              <a:buNone/>
              <a:defRPr sz="1597"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p:ph type="body" sz="quarter" idx="11" hasCustomPrompt="1"/>
          </p:nvPr>
        </p:nvSpPr>
        <p:spPr>
          <a:xfrm>
            <a:off x="5003800" y="4239820"/>
            <a:ext cx="3770313" cy="328773"/>
          </a:xfrm>
        </p:spPr>
        <p:txBody>
          <a:bodyPr>
            <a:normAutofit/>
          </a:bodyPr>
          <a:lstStyle>
            <a:lvl1pPr marL="0" indent="0">
              <a:buNone/>
              <a:defRPr sz="1597"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11" name="Picture Placeholder 10"/>
          <p:cNvSpPr>
            <a:spLocks noGrp="1"/>
          </p:cNvSpPr>
          <p:nvPr>
            <p:ph type="pic" sz="quarter" idx="12"/>
          </p:nvPr>
        </p:nvSpPr>
        <p:spPr>
          <a:xfrm>
            <a:off x="0" y="469901"/>
            <a:ext cx="4565649" cy="2952750"/>
          </a:xfrm>
        </p:spPr>
        <p:txBody>
          <a:bodyPr>
            <a:normAutofit/>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
        <p:nvSpPr>
          <p:cNvPr id="13" name="Picture Placeholder 10"/>
          <p:cNvSpPr>
            <a:spLocks noGrp="1"/>
          </p:cNvSpPr>
          <p:nvPr>
            <p:ph type="pic" sz="quarter" idx="13"/>
          </p:nvPr>
        </p:nvSpPr>
        <p:spPr>
          <a:xfrm>
            <a:off x="0" y="3422650"/>
            <a:ext cx="4565649" cy="3435349"/>
          </a:xfrm>
        </p:spPr>
        <p:txBody>
          <a:bodyPr>
            <a:normAutofit/>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3777774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co-branded">
    <p:spTree>
      <p:nvGrpSpPr>
        <p:cNvPr id="1" name=""/>
        <p:cNvGrpSpPr/>
        <p:nvPr/>
      </p:nvGrpSpPr>
      <p:grpSpPr>
        <a:xfrm>
          <a:off x="0" y="0"/>
          <a:ext cx="0" cy="0"/>
          <a:chOff x="0" y="0"/>
          <a:chExt cx="0" cy="0"/>
        </a:xfrm>
      </p:grpSpPr>
      <p:sp>
        <p:nvSpPr>
          <p:cNvPr id="42" name="Rectangle 4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userDrawn="1">
            <p:ph type="title" hasCustomPrompt="1"/>
          </p:nvPr>
        </p:nvSpPr>
        <p:spPr>
          <a:xfrm>
            <a:off x="873125" y="2658154"/>
            <a:ext cx="3867150" cy="580346"/>
          </a:xfrm>
        </p:spPr>
        <p:txBody>
          <a:bodyPr anchor="b">
            <a:noAutofit/>
          </a:bodyPr>
          <a:lstStyle>
            <a:lvl1pPr>
              <a:defRPr sz="386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7" name="Subtitle 2"/>
          <p:cNvSpPr>
            <a:spLocks noGrp="1"/>
          </p:cNvSpPr>
          <p:nvPr userDrawn="1">
            <p:ph type="subTitle" idx="1" hasCustomPrompt="1"/>
          </p:nvPr>
        </p:nvSpPr>
        <p:spPr>
          <a:xfrm>
            <a:off x="873125" y="3652838"/>
            <a:ext cx="3867150" cy="447675"/>
          </a:xfrm>
        </p:spPr>
        <p:txBody>
          <a:bodyPr anchor="b">
            <a:noAutofit/>
          </a:bodyPr>
          <a:lstStyle>
            <a:lvl1pPr marL="0" indent="0" algn="l">
              <a:buNone/>
              <a:defRPr sz="1863">
                <a:solidFill>
                  <a:srgbClr val="3D393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 name="Text Placeholder 7"/>
          <p:cNvSpPr>
            <a:spLocks noGrp="1"/>
          </p:cNvSpPr>
          <p:nvPr userDrawn="1">
            <p:ph type="body" sz="quarter" idx="10" hasCustomPrompt="1"/>
          </p:nvPr>
        </p:nvSpPr>
        <p:spPr>
          <a:xfrm>
            <a:off x="873125" y="5316538"/>
            <a:ext cx="3770313" cy="294882"/>
          </a:xfrm>
        </p:spPr>
        <p:txBody>
          <a:bodyPr>
            <a:normAutofit/>
          </a:bodyPr>
          <a:lstStyle>
            <a:lvl1pPr marL="0" indent="0">
              <a:buNone/>
              <a:defRPr sz="1597" b="1" baseline="0">
                <a:solidFill>
                  <a:srgbClr val="3D3935"/>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userDrawn="1">
            <p:ph type="body" sz="quarter" idx="11" hasCustomPrompt="1"/>
          </p:nvPr>
        </p:nvSpPr>
        <p:spPr>
          <a:xfrm>
            <a:off x="873125" y="5611420"/>
            <a:ext cx="3770313" cy="328773"/>
          </a:xfrm>
        </p:spPr>
        <p:txBody>
          <a:bodyPr>
            <a:normAutofit/>
          </a:bodyPr>
          <a:lstStyle>
            <a:lvl1pPr marL="0" indent="0">
              <a:buNone/>
              <a:defRPr sz="1597" baseline="0">
                <a:solidFill>
                  <a:srgbClr val="3D3935"/>
                </a:solidFill>
                <a:latin typeface="Arial" panose="020B0604020202020204" pitchFamily="34" charset="0"/>
                <a:cs typeface="Arial" panose="020B0604020202020204" pitchFamily="34" charset="0"/>
              </a:defRPr>
            </a:lvl1pPr>
          </a:lstStyle>
          <a:p>
            <a:pPr lvl="0"/>
            <a:r>
              <a:rPr lang="en-AU" dirty="0"/>
              <a:t>Date</a:t>
            </a:r>
          </a:p>
        </p:txBody>
      </p:sp>
      <p:sp>
        <p:nvSpPr>
          <p:cNvPr id="44" name="Picture Placeholder 85"/>
          <p:cNvSpPr>
            <a:spLocks noGrp="1"/>
          </p:cNvSpPr>
          <p:nvPr userDrawn="1">
            <p:ph type="pic" sz="quarter" idx="13" hasCustomPrompt="1"/>
          </p:nvPr>
        </p:nvSpPr>
        <p:spPr>
          <a:xfrm>
            <a:off x="6639194" y="2653276"/>
            <a:ext cx="1766125" cy="502731"/>
          </a:xfrm>
        </p:spPr>
        <p:txBody>
          <a:bodyPr/>
          <a:lstStyle>
            <a:lvl1pPr marL="0" indent="0">
              <a:buNone/>
              <a:defRPr sz="1200">
                <a:solidFill>
                  <a:srgbClr val="3D3935"/>
                </a:solidFill>
                <a:latin typeface="Arial" panose="020B0604020202020204" pitchFamily="34" charset="0"/>
                <a:cs typeface="Arial" panose="020B0604020202020204" pitchFamily="34" charset="0"/>
              </a:defRPr>
            </a:lvl1pPr>
          </a:lstStyle>
          <a:p>
            <a:r>
              <a:rPr lang="en-US" dirty="0"/>
              <a:t>Drag co-branded logo to placeholder or click icon to add</a:t>
            </a:r>
            <a:endParaRPr lang="en-AU" dirty="0"/>
          </a:p>
        </p:txBody>
      </p:sp>
      <p:grpSp>
        <p:nvGrpSpPr>
          <p:cNvPr id="45" name="Group 44"/>
          <p:cNvGrpSpPr/>
          <p:nvPr userDrawn="1"/>
        </p:nvGrpSpPr>
        <p:grpSpPr>
          <a:xfrm>
            <a:off x="7401258" y="6092825"/>
            <a:ext cx="1374019" cy="484188"/>
            <a:chOff x="7401258" y="365125"/>
            <a:chExt cx="1374019" cy="484188"/>
          </a:xfrm>
        </p:grpSpPr>
        <p:sp>
          <p:nvSpPr>
            <p:cNvPr id="46"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8"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178878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44" name="Rectangle 43"/>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AutoShape 3"/>
          <p:cNvSpPr>
            <a:spLocks noChangeAspect="1" noChangeArrowheads="1" noTextEdit="1"/>
          </p:cNvSpPr>
          <p:nvPr userDrawn="1"/>
        </p:nvSpPr>
        <p:spPr bwMode="auto">
          <a:xfrm>
            <a:off x="0" y="0"/>
            <a:ext cx="9144227"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5"/>
          <p:cNvSpPr>
            <a:spLocks/>
          </p:cNvSpPr>
          <p:nvPr userDrawn="1"/>
        </p:nvSpPr>
        <p:spPr bwMode="auto">
          <a:xfrm>
            <a:off x="0" y="457200"/>
            <a:ext cx="4572114" cy="6388100"/>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8C857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6"/>
          <p:cNvSpPr>
            <a:spLocks/>
          </p:cNvSpPr>
          <p:nvPr userDrawn="1"/>
        </p:nvSpPr>
        <p:spPr bwMode="auto">
          <a:xfrm>
            <a:off x="4572114" y="-3175"/>
            <a:ext cx="4572114" cy="6858000"/>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nvGrpSpPr>
          <p:cNvPr id="2" name="Group 1"/>
          <p:cNvGrpSpPr/>
          <p:nvPr userDrawn="1"/>
        </p:nvGrpSpPr>
        <p:grpSpPr>
          <a:xfrm>
            <a:off x="7401258" y="365125"/>
            <a:ext cx="1374019" cy="484188"/>
            <a:chOff x="7401258" y="365125"/>
            <a:chExt cx="1374019" cy="484188"/>
          </a:xfrm>
        </p:grpSpPr>
        <p:sp>
          <p:nvSpPr>
            <p:cNvPr id="48"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5"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6"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7"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8"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9"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0"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1"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2"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3"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4"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5"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6"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7"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8"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9"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0"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1"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2"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3"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4"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5"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6"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7"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8"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9"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0"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81" name="Title 1"/>
          <p:cNvSpPr>
            <a:spLocks noGrp="1"/>
          </p:cNvSpPr>
          <p:nvPr userDrawn="1">
            <p:ph type="title" hasCustomPrompt="1"/>
          </p:nvPr>
        </p:nvSpPr>
        <p:spPr>
          <a:xfrm>
            <a:off x="5038725" y="2848654"/>
            <a:ext cx="3867150" cy="580346"/>
          </a:xfrm>
        </p:spPr>
        <p:txBody>
          <a:bodyPr anchor="b">
            <a:noAutofit/>
          </a:bodyPr>
          <a:lstStyle>
            <a:lvl1pPr>
              <a:defRPr sz="3860" b="1">
                <a:solidFill>
                  <a:schemeClr val="bg1"/>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2" name="Subtitle 2"/>
          <p:cNvSpPr>
            <a:spLocks noGrp="1"/>
          </p:cNvSpPr>
          <p:nvPr userDrawn="1">
            <p:ph type="subTitle" idx="1" hasCustomPrompt="1"/>
          </p:nvPr>
        </p:nvSpPr>
        <p:spPr>
          <a:xfrm>
            <a:off x="5038725" y="3652838"/>
            <a:ext cx="3867150" cy="447675"/>
          </a:xfrm>
        </p:spPr>
        <p:txBody>
          <a:bodyPr anchor="b">
            <a:noAutofit/>
          </a:bodyPr>
          <a:lstStyle>
            <a:lvl1pPr marL="0" indent="0" algn="l">
              <a:buNone/>
              <a:defRPr sz="1863">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3" name="Text Placeholder 7"/>
          <p:cNvSpPr>
            <a:spLocks noGrp="1"/>
          </p:cNvSpPr>
          <p:nvPr userDrawn="1">
            <p:ph type="body" sz="quarter" idx="10" hasCustomPrompt="1"/>
          </p:nvPr>
        </p:nvSpPr>
        <p:spPr>
          <a:xfrm>
            <a:off x="5038725" y="5316538"/>
            <a:ext cx="3770313" cy="294882"/>
          </a:xfrm>
        </p:spPr>
        <p:txBody>
          <a:bodyPr>
            <a:normAutofit/>
          </a:bodyPr>
          <a:lstStyle>
            <a:lvl1pPr marL="0" indent="0">
              <a:buNone/>
              <a:defRPr sz="1597"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84" name="Text Placeholder 7"/>
          <p:cNvSpPr>
            <a:spLocks noGrp="1"/>
          </p:cNvSpPr>
          <p:nvPr userDrawn="1">
            <p:ph type="body" sz="quarter" idx="11" hasCustomPrompt="1"/>
          </p:nvPr>
        </p:nvSpPr>
        <p:spPr>
          <a:xfrm>
            <a:off x="5038725" y="5611420"/>
            <a:ext cx="3770313" cy="328773"/>
          </a:xfrm>
        </p:spPr>
        <p:txBody>
          <a:bodyPr>
            <a:normAutofit/>
          </a:bodyPr>
          <a:lstStyle>
            <a:lvl1pPr marL="0" indent="0">
              <a:buNone/>
              <a:defRPr sz="1597"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86" name="Picture Placeholder 85"/>
          <p:cNvSpPr>
            <a:spLocks noGrp="1"/>
          </p:cNvSpPr>
          <p:nvPr userDrawn="1">
            <p:ph type="pic" sz="quarter" idx="12"/>
          </p:nvPr>
        </p:nvSpPr>
        <p:spPr>
          <a:xfrm>
            <a:off x="0" y="457200"/>
            <a:ext cx="4572000" cy="6388100"/>
          </a:xfrm>
        </p:spPr>
        <p:txBody>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157770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2" name="Rectangle 4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607327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6" name="Freeform 5"/>
          <p:cNvSpPr>
            <a:spLocks/>
          </p:cNvSpPr>
          <p:nvPr userDrawn="1"/>
        </p:nvSpPr>
        <p:spPr bwMode="auto">
          <a:xfrm>
            <a:off x="0" y="457201"/>
            <a:ext cx="4572232" cy="6388107"/>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F2120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6"/>
          <p:cNvSpPr>
            <a:spLocks/>
          </p:cNvSpPr>
          <p:nvPr userDrawn="1"/>
        </p:nvSpPr>
        <p:spPr bwMode="auto">
          <a:xfrm>
            <a:off x="4572232" y="-3174"/>
            <a:ext cx="4572232" cy="6858007"/>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AutoShape 3"/>
          <p:cNvSpPr>
            <a:spLocks noChangeAspect="1" noChangeArrowheads="1" noTextEdit="1"/>
          </p:cNvSpPr>
          <p:nvPr userDrawn="1"/>
        </p:nvSpPr>
        <p:spPr bwMode="auto">
          <a:xfrm>
            <a:off x="0" y="1"/>
            <a:ext cx="9144464" cy="68580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Title 1"/>
          <p:cNvSpPr>
            <a:spLocks noGrp="1"/>
          </p:cNvSpPr>
          <p:nvPr userDrawn="1">
            <p:ph type="title" hasCustomPrompt="1"/>
          </p:nvPr>
        </p:nvSpPr>
        <p:spPr>
          <a:xfrm>
            <a:off x="4804755" y="1054317"/>
            <a:ext cx="4247805" cy="4749367"/>
          </a:xfrm>
        </p:spPr>
        <p:txBody>
          <a:bodyPr lIns="0" tIns="0" rIns="0" bIns="0" anchor="ctr" anchorCtr="0">
            <a:noAutofit/>
          </a:bodyPr>
          <a:lstStyle>
            <a:lvl1pPr>
              <a:defRPr sz="37857" spc="-150">
                <a:solidFill>
                  <a:schemeClr val="bg1"/>
                </a:solidFill>
                <a:latin typeface="Arial" panose="020B0604020202020204" pitchFamily="34" charset="0"/>
                <a:cs typeface="Arial" panose="020B0604020202020204" pitchFamily="34" charset="0"/>
              </a:defRPr>
            </a:lvl1pPr>
          </a:lstStyle>
          <a:p>
            <a:r>
              <a:rPr lang="en-US" dirty="0"/>
              <a:t>1</a:t>
            </a:r>
            <a:endParaRPr lang="en-AU" dirty="0"/>
          </a:p>
        </p:txBody>
      </p:sp>
      <p:sp>
        <p:nvSpPr>
          <p:cNvPr id="47" name="Text Placeholder 46"/>
          <p:cNvSpPr>
            <a:spLocks noGrp="1"/>
          </p:cNvSpPr>
          <p:nvPr userDrawn="1">
            <p:ph type="body" sz="quarter" idx="10" hasCustomPrompt="1"/>
          </p:nvPr>
        </p:nvSpPr>
        <p:spPr>
          <a:xfrm>
            <a:off x="374420" y="3246827"/>
            <a:ext cx="3092450" cy="357995"/>
          </a:xfrm>
        </p:spPr>
        <p:txBody>
          <a:bodyPr>
            <a:normAutofit/>
          </a:bodyPr>
          <a:lstStyle>
            <a:lvl1pPr marL="0" indent="0">
              <a:buNone/>
              <a:defRPr sz="1997">
                <a:solidFill>
                  <a:schemeClr val="bg1"/>
                </a:solidFill>
                <a:latin typeface="Arial" panose="020B0604020202020204" pitchFamily="34" charset="0"/>
                <a:cs typeface="Arial" panose="020B0604020202020204" pitchFamily="34" charset="0"/>
              </a:defRPr>
            </a:lvl1pPr>
          </a:lstStyle>
          <a:p>
            <a:pPr lvl="0"/>
            <a:r>
              <a:rPr lang="en-AU" dirty="0"/>
              <a:t>Section title</a:t>
            </a:r>
          </a:p>
        </p:txBody>
      </p:sp>
      <p:grpSp>
        <p:nvGrpSpPr>
          <p:cNvPr id="82" name="Group 81"/>
          <p:cNvGrpSpPr/>
          <p:nvPr userDrawn="1"/>
        </p:nvGrpSpPr>
        <p:grpSpPr>
          <a:xfrm>
            <a:off x="7401258" y="365125"/>
            <a:ext cx="1374019" cy="484188"/>
            <a:chOff x="7401258" y="365125"/>
            <a:chExt cx="1374019" cy="484188"/>
          </a:xfrm>
        </p:grpSpPr>
        <p:sp>
          <p:nvSpPr>
            <p:cNvPr id="83"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4"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5"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6"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7"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8"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63114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userDrawn="1">
            <p:custDataLst>
              <p:tags r:id="rId1"/>
            </p:custDataLst>
            <p:extLst>
              <p:ext uri="{D42A27DB-BD31-4B8C-83A1-F6EECF244321}">
                <p14:modId xmlns:p14="http://schemas.microsoft.com/office/powerpoint/2010/main" val="29171533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7" name="Object 4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userDrawn="1">
            <p:ph type="title" hasCustomPrompt="1"/>
          </p:nvPr>
        </p:nvSpPr>
        <p:spPr>
          <a:xfrm>
            <a:off x="440871" y="689568"/>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50" name="Text Placeholder 49"/>
          <p:cNvSpPr>
            <a:spLocks noGrp="1"/>
          </p:cNvSpPr>
          <p:nvPr userDrawn="1">
            <p:ph type="body" sz="quarter" idx="15" hasCustomPrompt="1"/>
          </p:nvPr>
        </p:nvSpPr>
        <p:spPr>
          <a:xfrm>
            <a:off x="440871" y="1463720"/>
            <a:ext cx="8284029" cy="4272599"/>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52" name="Text Placeholder 51"/>
          <p:cNvSpPr>
            <a:spLocks noGrp="1"/>
          </p:cNvSpPr>
          <p:nvPr userDrawn="1">
            <p:ph type="body" sz="quarter" idx="16" hasCustomPrompt="1"/>
          </p:nvPr>
        </p:nvSpPr>
        <p:spPr>
          <a:xfrm>
            <a:off x="440871" y="-8733"/>
            <a:ext cx="4343399" cy="462758"/>
          </a:xfrm>
        </p:spPr>
        <p:txBody>
          <a:bodyPr anchor="ctr">
            <a:normAutofit/>
          </a:bodyPr>
          <a:lstStyle>
            <a:lvl1pPr marL="0" indent="0">
              <a:buNone/>
              <a:defRPr sz="1500" b="1">
                <a:solidFill>
                  <a:srgbClr val="3D3935"/>
                </a:solidFill>
                <a:latin typeface="Arial" panose="020B0604020202020204" pitchFamily="34" charset="0"/>
                <a:cs typeface="Arial" panose="020B0604020202020204" pitchFamily="34" charset="0"/>
              </a:defRPr>
            </a:lvl1pPr>
          </a:lstStyle>
          <a:p>
            <a:pPr lvl="0"/>
            <a:r>
              <a:rPr lang="en-AU" dirty="0"/>
              <a:t>Section heading</a:t>
            </a:r>
          </a:p>
        </p:txBody>
      </p:sp>
      <p:sp>
        <p:nvSpPr>
          <p:cNvPr id="8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
        <p:nvSpPr>
          <p:cNvPr id="85" name="Footer Placeholder 4"/>
          <p:cNvSpPr>
            <a:spLocks noGrp="1"/>
          </p:cNvSpPr>
          <p:nvPr>
            <p:ph type="ftr" sz="quarter" idx="3"/>
          </p:nvPr>
        </p:nvSpPr>
        <p:spPr>
          <a:xfrm>
            <a:off x="832757" y="6510471"/>
            <a:ext cx="4188129"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dirty="0"/>
              <a:t>Faculty of Business and Law | Peter Faber Business School</a:t>
            </a:r>
          </a:p>
        </p:txBody>
      </p:sp>
    </p:spTree>
    <p:extLst>
      <p:ext uri="{BB962C8B-B14F-4D97-AF65-F5344CB8AC3E}">
        <p14:creationId xmlns:p14="http://schemas.microsoft.com/office/powerpoint/2010/main" val="271879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s and Content">
    <p:spTree>
      <p:nvGrpSpPr>
        <p:cNvPr id="1" name=""/>
        <p:cNvGrpSpPr/>
        <p:nvPr/>
      </p:nvGrpSpPr>
      <p:grpSpPr>
        <a:xfrm>
          <a:off x="0" y="0"/>
          <a:ext cx="0" cy="0"/>
          <a:chOff x="0" y="0"/>
          <a:chExt cx="0" cy="0"/>
        </a:xfrm>
      </p:grpSpPr>
      <p:sp>
        <p:nvSpPr>
          <p:cNvPr id="41" name="Title 1"/>
          <p:cNvSpPr>
            <a:spLocks noGrp="1"/>
          </p:cNvSpPr>
          <p:nvPr>
            <p:ph type="title" hasCustomPrompt="1"/>
          </p:nvPr>
        </p:nvSpPr>
        <p:spPr>
          <a:xfrm>
            <a:off x="440871" y="770735"/>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2" name="Text Placeholder 45"/>
          <p:cNvSpPr>
            <a:spLocks noGrp="1"/>
          </p:cNvSpPr>
          <p:nvPr>
            <p:ph type="body" sz="quarter" idx="13" hasCustomPrompt="1"/>
          </p:nvPr>
        </p:nvSpPr>
        <p:spPr>
          <a:xfrm>
            <a:off x="440871" y="1339935"/>
            <a:ext cx="6734398" cy="507831"/>
          </a:xfrm>
        </p:spPr>
        <p:txBody>
          <a:bodyPr anchor="ctr">
            <a:spAutoFit/>
          </a:bodyPr>
          <a:lstStyle>
            <a:lvl1pPr marL="0" indent="0">
              <a:lnSpc>
                <a:spcPct val="100000"/>
              </a:lnSpc>
              <a:buNone/>
              <a:defRPr sz="2700">
                <a:solidFill>
                  <a:srgbClr val="3D3935"/>
                </a:solidFill>
                <a:latin typeface="Arial" panose="020B0604020202020204" pitchFamily="34" charset="0"/>
                <a:cs typeface="Arial" panose="020B0604020202020204" pitchFamily="34" charset="0"/>
              </a:defRPr>
            </a:lvl1pPr>
          </a:lstStyle>
          <a:p>
            <a:pPr lvl="0"/>
            <a:r>
              <a:rPr lang="en-AU" dirty="0"/>
              <a:t>Sub Title</a:t>
            </a:r>
          </a:p>
        </p:txBody>
      </p:sp>
      <p:sp>
        <p:nvSpPr>
          <p:cNvPr id="43" name="Text Placeholder 47"/>
          <p:cNvSpPr>
            <a:spLocks noGrp="1"/>
          </p:cNvSpPr>
          <p:nvPr>
            <p:ph type="body" sz="quarter" idx="14" hasCustomPrompt="1"/>
          </p:nvPr>
        </p:nvSpPr>
        <p:spPr>
          <a:xfrm>
            <a:off x="440872" y="2275570"/>
            <a:ext cx="8284028" cy="359681"/>
          </a:xfrm>
        </p:spPr>
        <p:txBody>
          <a:bodyPr anchor="ctr">
            <a:noAutofit/>
          </a:bodyPr>
          <a:lstStyle>
            <a:lvl1pPr marL="0" indent="0">
              <a:lnSpc>
                <a:spcPct val="100000"/>
              </a:lnSpc>
              <a:buNone/>
              <a:defRPr sz="2000" b="1" baseline="0">
                <a:solidFill>
                  <a:srgbClr val="3D3935"/>
                </a:solidFill>
                <a:latin typeface="Arial" panose="020B0604020202020204" pitchFamily="34" charset="0"/>
                <a:cs typeface="Arial" panose="020B0604020202020204" pitchFamily="34" charset="0"/>
              </a:defRPr>
            </a:lvl1pPr>
          </a:lstStyle>
          <a:p>
            <a:pPr lvl="0"/>
            <a:r>
              <a:rPr lang="en-AU" dirty="0"/>
              <a:t>Sub heading</a:t>
            </a:r>
          </a:p>
        </p:txBody>
      </p:sp>
      <p:sp>
        <p:nvSpPr>
          <p:cNvPr id="83" name="Text Placeholder 49"/>
          <p:cNvSpPr>
            <a:spLocks noGrp="1"/>
          </p:cNvSpPr>
          <p:nvPr>
            <p:ph type="body" sz="quarter" idx="15" hasCustomPrompt="1"/>
          </p:nvPr>
        </p:nvSpPr>
        <p:spPr>
          <a:xfrm>
            <a:off x="440871" y="2640809"/>
            <a:ext cx="8284029" cy="3095510"/>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84" name="Footer Placeholder 4"/>
          <p:cNvSpPr>
            <a:spLocks noGrp="1"/>
          </p:cNvSpPr>
          <p:nvPr>
            <p:ph type="ftr" sz="quarter" idx="3"/>
          </p:nvPr>
        </p:nvSpPr>
        <p:spPr>
          <a:xfrm>
            <a:off x="832758" y="6510471"/>
            <a:ext cx="3872246"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5"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208934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47701" y="1626054"/>
            <a:ext cx="3867150" cy="4271941"/>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4646613" y="1651000"/>
            <a:ext cx="3887788" cy="4246995"/>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7" name="Title 1"/>
          <p:cNvSpPr>
            <a:spLocks noGrp="1"/>
          </p:cNvSpPr>
          <p:nvPr>
            <p:ph type="title" hasCustomPrompt="1"/>
          </p:nvPr>
        </p:nvSpPr>
        <p:spPr>
          <a:xfrm>
            <a:off x="440871" y="793049"/>
            <a:ext cx="6734398" cy="493981"/>
          </a:xfrm>
        </p:spPr>
        <p:txBody>
          <a:bodyPr>
            <a:spAutoFit/>
          </a:bodyPr>
          <a:lstStyle>
            <a:lvl1pPr>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8" name="Footer Placeholder 4"/>
          <p:cNvSpPr>
            <a:spLocks noGrp="1"/>
          </p:cNvSpPr>
          <p:nvPr>
            <p:ph type="ftr" sz="quarter" idx="3"/>
          </p:nvPr>
        </p:nvSpPr>
        <p:spPr>
          <a:xfrm>
            <a:off x="832757" y="6510471"/>
            <a:ext cx="3887787"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9"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289585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3888" y="1864188"/>
            <a:ext cx="7886700" cy="4070577"/>
          </a:xfrm>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1"/>
          <p:cNvSpPr>
            <a:spLocks noGrp="1"/>
          </p:cNvSpPr>
          <p:nvPr>
            <p:ph type="title" hasCustomPrompt="1"/>
          </p:nvPr>
        </p:nvSpPr>
        <p:spPr>
          <a:xfrm>
            <a:off x="498929" y="1056579"/>
            <a:ext cx="6734398" cy="493981"/>
          </a:xfrm>
        </p:spPr>
        <p:txBody>
          <a:bodyPr>
            <a:normAutofit/>
          </a:bodyPr>
          <a:lstStyle>
            <a:lvl1pPr>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406363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in White with Logo">
    <p:spTree>
      <p:nvGrpSpPr>
        <p:cNvPr id="1" name=""/>
        <p:cNvGrpSpPr/>
        <p:nvPr/>
      </p:nvGrpSpPr>
      <p:grpSpPr>
        <a:xfrm>
          <a:off x="0" y="0"/>
          <a:ext cx="0" cy="0"/>
          <a:chOff x="0" y="0"/>
          <a:chExt cx="0" cy="0"/>
        </a:xfrm>
      </p:grpSpPr>
      <p:sp>
        <p:nvSpPr>
          <p:cNvPr id="4" name="Rectangle 3"/>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AutoShape 3"/>
          <p:cNvSpPr>
            <a:spLocks noChangeAspect="1" noChangeArrowheads="1" noTextEdit="1"/>
          </p:cNvSpPr>
          <p:nvPr userDrawn="1"/>
        </p:nvSpPr>
        <p:spPr bwMode="auto">
          <a:xfrm>
            <a:off x="1588" y="0"/>
            <a:ext cx="9140825"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8"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1"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 name="Freeform 9"/>
          <p:cNvSpPr>
            <a:spLocks/>
          </p:cNvSpPr>
          <p:nvPr userDrawn="1"/>
        </p:nvSpPr>
        <p:spPr bwMode="auto">
          <a:xfrm>
            <a:off x="7399338" y="371475"/>
            <a:ext cx="288925" cy="371475"/>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10"/>
          <p:cNvSpPr>
            <a:spLocks/>
          </p:cNvSpPr>
          <p:nvPr userDrawn="1"/>
        </p:nvSpPr>
        <p:spPr bwMode="auto">
          <a:xfrm>
            <a:off x="7453313" y="415925"/>
            <a:ext cx="180975" cy="238125"/>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3" name="Freeform 11"/>
          <p:cNvSpPr>
            <a:spLocks/>
          </p:cNvSpPr>
          <p:nvPr userDrawn="1"/>
        </p:nvSpPr>
        <p:spPr bwMode="auto">
          <a:xfrm>
            <a:off x="7478713" y="466725"/>
            <a:ext cx="130175" cy="155575"/>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12"/>
          <p:cNvSpPr>
            <a:spLocks noEditPoints="1"/>
          </p:cNvSpPr>
          <p:nvPr userDrawn="1"/>
        </p:nvSpPr>
        <p:spPr bwMode="auto">
          <a:xfrm>
            <a:off x="7399338" y="800100"/>
            <a:ext cx="53975"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13"/>
          <p:cNvSpPr>
            <a:spLocks/>
          </p:cNvSpPr>
          <p:nvPr userDrawn="1"/>
        </p:nvSpPr>
        <p:spPr bwMode="auto">
          <a:xfrm>
            <a:off x="7456488" y="800100"/>
            <a:ext cx="44450"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4"/>
          <p:cNvSpPr>
            <a:spLocks/>
          </p:cNvSpPr>
          <p:nvPr userDrawn="1"/>
        </p:nvSpPr>
        <p:spPr bwMode="auto">
          <a:xfrm>
            <a:off x="7510463" y="796925"/>
            <a:ext cx="41275"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5"/>
          <p:cNvSpPr>
            <a:spLocks/>
          </p:cNvSpPr>
          <p:nvPr userDrawn="1"/>
        </p:nvSpPr>
        <p:spPr bwMode="auto">
          <a:xfrm>
            <a:off x="7558088" y="800100"/>
            <a:ext cx="41275"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6"/>
          <p:cNvSpPr>
            <a:spLocks noEditPoints="1"/>
          </p:cNvSpPr>
          <p:nvPr userDrawn="1"/>
        </p:nvSpPr>
        <p:spPr bwMode="auto">
          <a:xfrm>
            <a:off x="7608888"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7"/>
          <p:cNvSpPr>
            <a:spLocks noEditPoints="1"/>
          </p:cNvSpPr>
          <p:nvPr userDrawn="1"/>
        </p:nvSpPr>
        <p:spPr bwMode="auto">
          <a:xfrm>
            <a:off x="7656513" y="800100"/>
            <a:ext cx="53975"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8"/>
          <p:cNvSpPr>
            <a:spLocks/>
          </p:cNvSpPr>
          <p:nvPr userDrawn="1"/>
        </p:nvSpPr>
        <p:spPr bwMode="auto">
          <a:xfrm>
            <a:off x="7716838"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9"/>
          <p:cNvSpPr>
            <a:spLocks/>
          </p:cNvSpPr>
          <p:nvPr userDrawn="1"/>
        </p:nvSpPr>
        <p:spPr bwMode="auto">
          <a:xfrm>
            <a:off x="77612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20"/>
          <p:cNvSpPr>
            <a:spLocks noEditPoints="1"/>
          </p:cNvSpPr>
          <p:nvPr userDrawn="1"/>
        </p:nvSpPr>
        <p:spPr bwMode="auto">
          <a:xfrm>
            <a:off x="7777163"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21"/>
          <p:cNvSpPr>
            <a:spLocks/>
          </p:cNvSpPr>
          <p:nvPr userDrawn="1"/>
        </p:nvSpPr>
        <p:spPr bwMode="auto">
          <a:xfrm>
            <a:off x="7840663" y="800100"/>
            <a:ext cx="41275"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22"/>
          <p:cNvSpPr>
            <a:spLocks/>
          </p:cNvSpPr>
          <p:nvPr userDrawn="1"/>
        </p:nvSpPr>
        <p:spPr bwMode="auto">
          <a:xfrm>
            <a:off x="7920038" y="796925"/>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23"/>
          <p:cNvSpPr>
            <a:spLocks noEditPoints="1"/>
          </p:cNvSpPr>
          <p:nvPr userDrawn="1"/>
        </p:nvSpPr>
        <p:spPr bwMode="auto">
          <a:xfrm>
            <a:off x="7970838"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4"/>
          <p:cNvSpPr>
            <a:spLocks/>
          </p:cNvSpPr>
          <p:nvPr userDrawn="1"/>
        </p:nvSpPr>
        <p:spPr bwMode="auto">
          <a:xfrm>
            <a:off x="8021638" y="800100"/>
            <a:ext cx="44450"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5"/>
          <p:cNvSpPr>
            <a:spLocks/>
          </p:cNvSpPr>
          <p:nvPr userDrawn="1"/>
        </p:nvSpPr>
        <p:spPr bwMode="auto">
          <a:xfrm>
            <a:off x="8072438" y="800100"/>
            <a:ext cx="44450"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6"/>
          <p:cNvSpPr>
            <a:spLocks noEditPoints="1"/>
          </p:cNvSpPr>
          <p:nvPr userDrawn="1"/>
        </p:nvSpPr>
        <p:spPr bwMode="auto">
          <a:xfrm>
            <a:off x="8126413" y="796925"/>
            <a:ext cx="5080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7"/>
          <p:cNvSpPr>
            <a:spLocks/>
          </p:cNvSpPr>
          <p:nvPr userDrawn="1"/>
        </p:nvSpPr>
        <p:spPr bwMode="auto">
          <a:xfrm>
            <a:off x="8186738"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8"/>
          <p:cNvSpPr>
            <a:spLocks/>
          </p:cNvSpPr>
          <p:nvPr userDrawn="1"/>
        </p:nvSpPr>
        <p:spPr bwMode="auto">
          <a:xfrm>
            <a:off x="82311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9"/>
          <p:cNvSpPr>
            <a:spLocks/>
          </p:cNvSpPr>
          <p:nvPr userDrawn="1"/>
        </p:nvSpPr>
        <p:spPr bwMode="auto">
          <a:xfrm>
            <a:off x="8247063" y="796925"/>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30"/>
          <p:cNvSpPr>
            <a:spLocks/>
          </p:cNvSpPr>
          <p:nvPr userDrawn="1"/>
        </p:nvSpPr>
        <p:spPr bwMode="auto">
          <a:xfrm>
            <a:off x="8329613" y="800100"/>
            <a:ext cx="41275"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31"/>
          <p:cNvSpPr>
            <a:spLocks/>
          </p:cNvSpPr>
          <p:nvPr userDrawn="1"/>
        </p:nvSpPr>
        <p:spPr bwMode="auto">
          <a:xfrm>
            <a:off x="8386763" y="800100"/>
            <a:ext cx="41275"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32"/>
          <p:cNvSpPr>
            <a:spLocks/>
          </p:cNvSpPr>
          <p:nvPr userDrawn="1"/>
        </p:nvSpPr>
        <p:spPr bwMode="auto">
          <a:xfrm>
            <a:off x="8440738"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33"/>
          <p:cNvSpPr>
            <a:spLocks/>
          </p:cNvSpPr>
          <p:nvPr userDrawn="1"/>
        </p:nvSpPr>
        <p:spPr bwMode="auto">
          <a:xfrm>
            <a:off x="8459788" y="800100"/>
            <a:ext cx="5080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4"/>
          <p:cNvSpPr>
            <a:spLocks/>
          </p:cNvSpPr>
          <p:nvPr userDrawn="1"/>
        </p:nvSpPr>
        <p:spPr bwMode="auto">
          <a:xfrm>
            <a:off x="8516938" y="800100"/>
            <a:ext cx="38100"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5"/>
          <p:cNvSpPr>
            <a:spLocks noEditPoints="1"/>
          </p:cNvSpPr>
          <p:nvPr userDrawn="1"/>
        </p:nvSpPr>
        <p:spPr bwMode="auto">
          <a:xfrm>
            <a:off x="8567738"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6"/>
          <p:cNvSpPr>
            <a:spLocks/>
          </p:cNvSpPr>
          <p:nvPr userDrawn="1"/>
        </p:nvSpPr>
        <p:spPr bwMode="auto">
          <a:xfrm>
            <a:off x="8615363" y="796925"/>
            <a:ext cx="44450"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7"/>
          <p:cNvSpPr>
            <a:spLocks/>
          </p:cNvSpPr>
          <p:nvPr userDrawn="1"/>
        </p:nvSpPr>
        <p:spPr bwMode="auto">
          <a:xfrm>
            <a:off x="8669338"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8"/>
          <p:cNvSpPr>
            <a:spLocks/>
          </p:cNvSpPr>
          <p:nvPr userDrawn="1"/>
        </p:nvSpPr>
        <p:spPr bwMode="auto">
          <a:xfrm>
            <a:off x="8688388" y="800100"/>
            <a:ext cx="85725" cy="50800"/>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9"/>
          <p:cNvSpPr>
            <a:spLocks/>
          </p:cNvSpPr>
          <p:nvPr userDrawn="1"/>
        </p:nvSpPr>
        <p:spPr bwMode="auto">
          <a:xfrm>
            <a:off x="8482013" y="371475"/>
            <a:ext cx="292100" cy="365125"/>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40"/>
          <p:cNvSpPr>
            <a:spLocks/>
          </p:cNvSpPr>
          <p:nvPr userDrawn="1"/>
        </p:nvSpPr>
        <p:spPr bwMode="auto">
          <a:xfrm>
            <a:off x="8094663" y="365125"/>
            <a:ext cx="336550" cy="371475"/>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41"/>
          <p:cNvSpPr>
            <a:spLocks noEditPoints="1"/>
          </p:cNvSpPr>
          <p:nvPr userDrawn="1"/>
        </p:nvSpPr>
        <p:spPr bwMode="auto">
          <a:xfrm>
            <a:off x="7758113" y="371475"/>
            <a:ext cx="330200" cy="358775"/>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Title 1"/>
          <p:cNvSpPr>
            <a:spLocks noGrp="1"/>
          </p:cNvSpPr>
          <p:nvPr>
            <p:ph type="title" hasCustomPrompt="1"/>
          </p:nvPr>
        </p:nvSpPr>
        <p:spPr>
          <a:xfrm>
            <a:off x="440871" y="1014757"/>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1" y="1751357"/>
            <a:ext cx="8284029" cy="3954411"/>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49237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lain with no logo">
    <p:spTree>
      <p:nvGrpSpPr>
        <p:cNvPr id="1" name=""/>
        <p:cNvGrpSpPr/>
        <p:nvPr/>
      </p:nvGrpSpPr>
      <p:grpSpPr>
        <a:xfrm>
          <a:off x="0" y="0"/>
          <a:ext cx="0" cy="0"/>
          <a:chOff x="0" y="0"/>
          <a:chExt cx="0" cy="0"/>
        </a:xfrm>
      </p:grpSpPr>
      <p:sp>
        <p:nvSpPr>
          <p:cNvPr id="6" name="AutoShape 3"/>
          <p:cNvSpPr>
            <a:spLocks noChangeAspect="1" noChangeArrowheads="1" noTextEdit="1"/>
          </p:cNvSpPr>
          <p:nvPr userDrawn="1"/>
        </p:nvSpPr>
        <p:spPr bwMode="auto">
          <a:xfrm>
            <a:off x="1588" y="0"/>
            <a:ext cx="9140825"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8"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1"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Rectangle 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Title 1"/>
          <p:cNvSpPr>
            <a:spLocks noGrp="1"/>
          </p:cNvSpPr>
          <p:nvPr>
            <p:ph type="title" hasCustomPrompt="1"/>
          </p:nvPr>
        </p:nvSpPr>
        <p:spPr>
          <a:xfrm>
            <a:off x="440871" y="1014757"/>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1" y="1751357"/>
            <a:ext cx="8284029" cy="3954411"/>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07940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 name="Rectangle 2"/>
          <p:cNvSpPr/>
          <p:nvPr/>
        </p:nvSpPr>
        <p:spPr>
          <a:xfrm flipV="1">
            <a:off x="0" y="4137025"/>
            <a:ext cx="9144000" cy="4603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useBgFill="1">
        <p:nvSpPr>
          <p:cNvPr id="4" name="Rounded Rectangle 3"/>
          <p:cNvSpPr/>
          <p:nvPr/>
        </p:nvSpPr>
        <p:spPr bwMode="white">
          <a:xfrm>
            <a:off x="5410202" y="3962401"/>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useBgFill="1">
        <p:nvSpPr>
          <p:cNvPr id="5" name="Rounded Rectangle 4"/>
          <p:cNvSpPr/>
          <p:nvPr/>
        </p:nvSpPr>
        <p:spPr bwMode="white">
          <a:xfrm>
            <a:off x="7377113" y="4060826"/>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6" name="Rectangle 5"/>
          <p:cNvSpPr/>
          <p:nvPr/>
        </p:nvSpPr>
        <p:spPr>
          <a:xfrm>
            <a:off x="0" y="3962401"/>
            <a:ext cx="9144000" cy="244475"/>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7" name="Rectangle 6"/>
          <p:cNvSpPr/>
          <p:nvPr/>
        </p:nvSpPr>
        <p:spPr>
          <a:xfrm>
            <a:off x="0" y="3970338"/>
            <a:ext cx="9144000" cy="141287"/>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8" name="Rectangle 7"/>
          <p:cNvSpPr/>
          <p:nvPr userDrawn="1"/>
        </p:nvSpPr>
        <p:spPr>
          <a:xfrm>
            <a:off x="0" y="1"/>
            <a:ext cx="9144000" cy="3970338"/>
          </a:xfrm>
          <a:prstGeom prst="rect">
            <a:avLst/>
          </a:prstGeom>
          <a:solidFill>
            <a:schemeClr val="accent4">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9" name="Subtitle 8"/>
          <p:cNvSpPr>
            <a:spLocks noGrp="1"/>
          </p:cNvSpPr>
          <p:nvPr>
            <p:ph type="subTitle" idx="1"/>
          </p:nvPr>
        </p:nvSpPr>
        <p:spPr>
          <a:xfrm>
            <a:off x="1584293" y="4724400"/>
            <a:ext cx="6324600" cy="1295400"/>
          </a:xfrm>
        </p:spPr>
        <p:txBody>
          <a:bodyPr>
            <a:noAutofit/>
          </a:bodyPr>
          <a:lstStyle>
            <a:lvl1pPr marL="59739" indent="0" algn="ctr">
              <a:buNone/>
              <a:defRPr sz="3200">
                <a:solidFill>
                  <a:schemeClr val="accent3">
                    <a:lumMod val="75000"/>
                  </a:schemeClr>
                </a:solidFill>
              </a:defRPr>
            </a:lvl1pPr>
            <a:lvl2pPr marL="426705" indent="0" algn="ctr">
              <a:buNone/>
            </a:lvl2pPr>
            <a:lvl3pPr marL="853410" indent="0" algn="ctr">
              <a:buNone/>
            </a:lvl3pPr>
            <a:lvl4pPr marL="1280114" indent="0" algn="ctr">
              <a:buNone/>
            </a:lvl4pPr>
            <a:lvl5pPr marL="1706819" indent="0" algn="ctr">
              <a:buNone/>
            </a:lvl5pPr>
            <a:lvl6pPr marL="2133524" indent="0" algn="ctr">
              <a:buNone/>
            </a:lvl6pPr>
            <a:lvl7pPr marL="2560229" indent="0" algn="ctr">
              <a:buNone/>
            </a:lvl7pPr>
            <a:lvl8pPr marL="2986933" indent="0" algn="ctr">
              <a:buNone/>
            </a:lvl8pPr>
            <a:lvl9pPr marL="3413638" indent="0" algn="ctr">
              <a:buNone/>
            </a:lvl9pPr>
          </a:lstStyle>
          <a:p>
            <a:r>
              <a:rPr lang="en-US" dirty="0"/>
              <a:t>Click to edit Master subtitle style</a:t>
            </a:r>
          </a:p>
        </p:txBody>
      </p:sp>
      <p:pic>
        <p:nvPicPr>
          <p:cNvPr id="1026" name="Picture 2"/>
          <p:cNvPicPr>
            <a:picLocks noChangeAspect="1" noChangeArrowheads="1"/>
          </p:cNvPicPr>
          <p:nvPr userDrawn="1"/>
        </p:nvPicPr>
        <p:blipFill>
          <a:blip r:embed="rId2" cstate="print"/>
          <a:srcRect/>
          <a:stretch>
            <a:fillRect/>
          </a:stretch>
        </p:blipFill>
        <p:spPr bwMode="auto">
          <a:xfrm>
            <a:off x="3200400" y="163286"/>
            <a:ext cx="2667000" cy="3688497"/>
          </a:xfrm>
          <a:prstGeom prst="rect">
            <a:avLst/>
          </a:prstGeom>
          <a:noFill/>
          <a:ln w="9525">
            <a:noFill/>
            <a:miter lim="800000"/>
            <a:headEnd/>
            <a:tailEnd/>
          </a:ln>
        </p:spPr>
      </p:pic>
    </p:spTree>
    <p:extLst>
      <p:ext uri="{BB962C8B-B14F-4D97-AF65-F5344CB8AC3E}">
        <p14:creationId xmlns:p14="http://schemas.microsoft.com/office/powerpoint/2010/main" val="844724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18539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148599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79607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804008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759136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992358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07100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563971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979412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03892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0242315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8902910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2375144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873238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011324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70485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0991938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9427435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988008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3156359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4359329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1114978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0981093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57512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32257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2508345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760970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7054072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208742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8322331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3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588779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3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31674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3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7092709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3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2664470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3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6844434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3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07467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3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8415202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4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6400732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4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115467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4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237207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4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260611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4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7159359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4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1892215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4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5533468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4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5056716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4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784321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4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1603102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5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54058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5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7966486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5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88645047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5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06790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5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068312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5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4523613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5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968606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5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595209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5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167395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5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116149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6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58203913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6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972438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6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522997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6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856321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6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2828647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6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07572143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6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11791584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6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9925028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6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81525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6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27945878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7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69927288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7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93316914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FFFFFF"/>
        </a:solidFill>
        <a:effectLst/>
      </p:bgPr>
    </p:bg>
    <p:spTree>
      <p:nvGrpSpPr>
        <p:cNvPr id="1" name="Shape 38"/>
        <p:cNvGrpSpPr/>
        <p:nvPr/>
      </p:nvGrpSpPr>
      <p:grpSpPr>
        <a:xfrm>
          <a:off x="0" y="0"/>
          <a:ext cx="0" cy="0"/>
          <a:chOff x="0" y="0"/>
          <a:chExt cx="0" cy="0"/>
        </a:xfrm>
      </p:grpSpPr>
      <p:pic>
        <p:nvPicPr>
          <p:cNvPr id="39" name="Google Shape;39;p2"/>
          <p:cNvPicPr preferRelativeResize="0"/>
          <p:nvPr/>
        </p:nvPicPr>
        <p:blipFill>
          <a:blip r:embed="rId2">
            <a:alphaModFix/>
          </a:blip>
          <a:stretch>
            <a:fillRect/>
          </a:stretch>
        </p:blipFill>
        <p:spPr>
          <a:xfrm>
            <a:off x="1" y="-3"/>
            <a:ext cx="11328385" cy="6919433"/>
          </a:xfrm>
          <a:prstGeom prst="rect">
            <a:avLst/>
          </a:prstGeom>
          <a:noFill/>
          <a:ln>
            <a:noFill/>
          </a:ln>
        </p:spPr>
      </p:pic>
      <p:grpSp>
        <p:nvGrpSpPr>
          <p:cNvPr id="40" name="Google Shape;40;p2"/>
          <p:cNvGrpSpPr/>
          <p:nvPr/>
        </p:nvGrpSpPr>
        <p:grpSpPr>
          <a:xfrm>
            <a:off x="22" y="4740126"/>
            <a:ext cx="7314320" cy="1169029"/>
            <a:chOff x="-11" y="1378677"/>
            <a:chExt cx="7314320" cy="4116300"/>
          </a:xfrm>
        </p:grpSpPr>
        <p:sp>
          <p:nvSpPr>
            <p:cNvPr id="41" name="Google Shape;41;p2"/>
            <p:cNvSpPr/>
            <p:nvPr/>
          </p:nvSpPr>
          <p:spPr>
            <a:xfrm flipH="1">
              <a:off x="-11" y="1378677"/>
              <a:ext cx="187800" cy="41163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42" name="Google Shape;42;p2"/>
            <p:cNvSpPr/>
            <p:nvPr/>
          </p:nvSpPr>
          <p:spPr>
            <a:xfrm flipH="1">
              <a:off x="187809" y="1378677"/>
              <a:ext cx="7126500" cy="4116300"/>
            </a:xfrm>
            <a:prstGeom prst="rect">
              <a:avLst/>
            </a:prstGeom>
            <a:solidFill>
              <a:srgbClr val="434343"/>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43" name="Google Shape;43;p2"/>
          <p:cNvSpPr txBox="1">
            <a:spLocks noGrp="1"/>
          </p:cNvSpPr>
          <p:nvPr>
            <p:ph type="ctrTitle"/>
          </p:nvPr>
        </p:nvSpPr>
        <p:spPr>
          <a:xfrm>
            <a:off x="414375" y="4842443"/>
            <a:ext cx="6400800" cy="964400"/>
          </a:xfrm>
          <a:prstGeom prst="rect">
            <a:avLst/>
          </a:prstGeom>
        </p:spPr>
        <p:txBody>
          <a:bodyPr spcFirstLastPara="1" wrap="square" lIns="91425" tIns="91425" rIns="91425" bIns="91425" anchor="b" anchorCtr="0">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Tree>
    <p:extLst>
      <p:ext uri="{BB962C8B-B14F-4D97-AF65-F5344CB8AC3E}">
        <p14:creationId xmlns:p14="http://schemas.microsoft.com/office/powerpoint/2010/main" val="358220151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7"/>
        <p:cNvGrpSpPr/>
        <p:nvPr/>
      </p:nvGrpSpPr>
      <p:grpSpPr>
        <a:xfrm>
          <a:off x="0" y="0"/>
          <a:ext cx="0" cy="0"/>
          <a:chOff x="0" y="0"/>
          <a:chExt cx="0" cy="0"/>
        </a:xfrm>
      </p:grpSpPr>
      <p:grpSp>
        <p:nvGrpSpPr>
          <p:cNvPr id="58" name="Google Shape;58;p5"/>
          <p:cNvGrpSpPr/>
          <p:nvPr/>
        </p:nvGrpSpPr>
        <p:grpSpPr>
          <a:xfrm>
            <a:off x="-13" y="-12188"/>
            <a:ext cx="8005728" cy="1612563"/>
            <a:chOff x="-13" y="-12188"/>
            <a:chExt cx="8005728" cy="1161900"/>
          </a:xfrm>
        </p:grpSpPr>
        <p:sp>
          <p:nvSpPr>
            <p:cNvPr id="59" name="Google Shape;59;p5"/>
            <p:cNvSpPr/>
            <p:nvPr/>
          </p:nvSpPr>
          <p:spPr>
            <a:xfrm flipH="1">
              <a:off x="-13" y="-12188"/>
              <a:ext cx="1878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60" name="Google Shape;60;p5"/>
            <p:cNvSpPr/>
            <p:nvPr/>
          </p:nvSpPr>
          <p:spPr>
            <a:xfrm flipH="1">
              <a:off x="187715" y="-12188"/>
              <a:ext cx="78180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61" name="Google Shape;61;p5"/>
          <p:cNvSpPr txBox="1">
            <a:spLocks noGrp="1"/>
          </p:cNvSpPr>
          <p:nvPr>
            <p:ph type="title"/>
          </p:nvPr>
        </p:nvSpPr>
        <p:spPr>
          <a:xfrm>
            <a:off x="457200" y="134801"/>
            <a:ext cx="7315500" cy="13520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Tree>
    <p:extLst>
      <p:ext uri="{BB962C8B-B14F-4D97-AF65-F5344CB8AC3E}">
        <p14:creationId xmlns:p14="http://schemas.microsoft.com/office/powerpoint/2010/main" val="401939164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4"/>
        <p:cNvGrpSpPr/>
        <p:nvPr/>
      </p:nvGrpSpPr>
      <p:grpSpPr>
        <a:xfrm>
          <a:off x="0" y="0"/>
          <a:ext cx="0" cy="0"/>
          <a:chOff x="0" y="0"/>
          <a:chExt cx="0" cy="0"/>
        </a:xfrm>
      </p:grpSpPr>
      <p:grpSp>
        <p:nvGrpSpPr>
          <p:cNvPr id="45" name="Google Shape;45;p3"/>
          <p:cNvGrpSpPr/>
          <p:nvPr/>
        </p:nvGrpSpPr>
        <p:grpSpPr>
          <a:xfrm>
            <a:off x="-13" y="-12188"/>
            <a:ext cx="8005728" cy="1612563"/>
            <a:chOff x="-13" y="-12188"/>
            <a:chExt cx="8005728" cy="1161900"/>
          </a:xfrm>
        </p:grpSpPr>
        <p:sp>
          <p:nvSpPr>
            <p:cNvPr id="46" name="Google Shape;46;p3"/>
            <p:cNvSpPr/>
            <p:nvPr/>
          </p:nvSpPr>
          <p:spPr>
            <a:xfrm flipH="1">
              <a:off x="-13" y="-12188"/>
              <a:ext cx="1878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47" name="Google Shape;47;p3"/>
            <p:cNvSpPr/>
            <p:nvPr/>
          </p:nvSpPr>
          <p:spPr>
            <a:xfrm flipH="1">
              <a:off x="187715" y="-12188"/>
              <a:ext cx="78180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48" name="Google Shape;48;p3"/>
          <p:cNvSpPr txBox="1">
            <a:spLocks noGrp="1"/>
          </p:cNvSpPr>
          <p:nvPr>
            <p:ph type="title"/>
          </p:nvPr>
        </p:nvSpPr>
        <p:spPr>
          <a:xfrm>
            <a:off x="457200" y="134801"/>
            <a:ext cx="7315500" cy="13520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49" name="Google Shape;49;p3"/>
          <p:cNvSpPr txBox="1">
            <a:spLocks noGrp="1"/>
          </p:cNvSpPr>
          <p:nvPr>
            <p:ph type="body" idx="1"/>
          </p:nvPr>
        </p:nvSpPr>
        <p:spPr>
          <a:xfrm>
            <a:off x="457200" y="1704688"/>
            <a:ext cx="8229600" cy="4840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extLst>
      <p:ext uri="{BB962C8B-B14F-4D97-AF65-F5344CB8AC3E}">
        <p14:creationId xmlns:p14="http://schemas.microsoft.com/office/powerpoint/2010/main" val="266218105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9596" y="713233"/>
            <a:ext cx="3767469" cy="334707"/>
          </a:xfrm>
          <a:prstGeom prst="rect">
            <a:avLst/>
          </a:prstGeom>
        </p:spPr>
        <p:txBody>
          <a:bodyPr wrap="square" lIns="0" tIns="0" rIns="0" bIns="0">
            <a:spAutoFit/>
          </a:bodyPr>
          <a:lstStyle>
            <a:lvl1pPr>
              <a:defRPr sz="2175" b="1" i="0">
                <a:solidFill>
                  <a:srgbClr val="3D3935"/>
                </a:solidFill>
                <a:latin typeface="Arial"/>
                <a:cs typeface="Arial"/>
              </a:defRPr>
            </a:lvl1pPr>
          </a:lstStyle>
          <a:p>
            <a:endParaRPr/>
          </a:p>
        </p:txBody>
      </p:sp>
      <p:sp>
        <p:nvSpPr>
          <p:cNvPr id="3" name="Holder 3"/>
          <p:cNvSpPr>
            <a:spLocks noGrp="1"/>
          </p:cNvSpPr>
          <p:nvPr>
            <p:ph type="subTitle" idx="4"/>
          </p:nvPr>
        </p:nvSpPr>
        <p:spPr>
          <a:xfrm>
            <a:off x="1371600" y="3840480"/>
            <a:ext cx="6400800" cy="219291"/>
          </a:xfrm>
          <a:prstGeom prst="rect">
            <a:avLst/>
          </a:prstGeom>
        </p:spPr>
        <p:txBody>
          <a:bodyPr wrap="square" lIns="0" tIns="0" rIns="0" bIns="0">
            <a:spAutoFit/>
          </a:bodyPr>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84112460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19291"/>
          </a:xfrm>
        </p:spPr>
        <p:txBody>
          <a:bodyPr lIns="0" tIns="0" rIns="0" bIns="0"/>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03556647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sz="half" idx="2"/>
          </p:nvPr>
        </p:nvSpPr>
        <p:spPr>
          <a:xfrm>
            <a:off x="457200" y="1577340"/>
            <a:ext cx="397764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923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7" name="Holder 7"/>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9380312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5" name="Holder 5"/>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68727114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4" name="Holder 4"/>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766835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heme" Target="../theme/theme1.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image" Target="../media/image1.emf"/><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6.xml"/><Relationship Id="rId7" Type="http://schemas.openxmlformats.org/officeDocument/2006/relationships/image" Target="../media/image9.png"/><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theme" Target="../theme/theme2.xml"/><Relationship Id="rId5" Type="http://schemas.openxmlformats.org/officeDocument/2006/relationships/slideLayout" Target="../slideLayouts/slideLayout88.xml"/><Relationship Id="rId4"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85"/>
            </p:custDataLst>
            <p:extLst>
              <p:ext uri="{D42A27DB-BD31-4B8C-83A1-F6EECF244321}">
                <p14:modId xmlns:p14="http://schemas.microsoft.com/office/powerpoint/2010/main" val="34756964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86" imgW="347" imgH="348" progId="TCLayout.ActiveDocument.1">
                  <p:embed/>
                </p:oleObj>
              </mc:Choice>
              <mc:Fallback>
                <p:oleObj name="think-cell Slide" r:id="rId86" imgW="347" imgH="348" progId="TCLayout.ActiveDocument.1">
                  <p:embed/>
                  <p:pic>
                    <p:nvPicPr>
                      <p:cNvPr id="4" name="Object 3" hidden="1"/>
                      <p:cNvPicPr/>
                      <p:nvPr/>
                    </p:nvPicPr>
                    <p:blipFill>
                      <a:blip r:embed="rId87"/>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7" name="Group 4"/>
          <p:cNvGrpSpPr>
            <a:grpSpLocks noChangeAspect="1"/>
          </p:cNvGrpSpPr>
          <p:nvPr userDrawn="1"/>
        </p:nvGrpSpPr>
        <p:grpSpPr bwMode="auto">
          <a:xfrm>
            <a:off x="1588" y="0"/>
            <a:ext cx="9140825" cy="6858000"/>
            <a:chOff x="1" y="0"/>
            <a:chExt cx="5758" cy="4320"/>
          </a:xfrm>
        </p:grpSpPr>
        <p:sp>
          <p:nvSpPr>
            <p:cNvPr id="88" name="AutoShape 3"/>
            <p:cNvSpPr>
              <a:spLocks noChangeAspect="1" noChangeArrowheads="1" noTextEdit="1"/>
            </p:cNvSpPr>
            <p:nvPr userDrawn="1"/>
          </p:nvSpPr>
          <p:spPr bwMode="auto">
            <a:xfrm>
              <a:off x="1" y="0"/>
              <a:ext cx="5758" cy="4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5"/>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close/>
                </a:path>
              </a:pathLst>
            </a:custGeom>
            <a:solidFill>
              <a:srgbClr val="E8E3D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6"/>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7"/>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close/>
                </a:path>
              </a:pathLst>
            </a:custGeom>
            <a:solidFill>
              <a:srgbClr val="E8E3D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8"/>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9"/>
            <p:cNvSpPr>
              <a:spLocks/>
            </p:cNvSpPr>
            <p:nvPr userDrawn="1"/>
          </p:nvSpPr>
          <p:spPr bwMode="auto">
            <a:xfrm>
              <a:off x="4661" y="234"/>
              <a:ext cx="182" cy="234"/>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0"/>
            <p:cNvSpPr>
              <a:spLocks/>
            </p:cNvSpPr>
            <p:nvPr userDrawn="1"/>
          </p:nvSpPr>
          <p:spPr bwMode="auto">
            <a:xfrm>
              <a:off x="4695" y="262"/>
              <a:ext cx="114" cy="150"/>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1"/>
            <p:cNvSpPr>
              <a:spLocks/>
            </p:cNvSpPr>
            <p:nvPr userDrawn="1"/>
          </p:nvSpPr>
          <p:spPr bwMode="auto">
            <a:xfrm>
              <a:off x="4711" y="294"/>
              <a:ext cx="82" cy="9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12"/>
            <p:cNvSpPr>
              <a:spLocks noEditPoints="1"/>
            </p:cNvSpPr>
            <p:nvPr userDrawn="1"/>
          </p:nvSpPr>
          <p:spPr bwMode="auto">
            <a:xfrm>
              <a:off x="4661" y="504"/>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13"/>
            <p:cNvSpPr>
              <a:spLocks/>
            </p:cNvSpPr>
            <p:nvPr userDrawn="1"/>
          </p:nvSpPr>
          <p:spPr bwMode="auto">
            <a:xfrm>
              <a:off x="4697" y="504"/>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14"/>
            <p:cNvSpPr>
              <a:spLocks/>
            </p:cNvSpPr>
            <p:nvPr userDrawn="1"/>
          </p:nvSpPr>
          <p:spPr bwMode="auto">
            <a:xfrm>
              <a:off x="4731" y="502"/>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15"/>
            <p:cNvSpPr>
              <a:spLocks/>
            </p:cNvSpPr>
            <p:nvPr userDrawn="1"/>
          </p:nvSpPr>
          <p:spPr bwMode="auto">
            <a:xfrm>
              <a:off x="4761" y="504"/>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16"/>
            <p:cNvSpPr>
              <a:spLocks noEditPoints="1"/>
            </p:cNvSpPr>
            <p:nvPr userDrawn="1"/>
          </p:nvSpPr>
          <p:spPr bwMode="auto">
            <a:xfrm>
              <a:off x="4793"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17"/>
            <p:cNvSpPr>
              <a:spLocks noEditPoints="1"/>
            </p:cNvSpPr>
            <p:nvPr userDrawn="1"/>
          </p:nvSpPr>
          <p:spPr bwMode="auto">
            <a:xfrm>
              <a:off x="4823" y="504"/>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18"/>
            <p:cNvSpPr>
              <a:spLocks/>
            </p:cNvSpPr>
            <p:nvPr userDrawn="1"/>
          </p:nvSpPr>
          <p:spPr bwMode="auto">
            <a:xfrm>
              <a:off x="4861"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19"/>
            <p:cNvSpPr>
              <a:spLocks/>
            </p:cNvSpPr>
            <p:nvPr userDrawn="1"/>
          </p:nvSpPr>
          <p:spPr bwMode="auto">
            <a:xfrm>
              <a:off x="4889"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0"/>
            <p:cNvSpPr>
              <a:spLocks noEditPoints="1"/>
            </p:cNvSpPr>
            <p:nvPr userDrawn="1"/>
          </p:nvSpPr>
          <p:spPr bwMode="auto">
            <a:xfrm>
              <a:off x="4899"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1"/>
            <p:cNvSpPr>
              <a:spLocks/>
            </p:cNvSpPr>
            <p:nvPr userDrawn="1"/>
          </p:nvSpPr>
          <p:spPr bwMode="auto">
            <a:xfrm>
              <a:off x="4939" y="504"/>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22"/>
            <p:cNvSpPr>
              <a:spLocks/>
            </p:cNvSpPr>
            <p:nvPr userDrawn="1"/>
          </p:nvSpPr>
          <p:spPr bwMode="auto">
            <a:xfrm>
              <a:off x="4989"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23"/>
            <p:cNvSpPr>
              <a:spLocks noEditPoints="1"/>
            </p:cNvSpPr>
            <p:nvPr userDrawn="1"/>
          </p:nvSpPr>
          <p:spPr bwMode="auto">
            <a:xfrm>
              <a:off x="5021"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24"/>
            <p:cNvSpPr>
              <a:spLocks/>
            </p:cNvSpPr>
            <p:nvPr userDrawn="1"/>
          </p:nvSpPr>
          <p:spPr bwMode="auto">
            <a:xfrm>
              <a:off x="5053" y="504"/>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25"/>
            <p:cNvSpPr>
              <a:spLocks/>
            </p:cNvSpPr>
            <p:nvPr userDrawn="1"/>
          </p:nvSpPr>
          <p:spPr bwMode="auto">
            <a:xfrm>
              <a:off x="5085" y="504"/>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26"/>
            <p:cNvSpPr>
              <a:spLocks noEditPoints="1"/>
            </p:cNvSpPr>
            <p:nvPr userDrawn="1"/>
          </p:nvSpPr>
          <p:spPr bwMode="auto">
            <a:xfrm>
              <a:off x="5119" y="502"/>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27"/>
            <p:cNvSpPr>
              <a:spLocks/>
            </p:cNvSpPr>
            <p:nvPr userDrawn="1"/>
          </p:nvSpPr>
          <p:spPr bwMode="auto">
            <a:xfrm>
              <a:off x="5157"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28"/>
            <p:cNvSpPr>
              <a:spLocks/>
            </p:cNvSpPr>
            <p:nvPr userDrawn="1"/>
          </p:nvSpPr>
          <p:spPr bwMode="auto">
            <a:xfrm>
              <a:off x="5185"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29"/>
            <p:cNvSpPr>
              <a:spLocks/>
            </p:cNvSpPr>
            <p:nvPr userDrawn="1"/>
          </p:nvSpPr>
          <p:spPr bwMode="auto">
            <a:xfrm>
              <a:off x="5195"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0"/>
            <p:cNvSpPr>
              <a:spLocks/>
            </p:cNvSpPr>
            <p:nvPr userDrawn="1"/>
          </p:nvSpPr>
          <p:spPr bwMode="auto">
            <a:xfrm>
              <a:off x="5247" y="504"/>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1"/>
            <p:cNvSpPr>
              <a:spLocks/>
            </p:cNvSpPr>
            <p:nvPr userDrawn="1"/>
          </p:nvSpPr>
          <p:spPr bwMode="auto">
            <a:xfrm>
              <a:off x="5283" y="504"/>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6" name="Freeform 32"/>
            <p:cNvSpPr>
              <a:spLocks/>
            </p:cNvSpPr>
            <p:nvPr userDrawn="1"/>
          </p:nvSpPr>
          <p:spPr bwMode="auto">
            <a:xfrm>
              <a:off x="5317"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33"/>
            <p:cNvSpPr>
              <a:spLocks/>
            </p:cNvSpPr>
            <p:nvPr userDrawn="1"/>
          </p:nvSpPr>
          <p:spPr bwMode="auto">
            <a:xfrm>
              <a:off x="5329" y="504"/>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8" name="Freeform 34"/>
            <p:cNvSpPr>
              <a:spLocks/>
            </p:cNvSpPr>
            <p:nvPr userDrawn="1"/>
          </p:nvSpPr>
          <p:spPr bwMode="auto">
            <a:xfrm>
              <a:off x="5365" y="504"/>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9" name="Freeform 35"/>
            <p:cNvSpPr>
              <a:spLocks noEditPoints="1"/>
            </p:cNvSpPr>
            <p:nvPr userDrawn="1"/>
          </p:nvSpPr>
          <p:spPr bwMode="auto">
            <a:xfrm>
              <a:off x="5397"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0" name="Freeform 36"/>
            <p:cNvSpPr>
              <a:spLocks/>
            </p:cNvSpPr>
            <p:nvPr userDrawn="1"/>
          </p:nvSpPr>
          <p:spPr bwMode="auto">
            <a:xfrm>
              <a:off x="5427" y="502"/>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1" name="Freeform 37"/>
            <p:cNvSpPr>
              <a:spLocks/>
            </p:cNvSpPr>
            <p:nvPr userDrawn="1"/>
          </p:nvSpPr>
          <p:spPr bwMode="auto">
            <a:xfrm>
              <a:off x="5461"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2" name="Freeform 38"/>
            <p:cNvSpPr>
              <a:spLocks/>
            </p:cNvSpPr>
            <p:nvPr userDrawn="1"/>
          </p:nvSpPr>
          <p:spPr bwMode="auto">
            <a:xfrm>
              <a:off x="5473" y="504"/>
              <a:ext cx="54" cy="32"/>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3" name="Freeform 39"/>
            <p:cNvSpPr>
              <a:spLocks/>
            </p:cNvSpPr>
            <p:nvPr userDrawn="1"/>
          </p:nvSpPr>
          <p:spPr bwMode="auto">
            <a:xfrm>
              <a:off x="5343" y="234"/>
              <a:ext cx="184" cy="230"/>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4" name="Freeform 40"/>
            <p:cNvSpPr>
              <a:spLocks/>
            </p:cNvSpPr>
            <p:nvPr userDrawn="1"/>
          </p:nvSpPr>
          <p:spPr bwMode="auto">
            <a:xfrm>
              <a:off x="5099" y="230"/>
              <a:ext cx="212" cy="234"/>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5" name="Freeform 41"/>
            <p:cNvSpPr>
              <a:spLocks noEditPoints="1"/>
            </p:cNvSpPr>
            <p:nvPr userDrawn="1"/>
          </p:nvSpPr>
          <p:spPr bwMode="auto">
            <a:xfrm>
              <a:off x="4887" y="234"/>
              <a:ext cx="208" cy="226"/>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980067865"/>
      </p:ext>
    </p:extLst>
  </p:cSld>
  <p:clrMap bg1="lt1" tx1="dk1" bg2="lt2" tx2="dk2" accent1="accent1" accent2="accent2" accent3="accent3" accent4="accent4" accent5="accent5" accent6="accent6" hlink="hlink" folHlink="folHlink"/>
  <p:sldLayoutIdLst>
    <p:sldLayoutId id="2147483661" r:id="rId1"/>
    <p:sldLayoutId id="2147483691" r:id="rId2"/>
    <p:sldLayoutId id="2147483663" r:id="rId3"/>
    <p:sldLayoutId id="2147483664" r:id="rId4"/>
    <p:sldLayoutId id="2147483665" r:id="rId5"/>
    <p:sldLayoutId id="2147483682" r:id="rId6"/>
    <p:sldLayoutId id="2147483679" r:id="rId7"/>
    <p:sldLayoutId id="2147483686" r:id="rId8"/>
    <p:sldLayoutId id="2147483689" r:id="rId9"/>
    <p:sldLayoutId id="2147483692" r:id="rId10"/>
    <p:sldLayoutId id="2147483693"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 id="2147483718" r:id="rId35"/>
    <p:sldLayoutId id="2147483719" r:id="rId36"/>
    <p:sldLayoutId id="2147483720" r:id="rId37"/>
    <p:sldLayoutId id="2147483721" r:id="rId38"/>
    <p:sldLayoutId id="2147483722" r:id="rId39"/>
    <p:sldLayoutId id="2147483723" r:id="rId40"/>
    <p:sldLayoutId id="2147483724" r:id="rId41"/>
    <p:sldLayoutId id="2147483726" r:id="rId42"/>
    <p:sldLayoutId id="2147483727" r:id="rId43"/>
    <p:sldLayoutId id="2147483728" r:id="rId44"/>
    <p:sldLayoutId id="2147483729" r:id="rId45"/>
    <p:sldLayoutId id="2147483730" r:id="rId46"/>
    <p:sldLayoutId id="2147483731" r:id="rId47"/>
    <p:sldLayoutId id="2147483732" r:id="rId48"/>
    <p:sldLayoutId id="2147483733" r:id="rId49"/>
    <p:sldLayoutId id="2147483734" r:id="rId50"/>
    <p:sldLayoutId id="2147483735" r:id="rId51"/>
    <p:sldLayoutId id="2147483736" r:id="rId52"/>
    <p:sldLayoutId id="2147483737" r:id="rId53"/>
    <p:sldLayoutId id="2147483738" r:id="rId54"/>
    <p:sldLayoutId id="2147483739" r:id="rId55"/>
    <p:sldLayoutId id="2147483740" r:id="rId56"/>
    <p:sldLayoutId id="2147483741" r:id="rId57"/>
    <p:sldLayoutId id="2147483742" r:id="rId58"/>
    <p:sldLayoutId id="2147483743" r:id="rId59"/>
    <p:sldLayoutId id="2147483744" r:id="rId60"/>
    <p:sldLayoutId id="2147483745" r:id="rId61"/>
    <p:sldLayoutId id="2147483746" r:id="rId62"/>
    <p:sldLayoutId id="2147483747" r:id="rId63"/>
    <p:sldLayoutId id="2147483748" r:id="rId64"/>
    <p:sldLayoutId id="2147483749" r:id="rId65"/>
    <p:sldLayoutId id="2147483750" r:id="rId66"/>
    <p:sldLayoutId id="2147483751" r:id="rId67"/>
    <p:sldLayoutId id="2147483752" r:id="rId68"/>
    <p:sldLayoutId id="2147483753" r:id="rId69"/>
    <p:sldLayoutId id="2147483754" r:id="rId70"/>
    <p:sldLayoutId id="2147483755" r:id="rId71"/>
    <p:sldLayoutId id="2147483756" r:id="rId72"/>
    <p:sldLayoutId id="2147483757" r:id="rId73"/>
    <p:sldLayoutId id="2147483758" r:id="rId74"/>
    <p:sldLayoutId id="2147483759" r:id="rId75"/>
    <p:sldLayoutId id="2147483760" r:id="rId76"/>
    <p:sldLayoutId id="2147483761" r:id="rId77"/>
    <p:sldLayoutId id="2147483762" r:id="rId78"/>
    <p:sldLayoutId id="2147483763" r:id="rId79"/>
    <p:sldLayoutId id="2147483764" r:id="rId80"/>
    <p:sldLayoutId id="2147483766" r:id="rId81"/>
    <p:sldLayoutId id="2147483767" r:id="rId82"/>
    <p:sldLayoutId id="2147483768" r:id="rId83"/>
  </p:sldLayoutIdLst>
  <p:hf hdr="0" dt="0"/>
  <p:txStyles>
    <p:titleStyle>
      <a:lvl1pPr algn="l" defTabSz="914400" rtl="0" eaLnBrk="1" latinLnBrk="0" hangingPunct="1">
        <a:lnSpc>
          <a:spcPct val="100000"/>
        </a:lnSpc>
        <a:spcBef>
          <a:spcPct val="0"/>
        </a:spcBef>
        <a:buNone/>
        <a:defRPr sz="3866" b="1" kern="1200">
          <a:solidFill>
            <a:srgbClr val="3D393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Clr>
          <a:srgbClr val="F2120C"/>
        </a:buClr>
        <a:buFont typeface="Arial" panose="020B0604020202020204" pitchFamily="34" charset="0"/>
        <a:buChar char="•"/>
        <a:defRPr sz="2533"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8" y="0"/>
            <a:ext cx="5027930" cy="454025"/>
          </a:xfrm>
          <a:custGeom>
            <a:avLst/>
            <a:gdLst/>
            <a:ahLst/>
            <a:cxnLst/>
            <a:rect l="l" t="t" r="r" b="b"/>
            <a:pathLst>
              <a:path w="5027930" h="454025">
                <a:moveTo>
                  <a:pt x="5027591" y="0"/>
                </a:moveTo>
                <a:lnTo>
                  <a:pt x="0" y="0"/>
                </a:lnTo>
                <a:lnTo>
                  <a:pt x="0" y="454025"/>
                </a:lnTo>
                <a:lnTo>
                  <a:pt x="4570413" y="454025"/>
                </a:lnTo>
                <a:lnTo>
                  <a:pt x="5027591" y="0"/>
                </a:lnTo>
                <a:close/>
              </a:path>
            </a:pathLst>
          </a:custGeom>
          <a:solidFill>
            <a:srgbClr val="E8E3DB"/>
          </a:solidFill>
        </p:spPr>
        <p:txBody>
          <a:bodyPr wrap="square" lIns="0" tIns="0" rIns="0" bIns="0" rtlCol="0"/>
          <a:lstStyle/>
          <a:p>
            <a:endParaRPr sz="1350"/>
          </a:p>
        </p:txBody>
      </p:sp>
      <p:sp>
        <p:nvSpPr>
          <p:cNvPr id="17" name="bg object 17"/>
          <p:cNvSpPr/>
          <p:nvPr/>
        </p:nvSpPr>
        <p:spPr>
          <a:xfrm>
            <a:off x="4572001" y="6397624"/>
            <a:ext cx="4570730" cy="457200"/>
          </a:xfrm>
          <a:custGeom>
            <a:avLst/>
            <a:gdLst/>
            <a:ahLst/>
            <a:cxnLst/>
            <a:rect l="l" t="t" r="r" b="b"/>
            <a:pathLst>
              <a:path w="4570730" h="457200">
                <a:moveTo>
                  <a:pt x="4570412" y="0"/>
                </a:moveTo>
                <a:lnTo>
                  <a:pt x="460375" y="0"/>
                </a:lnTo>
                <a:lnTo>
                  <a:pt x="0" y="457199"/>
                </a:lnTo>
                <a:lnTo>
                  <a:pt x="4570412" y="457199"/>
                </a:lnTo>
                <a:lnTo>
                  <a:pt x="4570412" y="0"/>
                </a:lnTo>
                <a:close/>
              </a:path>
            </a:pathLst>
          </a:custGeom>
          <a:solidFill>
            <a:srgbClr val="E8E3DB"/>
          </a:solidFill>
        </p:spPr>
        <p:txBody>
          <a:bodyPr wrap="square" lIns="0" tIns="0" rIns="0" bIns="0" rtlCol="0"/>
          <a:lstStyle/>
          <a:p>
            <a:endParaRPr sz="1350"/>
          </a:p>
        </p:txBody>
      </p:sp>
      <p:pic>
        <p:nvPicPr>
          <p:cNvPr id="18" name="bg object 18"/>
          <p:cNvPicPr/>
          <p:nvPr/>
        </p:nvPicPr>
        <p:blipFill>
          <a:blip r:embed="rId7" cstate="print"/>
          <a:stretch>
            <a:fillRect/>
          </a:stretch>
        </p:blipFill>
        <p:spPr>
          <a:xfrm>
            <a:off x="7399338" y="365127"/>
            <a:ext cx="1374775" cy="485775"/>
          </a:xfrm>
          <a:prstGeom prst="rect">
            <a:avLst/>
          </a:prstGeom>
        </p:spPr>
      </p:pic>
      <p:sp>
        <p:nvSpPr>
          <p:cNvPr id="2" name="Holder 2"/>
          <p:cNvSpPr>
            <a:spLocks noGrp="1"/>
          </p:cNvSpPr>
          <p:nvPr>
            <p:ph type="title"/>
          </p:nvPr>
        </p:nvSpPr>
        <p:spPr>
          <a:xfrm>
            <a:off x="519610" y="713233"/>
            <a:ext cx="6553200" cy="446276"/>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92388"/>
          </a:xfrm>
          <a:prstGeom prst="rect">
            <a:avLst/>
          </a:prstGeom>
        </p:spPr>
        <p:txBody>
          <a:bodyPr wrap="square" lIns="0" tIns="0" rIns="0" bIns="0">
            <a:spAutoFit/>
          </a:bodyPr>
          <a:lstStyle>
            <a:lvl1pPr>
              <a:defRPr sz="1900" b="1" i="0">
                <a:solidFill>
                  <a:srgbClr val="0D0D0D"/>
                </a:solidFill>
                <a:latin typeface="Arial"/>
                <a:cs typeface="Arial"/>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1"/>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2/22/2026</a:t>
            </a:fld>
            <a:endParaRPr lang="en-US"/>
          </a:p>
        </p:txBody>
      </p:sp>
      <p:sp>
        <p:nvSpPr>
          <p:cNvPr id="6" name="Holder 6"/>
          <p:cNvSpPr>
            <a:spLocks noGrp="1"/>
          </p:cNvSpPr>
          <p:nvPr>
            <p:ph type="sldNum" sz="quarter" idx="7"/>
          </p:nvPr>
        </p:nvSpPr>
        <p:spPr>
          <a:xfrm>
            <a:off x="552269" y="6556594"/>
            <a:ext cx="3729354" cy="115416"/>
          </a:xfrm>
          <a:prstGeom prst="rect">
            <a:avLst/>
          </a:prstGeom>
        </p:spPr>
        <p:txBody>
          <a:bodyPr wrap="square" lIns="0" tIns="0" rIns="0" bIns="0">
            <a:spAutoFit/>
          </a:bodyPr>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2542608995"/>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64.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14.jpeg"/><Relationship Id="rId1" Type="http://schemas.openxmlformats.org/officeDocument/2006/relationships/slideLayout" Target="../slideLayouts/slideLayout85.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CF62-ED9D-4C0F-A976-E9C35DDB35EB}"/>
              </a:ext>
            </a:extLst>
          </p:cNvPr>
          <p:cNvSpPr>
            <a:spLocks noGrp="1"/>
          </p:cNvSpPr>
          <p:nvPr>
            <p:ph type="title"/>
          </p:nvPr>
        </p:nvSpPr>
        <p:spPr>
          <a:xfrm>
            <a:off x="198630" y="750523"/>
            <a:ext cx="5119302" cy="2320693"/>
          </a:xfrm>
        </p:spPr>
        <p:txBody>
          <a:bodyPr/>
          <a:lstStyle/>
          <a:p>
            <a:r>
              <a:rPr lang="en-US" sz="3400" dirty="0"/>
              <a:t>Database Concepts</a:t>
            </a:r>
            <a:endParaRPr lang="en-AU" sz="3400" dirty="0"/>
          </a:p>
        </p:txBody>
      </p:sp>
      <p:sp>
        <p:nvSpPr>
          <p:cNvPr id="3" name="Subtitle 2">
            <a:extLst>
              <a:ext uri="{FF2B5EF4-FFF2-40B4-BE49-F238E27FC236}">
                <a16:creationId xmlns:a16="http://schemas.microsoft.com/office/drawing/2014/main" id="{23EEDDFE-62E7-4B7A-B286-FF3EA6C173A5}"/>
              </a:ext>
            </a:extLst>
          </p:cNvPr>
          <p:cNvSpPr>
            <a:spLocks noGrp="1"/>
          </p:cNvSpPr>
          <p:nvPr>
            <p:ph type="subTitle" idx="1"/>
          </p:nvPr>
        </p:nvSpPr>
        <p:spPr>
          <a:xfrm>
            <a:off x="776288" y="3893642"/>
            <a:ext cx="3867150" cy="447675"/>
          </a:xfrm>
        </p:spPr>
        <p:txBody>
          <a:bodyPr/>
          <a:lstStyle/>
          <a:p>
            <a:r>
              <a:rPr lang="en-AU" sz="2000" b="1" dirty="0"/>
              <a:t>Week 1</a:t>
            </a:r>
          </a:p>
        </p:txBody>
      </p:sp>
      <p:sp>
        <p:nvSpPr>
          <p:cNvPr id="4" name="Text Placeholder 3">
            <a:extLst>
              <a:ext uri="{FF2B5EF4-FFF2-40B4-BE49-F238E27FC236}">
                <a16:creationId xmlns:a16="http://schemas.microsoft.com/office/drawing/2014/main" id="{08DAEE5F-D393-479E-8BB0-2D5C0579454F}"/>
              </a:ext>
            </a:extLst>
          </p:cNvPr>
          <p:cNvSpPr>
            <a:spLocks noGrp="1"/>
          </p:cNvSpPr>
          <p:nvPr>
            <p:ph type="body" sz="quarter" idx="10"/>
          </p:nvPr>
        </p:nvSpPr>
        <p:spPr/>
        <p:txBody>
          <a:bodyPr>
            <a:normAutofit fontScale="92500" lnSpcReduction="20000"/>
          </a:bodyPr>
          <a:lstStyle/>
          <a:p>
            <a:r>
              <a:rPr lang="en-AU" dirty="0"/>
              <a:t>Dr. Farshid Keivanian</a:t>
            </a:r>
          </a:p>
        </p:txBody>
      </p:sp>
    </p:spTree>
    <p:extLst>
      <p:ext uri="{BB962C8B-B14F-4D97-AF65-F5344CB8AC3E}">
        <p14:creationId xmlns:p14="http://schemas.microsoft.com/office/powerpoint/2010/main" val="58168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6A77CA0-CFDC-4710-905A-A8D8E8AC01D5}"/>
              </a:ext>
            </a:extLst>
          </p:cNvPr>
          <p:cNvSpPr>
            <a:spLocks noGrp="1"/>
          </p:cNvSpPr>
          <p:nvPr>
            <p:ph type="body" sz="quarter" idx="16"/>
          </p:nvPr>
        </p:nvSpPr>
        <p:spPr>
          <a:xfrm>
            <a:off x="0" y="0"/>
            <a:ext cx="4343399" cy="462758"/>
          </a:xfrm>
        </p:spPr>
        <p:txBody>
          <a:bodyPr>
            <a:noAutofit/>
          </a:bodyPr>
          <a:lstStyle/>
          <a:p>
            <a:r>
              <a:rPr lang="en-AU" sz="3200" dirty="0">
                <a:latin typeface="Calibri" panose="020F0502020204030204" pitchFamily="34" charset="0"/>
                <a:cs typeface="Calibri" panose="020F0502020204030204" pitchFamily="34" charset="0"/>
              </a:rPr>
              <a:t>Week 1 overview</a:t>
            </a:r>
          </a:p>
        </p:txBody>
      </p:sp>
      <p:sp>
        <p:nvSpPr>
          <p:cNvPr id="5" name="Slide Number Placeholder 4">
            <a:extLst>
              <a:ext uri="{FF2B5EF4-FFF2-40B4-BE49-F238E27FC236}">
                <a16:creationId xmlns:a16="http://schemas.microsoft.com/office/drawing/2014/main" id="{3548241F-58BF-4D41-99BA-4E9BE3037FFA}"/>
              </a:ext>
            </a:extLst>
          </p:cNvPr>
          <p:cNvSpPr>
            <a:spLocks noGrp="1"/>
          </p:cNvSpPr>
          <p:nvPr>
            <p:ph type="sldNum" sz="quarter" idx="4"/>
          </p:nvPr>
        </p:nvSpPr>
        <p:spPr/>
        <p:txBody>
          <a:bodyPr/>
          <a:lstStyle/>
          <a:p>
            <a:fld id="{16A89BA3-132D-40E1-AAB4-CDCD0A14C216}" type="slidenum">
              <a:rPr lang="en-AU" smtClean="0"/>
              <a:pPr/>
              <a:t>2</a:t>
            </a:fld>
            <a:r>
              <a:rPr lang="en-AU"/>
              <a:t>  |</a:t>
            </a:r>
            <a:endParaRPr lang="en-AU" dirty="0"/>
          </a:p>
        </p:txBody>
      </p:sp>
      <p:sp>
        <p:nvSpPr>
          <p:cNvPr id="6" name="Footer Placeholder 5">
            <a:extLst>
              <a:ext uri="{FF2B5EF4-FFF2-40B4-BE49-F238E27FC236}">
                <a16:creationId xmlns:a16="http://schemas.microsoft.com/office/drawing/2014/main" id="{027418FF-2021-4F13-BC58-508F61D2C9F3}"/>
              </a:ext>
            </a:extLst>
          </p:cNvPr>
          <p:cNvSpPr>
            <a:spLocks noGrp="1"/>
          </p:cNvSpPr>
          <p:nvPr>
            <p:ph type="ftr" sz="quarter" idx="3"/>
          </p:nvPr>
        </p:nvSpPr>
        <p:spPr/>
        <p:txBody>
          <a:bodyPr/>
          <a:lstStyle/>
          <a:p>
            <a:r>
              <a:rPr lang="en-US" dirty="0"/>
              <a:t>Faculty of Business and Law | Peter Faber Business School</a:t>
            </a:r>
          </a:p>
        </p:txBody>
      </p:sp>
      <p:sp>
        <p:nvSpPr>
          <p:cNvPr id="13" name="TextBox 12">
            <a:extLst>
              <a:ext uri="{FF2B5EF4-FFF2-40B4-BE49-F238E27FC236}">
                <a16:creationId xmlns:a16="http://schemas.microsoft.com/office/drawing/2014/main" id="{A8DDF53D-16BA-C4C9-C92B-E8DB979CD7C9}"/>
              </a:ext>
            </a:extLst>
          </p:cNvPr>
          <p:cNvSpPr txBox="1"/>
          <p:nvPr/>
        </p:nvSpPr>
        <p:spPr>
          <a:xfrm>
            <a:off x="106878" y="667975"/>
            <a:ext cx="8728362" cy="5842497"/>
          </a:xfrm>
          <a:prstGeom prst="rect">
            <a:avLst/>
          </a:prstGeom>
          <a:noFill/>
        </p:spPr>
        <p:txBody>
          <a:bodyPr wrap="square">
            <a:spAutoFit/>
          </a:bodyPr>
          <a:lstStyle/>
          <a:p>
            <a:pPr marL="342900" lvl="0" indent="-342900" rtl="0">
              <a:lnSpc>
                <a:spcPct val="150000"/>
              </a:lnSpc>
              <a:buFont typeface="+mj-lt"/>
              <a:buAutoNum type="arabicPeriod"/>
            </a:pPr>
            <a:r>
              <a:rPr lang="en-US" sz="2800" kern="100" dirty="0">
                <a:effectLst/>
                <a:latin typeface="Calibri" panose="020F0502020204030204" pitchFamily="34" charset="0"/>
                <a:ea typeface="Aptos" panose="020B0004020202020204" pitchFamily="34" charset="0"/>
                <a:cs typeface="Calibri" panose="020F0502020204030204" pitchFamily="34" charset="0"/>
              </a:rPr>
              <a:t>What is Data? What is Information?</a:t>
            </a:r>
          </a:p>
          <a:p>
            <a:pPr marL="342900" lvl="0" indent="-342900">
              <a:lnSpc>
                <a:spcPct val="150000"/>
              </a:lnSpc>
              <a:buFont typeface="+mj-lt"/>
              <a:buAutoNum type="arabicPeriod"/>
            </a:pPr>
            <a:r>
              <a:rPr lang="en-US" sz="2800" kern="100" dirty="0">
                <a:effectLst/>
                <a:latin typeface="Calibri" panose="020F0502020204030204" pitchFamily="34" charset="0"/>
                <a:ea typeface="Aptos" panose="020B0004020202020204" pitchFamily="34" charset="0"/>
                <a:cs typeface="Calibri" panose="020F0502020204030204" pitchFamily="34" charset="0"/>
              </a:rPr>
              <a:t>Why Databases Are Better Than File Systems</a:t>
            </a:r>
          </a:p>
          <a:p>
            <a:pPr marL="342900" lvl="0" indent="-342900">
              <a:lnSpc>
                <a:spcPct val="150000"/>
              </a:lnSpc>
              <a:buFont typeface="+mj-lt"/>
              <a:buAutoNum type="arabicPeriod"/>
            </a:pPr>
            <a:r>
              <a:rPr lang="en-US" sz="2800" kern="100" dirty="0">
                <a:effectLst/>
                <a:latin typeface="Calibri" panose="020F0502020204030204" pitchFamily="34" charset="0"/>
                <a:ea typeface="Aptos" panose="020B0004020202020204" pitchFamily="34" charset="0"/>
                <a:cs typeface="Calibri" panose="020F0502020204030204" pitchFamily="34" charset="0"/>
              </a:rPr>
              <a:t>Key Database Concepts – Tables, Records, Fields, Keys</a:t>
            </a:r>
          </a:p>
          <a:p>
            <a:pPr marL="342900" lvl="0" indent="-342900">
              <a:lnSpc>
                <a:spcPct val="150000"/>
              </a:lnSpc>
              <a:buFont typeface="+mj-lt"/>
              <a:buAutoNum type="arabicPeriod"/>
            </a:pPr>
            <a:r>
              <a:rPr lang="en-US" sz="2800" kern="100" dirty="0">
                <a:effectLst/>
                <a:latin typeface="Calibri" panose="020F0502020204030204" pitchFamily="34" charset="0"/>
                <a:ea typeface="Aptos" panose="020B0004020202020204" pitchFamily="34" charset="0"/>
                <a:cs typeface="Calibri" panose="020F0502020204030204" pitchFamily="34" charset="0"/>
              </a:rPr>
              <a:t>Relational Model Overview</a:t>
            </a:r>
          </a:p>
          <a:p>
            <a:pPr marL="342900" lvl="0" indent="-342900">
              <a:lnSpc>
                <a:spcPct val="150000"/>
              </a:lnSpc>
              <a:buFont typeface="+mj-lt"/>
              <a:buAutoNum type="arabicPeriod"/>
            </a:pPr>
            <a:r>
              <a:rPr lang="en-US" sz="2800" kern="100" dirty="0">
                <a:effectLst/>
                <a:latin typeface="Calibri" panose="020F0502020204030204" pitchFamily="34" charset="0"/>
                <a:ea typeface="Aptos" panose="020B0004020202020204" pitchFamily="34" charset="0"/>
                <a:cs typeface="Calibri" panose="020F0502020204030204" pitchFamily="34" charset="0"/>
              </a:rPr>
              <a:t>Real-World Examples of  Usage</a:t>
            </a:r>
          </a:p>
          <a:p>
            <a:pPr marL="342900" lvl="0" indent="-342900">
              <a:lnSpc>
                <a:spcPct val="150000"/>
              </a:lnSpc>
              <a:buFont typeface="+mj-lt"/>
              <a:buAutoNum type="arabicPeriod"/>
            </a:pPr>
            <a:r>
              <a:rPr lang="en-US" sz="2800" kern="100" dirty="0">
                <a:effectLst/>
                <a:latin typeface="Calibri" panose="020F0502020204030204" pitchFamily="34" charset="0"/>
                <a:ea typeface="Aptos" panose="020B0004020202020204" pitchFamily="34" charset="0"/>
                <a:cs typeface="Calibri" panose="020F0502020204030204" pitchFamily="34" charset="0"/>
              </a:rPr>
              <a:t>Roles in Data and Database Management</a:t>
            </a:r>
          </a:p>
          <a:p>
            <a:pPr marL="342900" lvl="0" indent="-342900">
              <a:lnSpc>
                <a:spcPct val="150000"/>
              </a:lnSpc>
              <a:buFont typeface="+mj-lt"/>
              <a:buAutoNum type="arabicPeriod"/>
            </a:pPr>
            <a:r>
              <a:rPr lang="en-US" sz="2800" kern="100" dirty="0">
                <a:effectLst/>
                <a:latin typeface="Calibri" panose="020F0502020204030204" pitchFamily="34" charset="0"/>
                <a:ea typeface="Aptos" panose="020B0004020202020204" pitchFamily="34" charset="0"/>
                <a:cs typeface="Calibri" panose="020F0502020204030204" pitchFamily="34" charset="0"/>
              </a:rPr>
              <a:t>Wrap-Up</a:t>
            </a:r>
          </a:p>
          <a:p>
            <a:pPr marL="342900" lvl="0" indent="-342900">
              <a:lnSpc>
                <a:spcPct val="150000"/>
              </a:lnSpc>
              <a:buFont typeface="+mj-lt"/>
              <a:buAutoNum type="arabicPeriod"/>
            </a:pPr>
            <a:r>
              <a:rPr lang="en-US" sz="2800" kern="100" dirty="0">
                <a:effectLst/>
                <a:latin typeface="Calibri" panose="020F0502020204030204" pitchFamily="34" charset="0"/>
                <a:ea typeface="Aptos" panose="020B0004020202020204" pitchFamily="34" charset="0"/>
                <a:cs typeface="Calibri" panose="020F0502020204030204" pitchFamily="34" charset="0"/>
              </a:rPr>
              <a:t>WEEK 1 TUTORIAL GUIDELINE</a:t>
            </a:r>
          </a:p>
          <a:p>
            <a:pPr marL="342900" lvl="0" indent="-342900">
              <a:lnSpc>
                <a:spcPct val="150000"/>
              </a:lnSpc>
              <a:spcAft>
                <a:spcPts val="800"/>
              </a:spcAft>
              <a:buFont typeface="+mj-lt"/>
              <a:buAutoNum type="arabicPeriod"/>
            </a:pPr>
            <a:r>
              <a:rPr lang="en-US" sz="2800" kern="100" dirty="0">
                <a:effectLst/>
                <a:latin typeface="Calibri" panose="020F0502020204030204" pitchFamily="34" charset="0"/>
                <a:ea typeface="Aptos" panose="020B0004020202020204" pitchFamily="34" charset="0"/>
                <a:cs typeface="Calibri" panose="020F0502020204030204" pitchFamily="34" charset="0"/>
              </a:rPr>
              <a:t>Submission of Tutorials &amp; Assessments</a:t>
            </a:r>
          </a:p>
        </p:txBody>
      </p:sp>
    </p:spTree>
    <p:extLst>
      <p:ext uri="{BB962C8B-B14F-4D97-AF65-F5344CB8AC3E}">
        <p14:creationId xmlns:p14="http://schemas.microsoft.com/office/powerpoint/2010/main" val="2148014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646AD0-6036-4879-B5D7-F60847E3329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5D78C77-E952-41E0-8B40-BAC1771F8431}"/>
              </a:ext>
            </a:extLst>
          </p:cNvPr>
          <p:cNvSpPr>
            <a:spLocks noGrp="1"/>
          </p:cNvSpPr>
          <p:nvPr>
            <p:ph type="sldNum" sz="quarter" idx="4"/>
          </p:nvPr>
        </p:nvSpPr>
        <p:spPr/>
        <p:txBody>
          <a:bodyPr/>
          <a:lstStyle/>
          <a:p>
            <a:fld id="{16A89BA3-132D-40E1-AAB4-CDCD0A14C216}" type="slidenum">
              <a:rPr lang="en-AU" smtClean="0"/>
              <a:pPr/>
              <a:t>3</a:t>
            </a:fld>
            <a:r>
              <a:rPr lang="en-AU"/>
              <a:t>  |</a:t>
            </a:r>
            <a:endParaRPr lang="en-AU" dirty="0"/>
          </a:p>
        </p:txBody>
      </p:sp>
      <p:sp>
        <p:nvSpPr>
          <p:cNvPr id="9" name="Text Placeholder 3">
            <a:extLst>
              <a:ext uri="{FF2B5EF4-FFF2-40B4-BE49-F238E27FC236}">
                <a16:creationId xmlns:a16="http://schemas.microsoft.com/office/drawing/2014/main" id="{414796BC-CEFD-189B-E9D1-5A9CBE8BAF76}"/>
              </a:ext>
            </a:extLst>
          </p:cNvPr>
          <p:cNvSpPr>
            <a:spLocks noGrp="1"/>
          </p:cNvSpPr>
          <p:nvPr>
            <p:ph type="body" sz="quarter" idx="16"/>
          </p:nvPr>
        </p:nvSpPr>
        <p:spPr>
          <a:xfrm>
            <a:off x="0" y="0"/>
            <a:ext cx="7849590" cy="451262"/>
          </a:xfrm>
        </p:spPr>
        <p:txBody>
          <a:bodyPr>
            <a:noAutofit/>
          </a:bodyPr>
          <a:lstStyle/>
          <a:p>
            <a:r>
              <a:rPr lang="en-US" sz="3200" dirty="0"/>
              <a:t>What this module is about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21EE6214-3988-BA86-3529-05DB78221CDF}"/>
              </a:ext>
            </a:extLst>
          </p:cNvPr>
          <p:cNvSpPr txBox="1"/>
          <p:nvPr/>
        </p:nvSpPr>
        <p:spPr>
          <a:xfrm>
            <a:off x="0" y="1642891"/>
            <a:ext cx="9120249" cy="3903504"/>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This module introduces: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data is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How data is stored</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a database is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Why databases are important</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Career paths in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CE7CFCA-5335-2BCB-EF48-1D5987945B3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92A5912-9DB4-CD13-EE0F-368468A5B84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E82E62C-51C5-AFDE-023E-BAEBBAD419D0}"/>
              </a:ext>
            </a:extLst>
          </p:cNvPr>
          <p:cNvSpPr>
            <a:spLocks noGrp="1"/>
          </p:cNvSpPr>
          <p:nvPr>
            <p:ph type="sldNum" sz="quarter" idx="4"/>
          </p:nvPr>
        </p:nvSpPr>
        <p:spPr/>
        <p:txBody>
          <a:bodyPr/>
          <a:lstStyle/>
          <a:p>
            <a:fld id="{16A89BA3-132D-40E1-AAB4-CDCD0A14C216}" type="slidenum">
              <a:rPr lang="en-AU" smtClean="0"/>
              <a:pPr/>
              <a:t>4</a:t>
            </a:fld>
            <a:r>
              <a:rPr lang="en-AU"/>
              <a:t>  |</a:t>
            </a:r>
            <a:endParaRPr lang="en-AU" dirty="0"/>
          </a:p>
        </p:txBody>
      </p:sp>
      <p:sp>
        <p:nvSpPr>
          <p:cNvPr id="9" name="Text Placeholder 3">
            <a:extLst>
              <a:ext uri="{FF2B5EF4-FFF2-40B4-BE49-F238E27FC236}">
                <a16:creationId xmlns:a16="http://schemas.microsoft.com/office/drawing/2014/main" id="{1EFFA234-7C51-41DA-0EE4-BA98FAF9E671}"/>
              </a:ext>
            </a:extLst>
          </p:cNvPr>
          <p:cNvSpPr>
            <a:spLocks noGrp="1"/>
          </p:cNvSpPr>
          <p:nvPr>
            <p:ph type="body" sz="quarter" idx="16"/>
          </p:nvPr>
        </p:nvSpPr>
        <p:spPr>
          <a:xfrm>
            <a:off x="0" y="0"/>
            <a:ext cx="7849590" cy="451262"/>
          </a:xfrm>
        </p:spPr>
        <p:txBody>
          <a:bodyPr>
            <a:noAutofit/>
          </a:bodyPr>
          <a:lstStyle/>
          <a:p>
            <a:r>
              <a:rPr lang="en-US" sz="3200" dirty="0"/>
              <a:t>What this module is about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B442887F-E842-416D-27A5-F1847DF32C67}"/>
              </a:ext>
            </a:extLst>
          </p:cNvPr>
          <p:cNvSpPr txBox="1"/>
          <p:nvPr/>
        </p:nvSpPr>
        <p:spPr>
          <a:xfrm>
            <a:off x="0" y="1154082"/>
            <a:ext cx="9120249" cy="4549835"/>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Why this matters</a:t>
            </a:r>
          </a:p>
          <a:p>
            <a:pPr>
              <a:lnSpc>
                <a:spcPct val="150000"/>
              </a:lnSpc>
            </a:pPr>
            <a:r>
              <a:rPr lang="en-US" sz="2800" dirty="0">
                <a:latin typeface="Calibri" panose="020F0502020204030204" pitchFamily="34" charset="0"/>
                <a:cs typeface="Calibri" panose="020F0502020204030204" pitchFamily="34" charset="0"/>
              </a:rPr>
              <a:t>Today, almost everything uses data: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Banking systems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Hospitals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Online shopping</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Social media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Government systems</a:t>
            </a:r>
          </a:p>
        </p:txBody>
      </p:sp>
    </p:spTree>
    <p:extLst>
      <p:ext uri="{BB962C8B-B14F-4D97-AF65-F5344CB8AC3E}">
        <p14:creationId xmlns:p14="http://schemas.microsoft.com/office/powerpoint/2010/main" val="2695204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CE8B9BA-98C2-D1B1-3938-ED314BEA67F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25572D4-D940-DD08-5146-5BD7C9BB58D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39DC38F-53ED-0F8F-7F9E-B8AA8D555561}"/>
              </a:ext>
            </a:extLst>
          </p:cNvPr>
          <p:cNvSpPr>
            <a:spLocks noGrp="1"/>
          </p:cNvSpPr>
          <p:nvPr>
            <p:ph type="sldNum" sz="quarter" idx="4"/>
          </p:nvPr>
        </p:nvSpPr>
        <p:spPr/>
        <p:txBody>
          <a:bodyPr/>
          <a:lstStyle/>
          <a:p>
            <a:fld id="{16A89BA3-132D-40E1-AAB4-CDCD0A14C216}" type="slidenum">
              <a:rPr lang="en-AU" smtClean="0"/>
              <a:pPr/>
              <a:t>5</a:t>
            </a:fld>
            <a:r>
              <a:rPr lang="en-AU"/>
              <a:t>  |</a:t>
            </a:r>
            <a:endParaRPr lang="en-AU" dirty="0"/>
          </a:p>
        </p:txBody>
      </p:sp>
      <p:sp>
        <p:nvSpPr>
          <p:cNvPr id="9" name="Text Placeholder 3">
            <a:extLst>
              <a:ext uri="{FF2B5EF4-FFF2-40B4-BE49-F238E27FC236}">
                <a16:creationId xmlns:a16="http://schemas.microsoft.com/office/drawing/2014/main" id="{31ED9409-5A16-3F1D-1896-744EDB306CF2}"/>
              </a:ext>
            </a:extLst>
          </p:cNvPr>
          <p:cNvSpPr>
            <a:spLocks noGrp="1"/>
          </p:cNvSpPr>
          <p:nvPr>
            <p:ph type="body" sz="quarter" idx="16"/>
          </p:nvPr>
        </p:nvSpPr>
        <p:spPr>
          <a:xfrm>
            <a:off x="0" y="0"/>
            <a:ext cx="7849590" cy="451262"/>
          </a:xfrm>
        </p:spPr>
        <p:txBody>
          <a:bodyPr>
            <a:noAutofit/>
          </a:bodyPr>
          <a:lstStyle/>
          <a:p>
            <a:r>
              <a:rPr lang="en-US" sz="3200" dirty="0"/>
              <a:t>What this module is about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8DF1A8F-B5D5-5690-7677-4AFA9299932F}"/>
              </a:ext>
            </a:extLst>
          </p:cNvPr>
          <p:cNvSpPr txBox="1"/>
          <p:nvPr/>
        </p:nvSpPr>
        <p:spPr>
          <a:xfrm>
            <a:off x="0" y="1154082"/>
            <a:ext cx="9120249" cy="3257174"/>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Understanding data is the foundation of:</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Programming</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Cyber security</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 science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Business systems</a:t>
            </a:r>
          </a:p>
        </p:txBody>
      </p:sp>
    </p:spTree>
    <p:extLst>
      <p:ext uri="{BB962C8B-B14F-4D97-AF65-F5344CB8AC3E}">
        <p14:creationId xmlns:p14="http://schemas.microsoft.com/office/powerpoint/2010/main" val="303717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7B0C44F-078B-38D3-7CAC-FFACB7E82C1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405EF3-5BBE-ABD1-4969-AEB8007FB56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CEC3FD6-887D-C71F-DAE7-2EB5E5BA3036}"/>
              </a:ext>
            </a:extLst>
          </p:cNvPr>
          <p:cNvSpPr>
            <a:spLocks noGrp="1"/>
          </p:cNvSpPr>
          <p:nvPr>
            <p:ph type="sldNum" sz="quarter" idx="4"/>
          </p:nvPr>
        </p:nvSpPr>
        <p:spPr/>
        <p:txBody>
          <a:bodyPr/>
          <a:lstStyle/>
          <a:p>
            <a:fld id="{16A89BA3-132D-40E1-AAB4-CDCD0A14C216}" type="slidenum">
              <a:rPr lang="en-AU" smtClean="0"/>
              <a:pPr/>
              <a:t>6</a:t>
            </a:fld>
            <a:r>
              <a:rPr lang="en-AU"/>
              <a:t>  |</a:t>
            </a:r>
            <a:endParaRPr lang="en-AU" dirty="0"/>
          </a:p>
        </p:txBody>
      </p:sp>
      <p:sp>
        <p:nvSpPr>
          <p:cNvPr id="9" name="Text Placeholder 3">
            <a:extLst>
              <a:ext uri="{FF2B5EF4-FFF2-40B4-BE49-F238E27FC236}">
                <a16:creationId xmlns:a16="http://schemas.microsoft.com/office/drawing/2014/main" id="{AE601981-A421-F56A-1115-A12235648658}"/>
              </a:ext>
            </a:extLst>
          </p:cNvPr>
          <p:cNvSpPr>
            <a:spLocks noGrp="1"/>
          </p:cNvSpPr>
          <p:nvPr>
            <p:ph type="body" sz="quarter" idx="16"/>
          </p:nvPr>
        </p:nvSpPr>
        <p:spPr>
          <a:xfrm>
            <a:off x="0" y="0"/>
            <a:ext cx="7849590" cy="451262"/>
          </a:xfrm>
        </p:spPr>
        <p:txBody>
          <a:bodyPr>
            <a:noAutofit/>
          </a:bodyPr>
          <a:lstStyle/>
          <a:p>
            <a:r>
              <a:rPr lang="en-US" sz="3200" dirty="0"/>
              <a:t>What is Data?</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0BF0F78-61F4-AFCC-5170-1BE0D72940B8}"/>
              </a:ext>
            </a:extLst>
          </p:cNvPr>
          <p:cNvSpPr txBox="1"/>
          <p:nvPr/>
        </p:nvSpPr>
        <p:spPr>
          <a:xfrm>
            <a:off x="0" y="1154082"/>
            <a:ext cx="9120249" cy="4549835"/>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Data</a:t>
            </a:r>
            <a:r>
              <a:rPr lang="en-US" sz="2800" dirty="0">
                <a:latin typeface="Calibri" panose="020F0502020204030204" pitchFamily="34" charset="0"/>
                <a:cs typeface="Calibri" panose="020F0502020204030204" pitchFamily="34" charset="0"/>
              </a:rPr>
              <a:t> is raw facts and figures.</a:t>
            </a:r>
          </a:p>
          <a:p>
            <a:pPr>
              <a:lnSpc>
                <a:spcPct val="150000"/>
              </a:lnSpc>
            </a:pPr>
            <a:r>
              <a:rPr lang="en-US" sz="2800" dirty="0">
                <a:latin typeface="Calibri" panose="020F0502020204030204" pitchFamily="34" charset="0"/>
                <a:cs typeface="Calibri" panose="020F0502020204030204" pitchFamily="34" charset="0"/>
              </a:rPr>
              <a:t>Examples: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Name: Ali</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Age: 25</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Temperature: 32°C</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Price: $15.50</a:t>
            </a:r>
          </a:p>
          <a:p>
            <a:pPr>
              <a:lnSpc>
                <a:spcPct val="150000"/>
              </a:lnSpc>
            </a:pPr>
            <a:r>
              <a:rPr lang="en-US" sz="2800" dirty="0">
                <a:latin typeface="Calibri" panose="020F0502020204030204" pitchFamily="34" charset="0"/>
                <a:cs typeface="Calibri" panose="020F0502020204030204" pitchFamily="34" charset="0"/>
              </a:rPr>
              <a:t>Data by itself may not mean much.</a:t>
            </a:r>
          </a:p>
        </p:txBody>
      </p:sp>
    </p:spTree>
    <p:extLst>
      <p:ext uri="{BB962C8B-B14F-4D97-AF65-F5344CB8AC3E}">
        <p14:creationId xmlns:p14="http://schemas.microsoft.com/office/powerpoint/2010/main" val="125927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AF02045-0884-9397-2F21-070F68D6952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BAA9882-4DCD-C85A-A688-56A9A86B4DE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1B524AB-9894-18FC-BFAC-2F9C3397D7AC}"/>
              </a:ext>
            </a:extLst>
          </p:cNvPr>
          <p:cNvSpPr>
            <a:spLocks noGrp="1"/>
          </p:cNvSpPr>
          <p:nvPr>
            <p:ph type="sldNum" sz="quarter" idx="4"/>
          </p:nvPr>
        </p:nvSpPr>
        <p:spPr/>
        <p:txBody>
          <a:bodyPr/>
          <a:lstStyle/>
          <a:p>
            <a:fld id="{16A89BA3-132D-40E1-AAB4-CDCD0A14C216}" type="slidenum">
              <a:rPr lang="en-AU" smtClean="0"/>
              <a:pPr/>
              <a:t>7</a:t>
            </a:fld>
            <a:r>
              <a:rPr lang="en-AU"/>
              <a:t>  |</a:t>
            </a:r>
            <a:endParaRPr lang="en-AU" dirty="0"/>
          </a:p>
        </p:txBody>
      </p:sp>
      <p:sp>
        <p:nvSpPr>
          <p:cNvPr id="9" name="Text Placeholder 3">
            <a:extLst>
              <a:ext uri="{FF2B5EF4-FFF2-40B4-BE49-F238E27FC236}">
                <a16:creationId xmlns:a16="http://schemas.microsoft.com/office/drawing/2014/main" id="{8EAB8337-6B96-0E25-A6A1-840CDFAF32D2}"/>
              </a:ext>
            </a:extLst>
          </p:cNvPr>
          <p:cNvSpPr>
            <a:spLocks noGrp="1"/>
          </p:cNvSpPr>
          <p:nvPr>
            <p:ph type="body" sz="quarter" idx="16"/>
          </p:nvPr>
        </p:nvSpPr>
        <p:spPr>
          <a:xfrm>
            <a:off x="0" y="0"/>
            <a:ext cx="7849590" cy="451262"/>
          </a:xfrm>
        </p:spPr>
        <p:txBody>
          <a:bodyPr>
            <a:noAutofit/>
          </a:bodyPr>
          <a:lstStyle/>
          <a:p>
            <a:r>
              <a:rPr lang="en-US" sz="3200" dirty="0"/>
              <a:t>What is Information?</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B465D2D5-C6A2-CD45-17EA-076C31909049}"/>
              </a:ext>
            </a:extLst>
          </p:cNvPr>
          <p:cNvSpPr txBox="1"/>
          <p:nvPr/>
        </p:nvSpPr>
        <p:spPr>
          <a:xfrm>
            <a:off x="0" y="1154082"/>
            <a:ext cx="9120249" cy="3257174"/>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Information</a:t>
            </a:r>
            <a:r>
              <a:rPr lang="en-US" sz="2800" dirty="0">
                <a:latin typeface="Calibri" panose="020F0502020204030204" pitchFamily="34" charset="0"/>
                <a:cs typeface="Calibri" panose="020F0502020204030204" pitchFamily="34" charset="0"/>
              </a:rPr>
              <a:t> is processed data that has meaning.</a:t>
            </a:r>
          </a:p>
          <a:p>
            <a:pPr>
              <a:lnSpc>
                <a:spcPct val="150000"/>
              </a:lnSpc>
            </a:pPr>
            <a:r>
              <a:rPr lang="en-US" sz="2800" dirty="0">
                <a:latin typeface="Calibri" panose="020F0502020204030204" pitchFamily="34" charset="0"/>
                <a:cs typeface="Calibri" panose="020F0502020204030204" pitchFamily="34" charset="0"/>
              </a:rPr>
              <a:t>Example: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 32, 34, 36, 38</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Information: “The temperature is increasing.”</a:t>
            </a:r>
          </a:p>
          <a:p>
            <a:pPr>
              <a:lnSpc>
                <a:spcPct val="150000"/>
              </a:lnSpc>
            </a:pPr>
            <a:r>
              <a:rPr lang="en-US" sz="2800" dirty="0">
                <a:latin typeface="Calibri" panose="020F0502020204030204" pitchFamily="34" charset="0"/>
                <a:cs typeface="Calibri" panose="020F0502020204030204" pitchFamily="34" charset="0"/>
              </a:rPr>
              <a:t>Data → Processed → Information</a:t>
            </a:r>
          </a:p>
        </p:txBody>
      </p:sp>
    </p:spTree>
    <p:extLst>
      <p:ext uri="{BB962C8B-B14F-4D97-AF65-F5344CB8AC3E}">
        <p14:creationId xmlns:p14="http://schemas.microsoft.com/office/powerpoint/2010/main" val="3270274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6E375E5-6D5F-7C35-8812-B0A4C825731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8944F33-C879-D556-DBD7-5B632622548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EFF2A3D-32AA-0A94-C4E7-FB94E12C05B4}"/>
              </a:ext>
            </a:extLst>
          </p:cNvPr>
          <p:cNvSpPr>
            <a:spLocks noGrp="1"/>
          </p:cNvSpPr>
          <p:nvPr>
            <p:ph type="sldNum" sz="quarter" idx="4"/>
          </p:nvPr>
        </p:nvSpPr>
        <p:spPr/>
        <p:txBody>
          <a:bodyPr/>
          <a:lstStyle/>
          <a:p>
            <a:fld id="{16A89BA3-132D-40E1-AAB4-CDCD0A14C216}" type="slidenum">
              <a:rPr lang="en-AU" smtClean="0"/>
              <a:pPr/>
              <a:t>8</a:t>
            </a:fld>
            <a:r>
              <a:rPr lang="en-AU"/>
              <a:t>  |</a:t>
            </a:r>
            <a:endParaRPr lang="en-AU" dirty="0"/>
          </a:p>
        </p:txBody>
      </p:sp>
      <p:sp>
        <p:nvSpPr>
          <p:cNvPr id="9" name="Text Placeholder 3">
            <a:extLst>
              <a:ext uri="{FF2B5EF4-FFF2-40B4-BE49-F238E27FC236}">
                <a16:creationId xmlns:a16="http://schemas.microsoft.com/office/drawing/2014/main" id="{CFD6D763-CA91-8FA1-9339-5F68E2E0DD65}"/>
              </a:ext>
            </a:extLst>
          </p:cNvPr>
          <p:cNvSpPr>
            <a:spLocks noGrp="1"/>
          </p:cNvSpPr>
          <p:nvPr>
            <p:ph type="body" sz="quarter" idx="16"/>
          </p:nvPr>
        </p:nvSpPr>
        <p:spPr>
          <a:xfrm>
            <a:off x="0" y="0"/>
            <a:ext cx="7849590" cy="451262"/>
          </a:xfrm>
        </p:spPr>
        <p:txBody>
          <a:bodyPr>
            <a:noAutofit/>
          </a:bodyPr>
          <a:lstStyle/>
          <a:p>
            <a:r>
              <a:rPr lang="en-US" sz="3200" dirty="0"/>
              <a:t>Why Data is important?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53B08B01-A669-A04A-BD3E-9D4CE3F33910}"/>
              </a:ext>
            </a:extLst>
          </p:cNvPr>
          <p:cNvSpPr txBox="1"/>
          <p:nvPr/>
        </p:nvSpPr>
        <p:spPr>
          <a:xfrm>
            <a:off x="0" y="882783"/>
            <a:ext cx="9120249" cy="5196166"/>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Organizations use data to:</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Make decisions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Track performance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Predict trends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Improve services</a:t>
            </a:r>
          </a:p>
          <a:p>
            <a:pPr>
              <a:lnSpc>
                <a:spcPct val="150000"/>
              </a:lnSpc>
            </a:pPr>
            <a:r>
              <a:rPr lang="en-US" sz="2800" dirty="0">
                <a:latin typeface="Calibri" panose="020F0502020204030204" pitchFamily="34" charset="0"/>
                <a:cs typeface="Calibri" panose="020F0502020204030204" pitchFamily="34" charset="0"/>
              </a:rPr>
              <a:t>Example:</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A supermarket uses sales data to decide what products to restock.</a:t>
            </a:r>
          </a:p>
        </p:txBody>
      </p:sp>
    </p:spTree>
    <p:extLst>
      <p:ext uri="{BB962C8B-B14F-4D97-AF65-F5344CB8AC3E}">
        <p14:creationId xmlns:p14="http://schemas.microsoft.com/office/powerpoint/2010/main" val="200345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CBB8423-98E1-B859-CDDF-38E02AE67E6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13924C-9A1D-814F-045D-4EC70B2CC59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F4B28A0-D5C6-55A3-3652-F314A431C094}"/>
              </a:ext>
            </a:extLst>
          </p:cNvPr>
          <p:cNvSpPr>
            <a:spLocks noGrp="1"/>
          </p:cNvSpPr>
          <p:nvPr>
            <p:ph type="sldNum" sz="quarter" idx="4"/>
          </p:nvPr>
        </p:nvSpPr>
        <p:spPr/>
        <p:txBody>
          <a:bodyPr/>
          <a:lstStyle/>
          <a:p>
            <a:fld id="{16A89BA3-132D-40E1-AAB4-CDCD0A14C216}" type="slidenum">
              <a:rPr lang="en-AU" smtClean="0"/>
              <a:pPr/>
              <a:t>9</a:t>
            </a:fld>
            <a:r>
              <a:rPr lang="en-AU"/>
              <a:t>  |</a:t>
            </a:r>
            <a:endParaRPr lang="en-AU" dirty="0"/>
          </a:p>
        </p:txBody>
      </p:sp>
      <p:sp>
        <p:nvSpPr>
          <p:cNvPr id="9" name="Text Placeholder 3">
            <a:extLst>
              <a:ext uri="{FF2B5EF4-FFF2-40B4-BE49-F238E27FC236}">
                <a16:creationId xmlns:a16="http://schemas.microsoft.com/office/drawing/2014/main" id="{85B0C136-F8F0-CEBF-C467-E243A7E5F1E1}"/>
              </a:ext>
            </a:extLst>
          </p:cNvPr>
          <p:cNvSpPr>
            <a:spLocks noGrp="1"/>
          </p:cNvSpPr>
          <p:nvPr>
            <p:ph type="body" sz="quarter" idx="16"/>
          </p:nvPr>
        </p:nvSpPr>
        <p:spPr>
          <a:xfrm>
            <a:off x="0" y="0"/>
            <a:ext cx="7849590" cy="451262"/>
          </a:xfrm>
        </p:spPr>
        <p:txBody>
          <a:bodyPr>
            <a:noAutofit/>
          </a:bodyPr>
          <a:lstStyle/>
          <a:p>
            <a:r>
              <a:rPr lang="en-US" sz="3200" dirty="0"/>
              <a:t>Analogy</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7BD46CE-A464-9300-52A8-D4044765110D}"/>
              </a:ext>
            </a:extLst>
          </p:cNvPr>
          <p:cNvSpPr txBox="1"/>
          <p:nvPr/>
        </p:nvSpPr>
        <p:spPr>
          <a:xfrm>
            <a:off x="0" y="1642891"/>
            <a:ext cx="9120249" cy="390350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ri" panose="020F0502020204030204" pitchFamily="34" charset="0"/>
                <a:cs typeface="Calibri" panose="020F0502020204030204" pitchFamily="34" charset="0"/>
              </a:rPr>
              <a:t>Data is like ingredients (flour, eggs, sugar).</a:t>
            </a:r>
            <a:br>
              <a:rPr lang="en-US" altLang="en-US" sz="2800" dirty="0">
                <a:latin typeface="Calibri" panose="020F0502020204030204" pitchFamily="34" charset="0"/>
                <a:cs typeface="Calibri" panose="020F0502020204030204" pitchFamily="34" charset="0"/>
              </a:rPr>
            </a:br>
            <a:r>
              <a:rPr lang="en-US" altLang="en-US" sz="2800" dirty="0">
                <a:latin typeface="Calibri" panose="020F0502020204030204" pitchFamily="34" charset="0"/>
                <a:cs typeface="Calibri" panose="020F0502020204030204" pitchFamily="34" charset="0"/>
              </a:rPr>
              <a:t>Information is the cake you bake using those ingredients!</a:t>
            </a:r>
          </a:p>
          <a:p>
            <a:pPr lvl="0" eaLnBrk="0" fontAlgn="base" hangingPunct="0">
              <a:lnSpc>
                <a:spcPct val="150000"/>
              </a:lnSpc>
              <a:spcBef>
                <a:spcPct val="0"/>
              </a:spcBef>
              <a:spcAft>
                <a:spcPct val="0"/>
              </a:spcAft>
            </a:pPr>
            <a:r>
              <a:rPr lang="en-US" altLang="en-US" sz="2800" b="1" dirty="0">
                <a:latin typeface="Calibri" panose="020F0502020204030204" pitchFamily="34" charset="0"/>
                <a:cs typeface="Calibri" panose="020F0502020204030204" pitchFamily="34" charset="0"/>
              </a:rPr>
              <a:t>Australian Example:</a:t>
            </a:r>
            <a:br>
              <a:rPr lang="en-US" altLang="en-US" sz="2800" dirty="0">
                <a:latin typeface="Calibri" panose="020F0502020204030204" pitchFamily="34" charset="0"/>
                <a:cs typeface="Calibri" panose="020F0502020204030204" pitchFamily="34" charset="0"/>
              </a:rPr>
            </a:br>
            <a:r>
              <a:rPr lang="en-US" altLang="en-US" sz="2800" dirty="0">
                <a:latin typeface="Calibri" panose="020F0502020204030204" pitchFamily="34" charset="0"/>
                <a:cs typeface="Calibri" panose="020F0502020204030204" pitchFamily="34" charset="0"/>
              </a:rPr>
              <a:t>Data: 24°C, 60% humidity</a:t>
            </a:r>
            <a:br>
              <a:rPr lang="en-US" altLang="en-US" sz="2800" dirty="0">
                <a:latin typeface="Calibri" panose="020F0502020204030204" pitchFamily="34" charset="0"/>
                <a:cs typeface="Calibri" panose="020F0502020204030204" pitchFamily="34" charset="0"/>
              </a:rPr>
            </a:br>
            <a:r>
              <a:rPr lang="en-US" altLang="en-US" sz="2800" dirty="0">
                <a:latin typeface="Calibri" panose="020F0502020204030204" pitchFamily="34" charset="0"/>
                <a:cs typeface="Calibri" panose="020F0502020204030204" pitchFamily="34" charset="0"/>
              </a:rPr>
              <a:t>Information: "It’s a warm and slightly humid day in Melbourne – wear light clothing."</a:t>
            </a:r>
          </a:p>
        </p:txBody>
      </p:sp>
    </p:spTree>
    <p:extLst>
      <p:ext uri="{BB962C8B-B14F-4D97-AF65-F5344CB8AC3E}">
        <p14:creationId xmlns:p14="http://schemas.microsoft.com/office/powerpoint/2010/main" val="702645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35CE4FF-6EFB-1791-E51A-B916C9CD84C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CF83C8A-528B-D029-765C-FE80914668F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62D2013-F97F-6F0A-0F40-4E3741F960C5}"/>
              </a:ext>
            </a:extLst>
          </p:cNvPr>
          <p:cNvSpPr>
            <a:spLocks noGrp="1"/>
          </p:cNvSpPr>
          <p:nvPr>
            <p:ph type="sldNum" sz="quarter" idx="4"/>
          </p:nvPr>
        </p:nvSpPr>
        <p:spPr/>
        <p:txBody>
          <a:bodyPr/>
          <a:lstStyle/>
          <a:p>
            <a:fld id="{16A89BA3-132D-40E1-AAB4-CDCD0A14C216}" type="slidenum">
              <a:rPr lang="en-AU" smtClean="0"/>
              <a:pPr/>
              <a:t>10</a:t>
            </a:fld>
            <a:r>
              <a:rPr lang="en-AU"/>
              <a:t>  |</a:t>
            </a:r>
            <a:endParaRPr lang="en-AU" dirty="0"/>
          </a:p>
        </p:txBody>
      </p:sp>
      <p:sp>
        <p:nvSpPr>
          <p:cNvPr id="9" name="Text Placeholder 3">
            <a:extLst>
              <a:ext uri="{FF2B5EF4-FFF2-40B4-BE49-F238E27FC236}">
                <a16:creationId xmlns:a16="http://schemas.microsoft.com/office/drawing/2014/main" id="{658CA9E3-9FB2-E9A5-836D-FEAA746B845F}"/>
              </a:ext>
            </a:extLst>
          </p:cNvPr>
          <p:cNvSpPr>
            <a:spLocks noGrp="1"/>
          </p:cNvSpPr>
          <p:nvPr>
            <p:ph type="body" sz="quarter" idx="16"/>
          </p:nvPr>
        </p:nvSpPr>
        <p:spPr>
          <a:xfrm>
            <a:off x="0" y="0"/>
            <a:ext cx="7849590" cy="451262"/>
          </a:xfrm>
        </p:spPr>
        <p:txBody>
          <a:bodyPr>
            <a:noAutofit/>
          </a:bodyPr>
          <a:lstStyle/>
          <a:p>
            <a:r>
              <a:rPr lang="en-US" sz="3200" dirty="0"/>
              <a:t>Basic Concepts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497DBE5-E96A-1E66-A505-0962834A1969}"/>
              </a:ext>
            </a:extLst>
          </p:cNvPr>
          <p:cNvSpPr txBox="1"/>
          <p:nvPr/>
        </p:nvSpPr>
        <p:spPr>
          <a:xfrm>
            <a:off x="0" y="882783"/>
            <a:ext cx="9120249" cy="1964512"/>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1. Data vs Information</a:t>
            </a:r>
          </a:p>
          <a:p>
            <a:pPr marL="914400" lvl="1" indent="-4572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Data</a:t>
            </a:r>
            <a:r>
              <a:rPr lang="en-US" sz="2800" dirty="0">
                <a:latin typeface="Calibri" panose="020F0502020204030204" pitchFamily="34" charset="0"/>
                <a:cs typeface="Calibri" panose="020F0502020204030204" pitchFamily="34" charset="0"/>
              </a:rPr>
              <a:t> = raw facts</a:t>
            </a:r>
          </a:p>
          <a:p>
            <a:pPr marL="914400" lvl="1" indent="-4572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Information</a:t>
            </a:r>
            <a:r>
              <a:rPr lang="en-US" sz="2800" dirty="0">
                <a:latin typeface="Calibri" panose="020F0502020204030204" pitchFamily="34" charset="0"/>
                <a:cs typeface="Calibri" panose="020F0502020204030204" pitchFamily="34" charset="0"/>
              </a:rPr>
              <a:t> = organized, meaningful data</a:t>
            </a:r>
          </a:p>
        </p:txBody>
      </p:sp>
    </p:spTree>
    <p:extLst>
      <p:ext uri="{BB962C8B-B14F-4D97-AF65-F5344CB8AC3E}">
        <p14:creationId xmlns:p14="http://schemas.microsoft.com/office/powerpoint/2010/main" val="3005509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636308E-5170-4D54-B3B5-AF73C8644BC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492B26A-391C-ACF3-7474-5ABD6CA2C20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472C79F-E08B-36F2-5039-A7817EE37662}"/>
              </a:ext>
            </a:extLst>
          </p:cNvPr>
          <p:cNvSpPr>
            <a:spLocks noGrp="1"/>
          </p:cNvSpPr>
          <p:nvPr>
            <p:ph type="sldNum" sz="quarter" idx="4"/>
          </p:nvPr>
        </p:nvSpPr>
        <p:spPr/>
        <p:txBody>
          <a:bodyPr/>
          <a:lstStyle/>
          <a:p>
            <a:fld id="{16A89BA3-132D-40E1-AAB4-CDCD0A14C216}" type="slidenum">
              <a:rPr lang="en-AU" smtClean="0"/>
              <a:pPr/>
              <a:t>11</a:t>
            </a:fld>
            <a:r>
              <a:rPr lang="en-AU"/>
              <a:t>  |</a:t>
            </a:r>
            <a:endParaRPr lang="en-AU" dirty="0"/>
          </a:p>
        </p:txBody>
      </p:sp>
      <p:sp>
        <p:nvSpPr>
          <p:cNvPr id="9" name="Text Placeholder 3">
            <a:extLst>
              <a:ext uri="{FF2B5EF4-FFF2-40B4-BE49-F238E27FC236}">
                <a16:creationId xmlns:a16="http://schemas.microsoft.com/office/drawing/2014/main" id="{F079FA8E-746F-F760-638D-66FE63DFACDE}"/>
              </a:ext>
            </a:extLst>
          </p:cNvPr>
          <p:cNvSpPr>
            <a:spLocks noGrp="1"/>
          </p:cNvSpPr>
          <p:nvPr>
            <p:ph type="body" sz="quarter" idx="16"/>
          </p:nvPr>
        </p:nvSpPr>
        <p:spPr>
          <a:xfrm>
            <a:off x="0" y="0"/>
            <a:ext cx="7849590" cy="451262"/>
          </a:xfrm>
        </p:spPr>
        <p:txBody>
          <a:bodyPr>
            <a:noAutofit/>
          </a:bodyPr>
          <a:lstStyle/>
          <a:p>
            <a:r>
              <a:rPr lang="en-US" sz="3200" dirty="0"/>
              <a:t>Basic Concepts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86EDDE0F-8DD6-0541-8B7F-26F31723AB00}"/>
              </a:ext>
            </a:extLst>
          </p:cNvPr>
          <p:cNvSpPr txBox="1"/>
          <p:nvPr/>
        </p:nvSpPr>
        <p:spPr>
          <a:xfrm>
            <a:off x="0" y="882783"/>
            <a:ext cx="9120249" cy="2610843"/>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2. Types of Data</a:t>
            </a:r>
          </a:p>
          <a:p>
            <a:pPr>
              <a:lnSpc>
                <a:spcPct val="150000"/>
              </a:lnSpc>
            </a:pPr>
            <a:r>
              <a:rPr lang="en-US" sz="2800" b="1" dirty="0">
                <a:latin typeface="Calibri" panose="020F0502020204030204" pitchFamily="34" charset="0"/>
                <a:cs typeface="Calibri" panose="020F0502020204030204" pitchFamily="34" charset="0"/>
              </a:rPr>
              <a:t>Structured Data</a:t>
            </a:r>
          </a:p>
          <a:p>
            <a:pPr>
              <a:lnSpc>
                <a:spcPct val="150000"/>
              </a:lnSpc>
            </a:pPr>
            <a:r>
              <a:rPr lang="en-US" sz="2800" dirty="0">
                <a:latin typeface="Calibri" panose="020F0502020204030204" pitchFamily="34" charset="0"/>
                <a:cs typeface="Calibri" panose="020F0502020204030204" pitchFamily="34" charset="0"/>
              </a:rPr>
              <a:t>Organized in rows and columns.</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Example:</a:t>
            </a:r>
          </a:p>
        </p:txBody>
      </p:sp>
      <p:graphicFrame>
        <p:nvGraphicFramePr>
          <p:cNvPr id="2" name="Table 1">
            <a:extLst>
              <a:ext uri="{FF2B5EF4-FFF2-40B4-BE49-F238E27FC236}">
                <a16:creationId xmlns:a16="http://schemas.microsoft.com/office/drawing/2014/main" id="{F7C2ED0F-D864-1283-07DF-2FA1C2D546F3}"/>
              </a:ext>
            </a:extLst>
          </p:cNvPr>
          <p:cNvGraphicFramePr>
            <a:graphicFrameLocks noGrp="1"/>
          </p:cNvGraphicFramePr>
          <p:nvPr/>
        </p:nvGraphicFramePr>
        <p:xfrm>
          <a:off x="137037" y="3660775"/>
          <a:ext cx="7886700" cy="103632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467361558"/>
                    </a:ext>
                  </a:extLst>
                </a:gridCol>
                <a:gridCol w="2628900">
                  <a:extLst>
                    <a:ext uri="{9D8B030D-6E8A-4147-A177-3AD203B41FA5}">
                      <a16:colId xmlns:a16="http://schemas.microsoft.com/office/drawing/2014/main" val="1130186881"/>
                    </a:ext>
                  </a:extLst>
                </a:gridCol>
                <a:gridCol w="2628900">
                  <a:extLst>
                    <a:ext uri="{9D8B030D-6E8A-4147-A177-3AD203B41FA5}">
                      <a16:colId xmlns:a16="http://schemas.microsoft.com/office/drawing/2014/main" val="3456521480"/>
                    </a:ext>
                  </a:extLst>
                </a:gridCol>
              </a:tblGrid>
              <a:tr h="0">
                <a:tc>
                  <a:txBody>
                    <a:bodyPr/>
                    <a:lstStyle/>
                    <a:p>
                      <a:pPr>
                        <a:buNone/>
                      </a:pPr>
                      <a:r>
                        <a:rPr lang="en-US" sz="2800" dirty="0">
                          <a:latin typeface="Calibri" panose="020F0502020204030204" pitchFamily="34" charset="0"/>
                          <a:cs typeface="Calibri" panose="020F0502020204030204" pitchFamily="34" charset="0"/>
                        </a:rPr>
                        <a:t>ID</a:t>
                      </a:r>
                    </a:p>
                  </a:txBody>
                  <a:tcPr anchor="ctr"/>
                </a:tc>
                <a:tc>
                  <a:txBody>
                    <a:bodyPr/>
                    <a:lstStyle/>
                    <a:p>
                      <a:pPr>
                        <a:buNone/>
                      </a:pPr>
                      <a:r>
                        <a:rPr lang="en-US" sz="2800">
                          <a:latin typeface="Calibri" panose="020F0502020204030204" pitchFamily="34" charset="0"/>
                          <a:cs typeface="Calibri" panose="020F0502020204030204" pitchFamily="34" charset="0"/>
                        </a:rPr>
                        <a:t>Name</a:t>
                      </a:r>
                    </a:p>
                  </a:txBody>
                  <a:tcPr anchor="ctr"/>
                </a:tc>
                <a:tc>
                  <a:txBody>
                    <a:bodyPr/>
                    <a:lstStyle/>
                    <a:p>
                      <a:pPr>
                        <a:buNone/>
                      </a:pPr>
                      <a:r>
                        <a:rPr lang="en-US" sz="2800">
                          <a:latin typeface="Calibri" panose="020F0502020204030204" pitchFamily="34" charset="0"/>
                          <a:cs typeface="Calibri" panose="020F0502020204030204" pitchFamily="34" charset="0"/>
                        </a:rPr>
                        <a:t>Age</a:t>
                      </a:r>
                    </a:p>
                  </a:txBody>
                  <a:tcPr anchor="ctr"/>
                </a:tc>
                <a:extLst>
                  <a:ext uri="{0D108BD9-81ED-4DB2-BD59-A6C34878D82A}">
                    <a16:rowId xmlns:a16="http://schemas.microsoft.com/office/drawing/2014/main" val="707729838"/>
                  </a:ext>
                </a:extLst>
              </a:tr>
              <a:tr h="0">
                <a:tc>
                  <a:txBody>
                    <a:bodyPr/>
                    <a:lstStyle/>
                    <a:p>
                      <a:pPr>
                        <a:buNone/>
                      </a:pPr>
                      <a:r>
                        <a:rPr lang="en-US" sz="2800">
                          <a:latin typeface="Calibri" panose="020F0502020204030204" pitchFamily="34" charset="0"/>
                          <a:cs typeface="Calibri" panose="020F0502020204030204" pitchFamily="34" charset="0"/>
                        </a:rPr>
                        <a:t>1</a:t>
                      </a:r>
                    </a:p>
                  </a:txBody>
                  <a:tcPr anchor="ctr"/>
                </a:tc>
                <a:tc>
                  <a:txBody>
                    <a:bodyPr/>
                    <a:lstStyle/>
                    <a:p>
                      <a:pPr>
                        <a:buNone/>
                      </a:pPr>
                      <a:r>
                        <a:rPr lang="en-US" sz="2800">
                          <a:latin typeface="Calibri" panose="020F0502020204030204" pitchFamily="34" charset="0"/>
                          <a:cs typeface="Calibri" panose="020F0502020204030204" pitchFamily="34" charset="0"/>
                        </a:rPr>
                        <a:t>Sara</a:t>
                      </a:r>
                    </a:p>
                  </a:txBody>
                  <a:tcPr anchor="ctr"/>
                </a:tc>
                <a:tc>
                  <a:txBody>
                    <a:bodyPr/>
                    <a:lstStyle/>
                    <a:p>
                      <a:pPr>
                        <a:buNone/>
                      </a:pPr>
                      <a:r>
                        <a:rPr lang="en-US" sz="2800" dirty="0">
                          <a:latin typeface="Calibri" panose="020F0502020204030204" pitchFamily="34" charset="0"/>
                          <a:cs typeface="Calibri" panose="020F0502020204030204" pitchFamily="34" charset="0"/>
                        </a:rPr>
                        <a:t>22</a:t>
                      </a:r>
                    </a:p>
                  </a:txBody>
                  <a:tcPr anchor="ctr"/>
                </a:tc>
                <a:extLst>
                  <a:ext uri="{0D108BD9-81ED-4DB2-BD59-A6C34878D82A}">
                    <a16:rowId xmlns:a16="http://schemas.microsoft.com/office/drawing/2014/main" val="2305770057"/>
                  </a:ext>
                </a:extLst>
              </a:tr>
            </a:tbl>
          </a:graphicData>
        </a:graphic>
      </p:graphicFrame>
      <p:sp>
        <p:nvSpPr>
          <p:cNvPr id="7" name="TextBox 6">
            <a:extLst>
              <a:ext uri="{FF2B5EF4-FFF2-40B4-BE49-F238E27FC236}">
                <a16:creationId xmlns:a16="http://schemas.microsoft.com/office/drawing/2014/main" id="{1CF2216B-1F11-7540-98DD-34C307CEDE26}"/>
              </a:ext>
            </a:extLst>
          </p:cNvPr>
          <p:cNvSpPr txBox="1"/>
          <p:nvPr/>
        </p:nvSpPr>
        <p:spPr>
          <a:xfrm>
            <a:off x="0" y="4937940"/>
            <a:ext cx="4650658" cy="523220"/>
          </a:xfrm>
          <a:prstGeom prst="rect">
            <a:avLst/>
          </a:prstGeom>
          <a:noFill/>
        </p:spPr>
        <p:txBody>
          <a:bodyPr wrap="square">
            <a:spAutoFit/>
          </a:bodyPr>
          <a:lstStyle/>
          <a:p>
            <a:r>
              <a:rPr lang="en-US" sz="2800" dirty="0">
                <a:latin typeface="Calibri" panose="020F0502020204030204" pitchFamily="34" charset="0"/>
                <a:cs typeface="Calibri" panose="020F0502020204030204" pitchFamily="34" charset="0"/>
              </a:rPr>
              <a:t>Used in databases.</a:t>
            </a:r>
          </a:p>
        </p:txBody>
      </p:sp>
    </p:spTree>
    <p:extLst>
      <p:ext uri="{BB962C8B-B14F-4D97-AF65-F5344CB8AC3E}">
        <p14:creationId xmlns:p14="http://schemas.microsoft.com/office/powerpoint/2010/main" val="3840900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A5FD11A-5A36-AF42-4F4B-1DDEC8E9F29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0671FA-7975-0440-6E05-41D200039B0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8750A27-7186-5688-BBC3-CA95A8F632B4}"/>
              </a:ext>
            </a:extLst>
          </p:cNvPr>
          <p:cNvSpPr>
            <a:spLocks noGrp="1"/>
          </p:cNvSpPr>
          <p:nvPr>
            <p:ph type="sldNum" sz="quarter" idx="4"/>
          </p:nvPr>
        </p:nvSpPr>
        <p:spPr/>
        <p:txBody>
          <a:bodyPr/>
          <a:lstStyle/>
          <a:p>
            <a:fld id="{16A89BA3-132D-40E1-AAB4-CDCD0A14C216}" type="slidenum">
              <a:rPr lang="en-AU" smtClean="0"/>
              <a:pPr/>
              <a:t>12</a:t>
            </a:fld>
            <a:r>
              <a:rPr lang="en-AU"/>
              <a:t>  |</a:t>
            </a:r>
            <a:endParaRPr lang="en-AU" dirty="0"/>
          </a:p>
        </p:txBody>
      </p:sp>
      <p:sp>
        <p:nvSpPr>
          <p:cNvPr id="9" name="Text Placeholder 3">
            <a:extLst>
              <a:ext uri="{FF2B5EF4-FFF2-40B4-BE49-F238E27FC236}">
                <a16:creationId xmlns:a16="http://schemas.microsoft.com/office/drawing/2014/main" id="{1BDBAC14-F892-6AB8-F6C0-02DA3E78FD5D}"/>
              </a:ext>
            </a:extLst>
          </p:cNvPr>
          <p:cNvSpPr>
            <a:spLocks noGrp="1"/>
          </p:cNvSpPr>
          <p:nvPr>
            <p:ph type="body" sz="quarter" idx="16"/>
          </p:nvPr>
        </p:nvSpPr>
        <p:spPr>
          <a:xfrm>
            <a:off x="0" y="0"/>
            <a:ext cx="7849590" cy="451262"/>
          </a:xfrm>
        </p:spPr>
        <p:txBody>
          <a:bodyPr>
            <a:noAutofit/>
          </a:bodyPr>
          <a:lstStyle/>
          <a:p>
            <a:r>
              <a:rPr lang="en-US" sz="3200" dirty="0"/>
              <a:t>Basic Concepts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81ADE9D9-4120-E248-E6F3-F26C5A604BCD}"/>
              </a:ext>
            </a:extLst>
          </p:cNvPr>
          <p:cNvSpPr txBox="1"/>
          <p:nvPr/>
        </p:nvSpPr>
        <p:spPr>
          <a:xfrm>
            <a:off x="0" y="882783"/>
            <a:ext cx="9120249" cy="4549835"/>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Unstructured Data</a:t>
            </a:r>
          </a:p>
          <a:p>
            <a:pPr>
              <a:lnSpc>
                <a:spcPct val="150000"/>
              </a:lnSpc>
            </a:pPr>
            <a:r>
              <a:rPr lang="en-US" sz="2800" dirty="0">
                <a:latin typeface="Calibri" panose="020F0502020204030204" pitchFamily="34" charset="0"/>
                <a:cs typeface="Calibri" panose="020F0502020204030204" pitchFamily="34" charset="0"/>
              </a:rPr>
              <a:t>Not organized in tables.</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Examples: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Images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Videos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Emails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Social media posts</a:t>
            </a:r>
          </a:p>
        </p:txBody>
      </p:sp>
    </p:spTree>
    <p:extLst>
      <p:ext uri="{BB962C8B-B14F-4D97-AF65-F5344CB8AC3E}">
        <p14:creationId xmlns:p14="http://schemas.microsoft.com/office/powerpoint/2010/main" val="1043772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CC8CE80-6E63-7797-6A16-79312074F51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4808D5C-29DB-A950-0006-F580FD04C1B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EDB88D5-1CE2-CCB0-D64C-0F5451A4F6F2}"/>
              </a:ext>
            </a:extLst>
          </p:cNvPr>
          <p:cNvSpPr>
            <a:spLocks noGrp="1"/>
          </p:cNvSpPr>
          <p:nvPr>
            <p:ph type="sldNum" sz="quarter" idx="4"/>
          </p:nvPr>
        </p:nvSpPr>
        <p:spPr/>
        <p:txBody>
          <a:bodyPr/>
          <a:lstStyle/>
          <a:p>
            <a:fld id="{16A89BA3-132D-40E1-AAB4-CDCD0A14C216}" type="slidenum">
              <a:rPr lang="en-AU" smtClean="0"/>
              <a:pPr/>
              <a:t>13</a:t>
            </a:fld>
            <a:r>
              <a:rPr lang="en-AU"/>
              <a:t>  |</a:t>
            </a:r>
            <a:endParaRPr lang="en-AU" dirty="0"/>
          </a:p>
        </p:txBody>
      </p:sp>
      <p:sp>
        <p:nvSpPr>
          <p:cNvPr id="9" name="Text Placeholder 3">
            <a:extLst>
              <a:ext uri="{FF2B5EF4-FFF2-40B4-BE49-F238E27FC236}">
                <a16:creationId xmlns:a16="http://schemas.microsoft.com/office/drawing/2014/main" id="{85FDE449-B22C-05CA-7EB1-2DBAB1906F3F}"/>
              </a:ext>
            </a:extLst>
          </p:cNvPr>
          <p:cNvSpPr>
            <a:spLocks noGrp="1"/>
          </p:cNvSpPr>
          <p:nvPr>
            <p:ph type="body" sz="quarter" idx="16"/>
          </p:nvPr>
        </p:nvSpPr>
        <p:spPr>
          <a:xfrm>
            <a:off x="0" y="0"/>
            <a:ext cx="7849590" cy="451262"/>
          </a:xfrm>
        </p:spPr>
        <p:txBody>
          <a:bodyPr>
            <a:noAutofit/>
          </a:bodyPr>
          <a:lstStyle/>
          <a:p>
            <a:r>
              <a:rPr lang="en-US" sz="3200" dirty="0"/>
              <a:t>Basic Concepts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E5A1B43-3665-8D18-83CF-644141098200}"/>
              </a:ext>
            </a:extLst>
          </p:cNvPr>
          <p:cNvSpPr txBox="1"/>
          <p:nvPr/>
        </p:nvSpPr>
        <p:spPr>
          <a:xfrm>
            <a:off x="0" y="882783"/>
            <a:ext cx="9120249" cy="3903504"/>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3. Metadata</a:t>
            </a:r>
          </a:p>
          <a:p>
            <a:pPr>
              <a:lnSpc>
                <a:spcPct val="150000"/>
              </a:lnSpc>
            </a:pPr>
            <a:r>
              <a:rPr lang="en-US" sz="2800" dirty="0">
                <a:latin typeface="Calibri" panose="020F0502020204030204" pitchFamily="34" charset="0"/>
                <a:cs typeface="Calibri" panose="020F0502020204030204" pitchFamily="34" charset="0"/>
              </a:rPr>
              <a:t>Metadata = data about data.</a:t>
            </a:r>
          </a:p>
          <a:p>
            <a:pPr>
              <a:lnSpc>
                <a:spcPct val="150000"/>
              </a:lnSpc>
            </a:pPr>
            <a:r>
              <a:rPr lang="en-US" sz="2800" dirty="0">
                <a:latin typeface="Calibri" panose="020F0502020204030204" pitchFamily="34" charset="0"/>
                <a:cs typeface="Calibri" panose="020F0502020204030204" pitchFamily="34" charset="0"/>
              </a:rPr>
              <a:t>Example: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File size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Date created</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Author name</a:t>
            </a:r>
          </a:p>
        </p:txBody>
      </p:sp>
    </p:spTree>
    <p:extLst>
      <p:ext uri="{BB962C8B-B14F-4D97-AF65-F5344CB8AC3E}">
        <p14:creationId xmlns:p14="http://schemas.microsoft.com/office/powerpoint/2010/main" val="2668149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A01A9A1-CB84-9898-B612-462F960C17F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0AEE014-FE15-9B2F-CD57-9669D01F994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496F02A-431A-97E8-ADC3-1B4BE4F854D9}"/>
              </a:ext>
            </a:extLst>
          </p:cNvPr>
          <p:cNvSpPr>
            <a:spLocks noGrp="1"/>
          </p:cNvSpPr>
          <p:nvPr>
            <p:ph type="sldNum" sz="quarter" idx="4"/>
          </p:nvPr>
        </p:nvSpPr>
        <p:spPr/>
        <p:txBody>
          <a:bodyPr/>
          <a:lstStyle/>
          <a:p>
            <a:fld id="{16A89BA3-132D-40E1-AAB4-CDCD0A14C216}" type="slidenum">
              <a:rPr lang="en-AU" smtClean="0"/>
              <a:pPr/>
              <a:t>14</a:t>
            </a:fld>
            <a:r>
              <a:rPr lang="en-AU"/>
              <a:t>  |</a:t>
            </a:r>
            <a:endParaRPr lang="en-AU" dirty="0"/>
          </a:p>
        </p:txBody>
      </p:sp>
      <p:sp>
        <p:nvSpPr>
          <p:cNvPr id="9" name="Text Placeholder 3">
            <a:extLst>
              <a:ext uri="{FF2B5EF4-FFF2-40B4-BE49-F238E27FC236}">
                <a16:creationId xmlns:a16="http://schemas.microsoft.com/office/drawing/2014/main" id="{F5C013B6-005C-CEE9-418D-2A3CC6ACD45D}"/>
              </a:ext>
            </a:extLst>
          </p:cNvPr>
          <p:cNvSpPr>
            <a:spLocks noGrp="1"/>
          </p:cNvSpPr>
          <p:nvPr>
            <p:ph type="body" sz="quarter" idx="16"/>
          </p:nvPr>
        </p:nvSpPr>
        <p:spPr>
          <a:xfrm>
            <a:off x="0" y="0"/>
            <a:ext cx="7849590" cy="451262"/>
          </a:xfrm>
        </p:spPr>
        <p:txBody>
          <a:bodyPr>
            <a:noAutofit/>
          </a:bodyPr>
          <a:lstStyle/>
          <a:p>
            <a:r>
              <a:rPr lang="en-US" sz="3200" dirty="0"/>
              <a:t>Basic Concepts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71D1E7CE-1E3A-7F80-97A4-5B5840DE21C7}"/>
              </a:ext>
            </a:extLst>
          </p:cNvPr>
          <p:cNvSpPr txBox="1"/>
          <p:nvPr/>
        </p:nvSpPr>
        <p:spPr>
          <a:xfrm>
            <a:off x="0" y="882783"/>
            <a:ext cx="9120249" cy="2610843"/>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4. Records and Fields</a:t>
            </a:r>
          </a:p>
          <a:p>
            <a:pPr marL="914400" lvl="1" indent="-4572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Field</a:t>
            </a:r>
            <a:r>
              <a:rPr lang="en-US" sz="2800" dirty="0">
                <a:latin typeface="Calibri" panose="020F0502020204030204" pitchFamily="34" charset="0"/>
                <a:cs typeface="Calibri" panose="020F0502020204030204" pitchFamily="34" charset="0"/>
              </a:rPr>
              <a:t> = one piece of data (e.g., Age)</a:t>
            </a:r>
          </a:p>
          <a:p>
            <a:pPr marL="914400" lvl="1" indent="-4572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Record</a:t>
            </a:r>
            <a:r>
              <a:rPr lang="en-US" sz="2800" dirty="0">
                <a:latin typeface="Calibri" panose="020F0502020204030204" pitchFamily="34" charset="0"/>
                <a:cs typeface="Calibri" panose="020F0502020204030204" pitchFamily="34" charset="0"/>
              </a:rPr>
              <a:t> = a full row of data (e.g., all details about one student)</a:t>
            </a:r>
          </a:p>
        </p:txBody>
      </p:sp>
    </p:spTree>
    <p:extLst>
      <p:ext uri="{BB962C8B-B14F-4D97-AF65-F5344CB8AC3E}">
        <p14:creationId xmlns:p14="http://schemas.microsoft.com/office/powerpoint/2010/main" val="2473703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E87ECAA-C66A-EEE8-1C15-00C5307FE8B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6493291-4A00-F2C8-5B61-FD173BD71E0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98F3A1E-6C6D-C54A-76BF-4B144A7CFF79}"/>
              </a:ext>
            </a:extLst>
          </p:cNvPr>
          <p:cNvSpPr>
            <a:spLocks noGrp="1"/>
          </p:cNvSpPr>
          <p:nvPr>
            <p:ph type="sldNum" sz="quarter" idx="4"/>
          </p:nvPr>
        </p:nvSpPr>
        <p:spPr/>
        <p:txBody>
          <a:bodyPr/>
          <a:lstStyle/>
          <a:p>
            <a:fld id="{16A89BA3-132D-40E1-AAB4-CDCD0A14C216}" type="slidenum">
              <a:rPr lang="en-AU" smtClean="0"/>
              <a:pPr/>
              <a:t>15</a:t>
            </a:fld>
            <a:r>
              <a:rPr lang="en-AU"/>
              <a:t>  |</a:t>
            </a:r>
            <a:endParaRPr lang="en-AU" dirty="0"/>
          </a:p>
        </p:txBody>
      </p:sp>
      <p:sp>
        <p:nvSpPr>
          <p:cNvPr id="9" name="Text Placeholder 3">
            <a:extLst>
              <a:ext uri="{FF2B5EF4-FFF2-40B4-BE49-F238E27FC236}">
                <a16:creationId xmlns:a16="http://schemas.microsoft.com/office/drawing/2014/main" id="{02F2DE92-50F3-33D3-4E6E-E5E2CBC6AE8B}"/>
              </a:ext>
            </a:extLst>
          </p:cNvPr>
          <p:cNvSpPr>
            <a:spLocks noGrp="1"/>
          </p:cNvSpPr>
          <p:nvPr>
            <p:ph type="body" sz="quarter" idx="16"/>
          </p:nvPr>
        </p:nvSpPr>
        <p:spPr>
          <a:xfrm>
            <a:off x="0" y="0"/>
            <a:ext cx="7849590" cy="451262"/>
          </a:xfrm>
        </p:spPr>
        <p:txBody>
          <a:bodyPr>
            <a:noAutofit/>
          </a:bodyPr>
          <a:lstStyle/>
          <a:p>
            <a:r>
              <a:rPr lang="en-US" sz="3200" dirty="0"/>
              <a:t>How is Data stored</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01EC878-0068-AD73-FBF0-F982CE46FE96}"/>
              </a:ext>
            </a:extLst>
          </p:cNvPr>
          <p:cNvSpPr txBox="1"/>
          <p:nvPr/>
        </p:nvSpPr>
        <p:spPr>
          <a:xfrm>
            <a:off x="0" y="791084"/>
            <a:ext cx="9120249" cy="5842497"/>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Data storage has evolved over time.</a:t>
            </a:r>
          </a:p>
          <a:p>
            <a:pPr>
              <a:lnSpc>
                <a:spcPct val="150000"/>
              </a:lnSpc>
            </a:pPr>
            <a:r>
              <a:rPr lang="en-US" sz="2800" b="1" dirty="0">
                <a:latin typeface="Calibri" panose="020F0502020204030204" pitchFamily="34" charset="0"/>
                <a:cs typeface="Calibri" panose="020F0502020204030204" pitchFamily="34" charset="0"/>
              </a:rPr>
              <a:t>1. Paper-Based Storage (Old Method)</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Filing cabinets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Paper forms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Books</a:t>
            </a:r>
          </a:p>
          <a:p>
            <a:pPr>
              <a:lnSpc>
                <a:spcPct val="150000"/>
              </a:lnSpc>
            </a:pPr>
            <a:r>
              <a:rPr lang="en-US" sz="2800" dirty="0">
                <a:latin typeface="Calibri" panose="020F0502020204030204" pitchFamily="34" charset="0"/>
                <a:cs typeface="Calibri" panose="020F0502020204030204" pitchFamily="34" charset="0"/>
              </a:rPr>
              <a:t>Problems: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Slow</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Easy to lose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Hard to search</a:t>
            </a:r>
          </a:p>
        </p:txBody>
      </p:sp>
    </p:spTree>
    <p:extLst>
      <p:ext uri="{BB962C8B-B14F-4D97-AF65-F5344CB8AC3E}">
        <p14:creationId xmlns:p14="http://schemas.microsoft.com/office/powerpoint/2010/main" val="37392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6873A08-6BFD-1003-5A13-A068BAF6BB4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6BEFCC-A60A-5FE7-C112-AE1714592EB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26DDDDB-F29C-9A52-8CEE-4C91E1031E6D}"/>
              </a:ext>
            </a:extLst>
          </p:cNvPr>
          <p:cNvSpPr>
            <a:spLocks noGrp="1"/>
          </p:cNvSpPr>
          <p:nvPr>
            <p:ph type="sldNum" sz="quarter" idx="4"/>
          </p:nvPr>
        </p:nvSpPr>
        <p:spPr/>
        <p:txBody>
          <a:bodyPr/>
          <a:lstStyle/>
          <a:p>
            <a:fld id="{16A89BA3-132D-40E1-AAB4-CDCD0A14C216}" type="slidenum">
              <a:rPr lang="en-AU" smtClean="0"/>
              <a:pPr/>
              <a:t>16</a:t>
            </a:fld>
            <a:r>
              <a:rPr lang="en-AU"/>
              <a:t>  |</a:t>
            </a:r>
            <a:endParaRPr lang="en-AU" dirty="0"/>
          </a:p>
        </p:txBody>
      </p:sp>
      <p:sp>
        <p:nvSpPr>
          <p:cNvPr id="9" name="Text Placeholder 3">
            <a:extLst>
              <a:ext uri="{FF2B5EF4-FFF2-40B4-BE49-F238E27FC236}">
                <a16:creationId xmlns:a16="http://schemas.microsoft.com/office/drawing/2014/main" id="{60DEF80E-0804-C982-093F-48CF49FDE120}"/>
              </a:ext>
            </a:extLst>
          </p:cNvPr>
          <p:cNvSpPr>
            <a:spLocks noGrp="1"/>
          </p:cNvSpPr>
          <p:nvPr>
            <p:ph type="body" sz="quarter" idx="16"/>
          </p:nvPr>
        </p:nvSpPr>
        <p:spPr>
          <a:xfrm>
            <a:off x="0" y="0"/>
            <a:ext cx="7849590" cy="451262"/>
          </a:xfrm>
        </p:spPr>
        <p:txBody>
          <a:bodyPr>
            <a:noAutofit/>
          </a:bodyPr>
          <a:lstStyle/>
          <a:p>
            <a:r>
              <a:rPr lang="en-US" sz="3200" dirty="0"/>
              <a:t>How is Data stored</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FF8632D-C0B1-AD53-0836-EE98DC62FBDA}"/>
              </a:ext>
            </a:extLst>
          </p:cNvPr>
          <p:cNvSpPr txBox="1"/>
          <p:nvPr/>
        </p:nvSpPr>
        <p:spPr>
          <a:xfrm>
            <a:off x="23751" y="667974"/>
            <a:ext cx="9120249" cy="5842497"/>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2. Digital Files</a:t>
            </a:r>
          </a:p>
          <a:p>
            <a:pPr>
              <a:lnSpc>
                <a:spcPct val="150000"/>
              </a:lnSpc>
            </a:pPr>
            <a:r>
              <a:rPr lang="en-US" sz="2800" dirty="0">
                <a:latin typeface="Calibri" panose="020F0502020204030204" pitchFamily="34" charset="0"/>
                <a:cs typeface="Calibri" panose="020F0502020204030204" pitchFamily="34" charset="0"/>
              </a:rPr>
              <a:t>Data stored in:</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Text files (.txt)</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Excel files (.xlsx)</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CSV files (.csv)</a:t>
            </a:r>
          </a:p>
          <a:p>
            <a:pPr>
              <a:lnSpc>
                <a:spcPct val="150000"/>
              </a:lnSpc>
            </a:pPr>
            <a:r>
              <a:rPr lang="en-US" sz="2800" dirty="0">
                <a:latin typeface="Calibri" panose="020F0502020204030204" pitchFamily="34" charset="0"/>
                <a:cs typeface="Calibri" panose="020F0502020204030204" pitchFamily="34" charset="0"/>
              </a:rPr>
              <a:t>Problems: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Hard to manage large data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Risk of duplication</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No strong security</a:t>
            </a:r>
          </a:p>
        </p:txBody>
      </p:sp>
    </p:spTree>
    <p:extLst>
      <p:ext uri="{BB962C8B-B14F-4D97-AF65-F5344CB8AC3E}">
        <p14:creationId xmlns:p14="http://schemas.microsoft.com/office/powerpoint/2010/main" val="177541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A623450-1510-B620-8D36-F0D0651DC8F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BC517D-8A3C-C828-FE53-D46C17E88F1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D78E37C-5111-63C6-76D8-E815A57798F2}"/>
              </a:ext>
            </a:extLst>
          </p:cNvPr>
          <p:cNvSpPr>
            <a:spLocks noGrp="1"/>
          </p:cNvSpPr>
          <p:nvPr>
            <p:ph type="sldNum" sz="quarter" idx="4"/>
          </p:nvPr>
        </p:nvSpPr>
        <p:spPr/>
        <p:txBody>
          <a:bodyPr/>
          <a:lstStyle/>
          <a:p>
            <a:fld id="{16A89BA3-132D-40E1-AAB4-CDCD0A14C216}" type="slidenum">
              <a:rPr lang="en-AU" smtClean="0"/>
              <a:pPr/>
              <a:t>17</a:t>
            </a:fld>
            <a:r>
              <a:rPr lang="en-AU"/>
              <a:t>  |</a:t>
            </a:r>
            <a:endParaRPr lang="en-AU" dirty="0"/>
          </a:p>
        </p:txBody>
      </p:sp>
      <p:sp>
        <p:nvSpPr>
          <p:cNvPr id="9" name="Text Placeholder 3">
            <a:extLst>
              <a:ext uri="{FF2B5EF4-FFF2-40B4-BE49-F238E27FC236}">
                <a16:creationId xmlns:a16="http://schemas.microsoft.com/office/drawing/2014/main" id="{7F73F1AC-9D31-82CB-0A02-6B7D7992EB75}"/>
              </a:ext>
            </a:extLst>
          </p:cNvPr>
          <p:cNvSpPr>
            <a:spLocks noGrp="1"/>
          </p:cNvSpPr>
          <p:nvPr>
            <p:ph type="body" sz="quarter" idx="16"/>
          </p:nvPr>
        </p:nvSpPr>
        <p:spPr>
          <a:xfrm>
            <a:off x="0" y="0"/>
            <a:ext cx="7849590" cy="451262"/>
          </a:xfrm>
        </p:spPr>
        <p:txBody>
          <a:bodyPr>
            <a:noAutofit/>
          </a:bodyPr>
          <a:lstStyle/>
          <a:p>
            <a:r>
              <a:rPr lang="en-US" sz="3200" dirty="0"/>
              <a:t>How is Data stored</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931EA312-C08F-8A80-B4CC-9E1D19ED36DB}"/>
              </a:ext>
            </a:extLst>
          </p:cNvPr>
          <p:cNvSpPr txBox="1"/>
          <p:nvPr/>
        </p:nvSpPr>
        <p:spPr>
          <a:xfrm>
            <a:off x="0" y="369172"/>
            <a:ext cx="6674069" cy="6488828"/>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3. Database Systems (Modern Solution)</a:t>
            </a:r>
          </a:p>
          <a:p>
            <a:pPr>
              <a:lnSpc>
                <a:spcPct val="150000"/>
              </a:lnSpc>
            </a:pPr>
            <a:r>
              <a:rPr lang="en-US" sz="2800" dirty="0">
                <a:latin typeface="Calibri" panose="020F0502020204030204" pitchFamily="34" charset="0"/>
                <a:cs typeface="Calibri" panose="020F0502020204030204" pitchFamily="34" charset="0"/>
              </a:rPr>
              <a:t>Data stored:</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In structured format</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In tables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Managed by software</a:t>
            </a:r>
          </a:p>
          <a:p>
            <a:pPr>
              <a:lnSpc>
                <a:spcPct val="150000"/>
              </a:lnSpc>
            </a:pPr>
            <a:r>
              <a:rPr lang="en-US" sz="2800" dirty="0">
                <a:latin typeface="Calibri" panose="020F0502020204030204" pitchFamily="34" charset="0"/>
                <a:cs typeface="Calibri" panose="020F0502020204030204" pitchFamily="34" charset="0"/>
              </a:rPr>
              <a:t>Advantages: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Fast search</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Secure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Supports many users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Reduces duplication</a:t>
            </a:r>
          </a:p>
        </p:txBody>
      </p:sp>
    </p:spTree>
    <p:extLst>
      <p:ext uri="{BB962C8B-B14F-4D97-AF65-F5344CB8AC3E}">
        <p14:creationId xmlns:p14="http://schemas.microsoft.com/office/powerpoint/2010/main" val="1782970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69E4344-7F1B-2423-34BF-7C0234EA94C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B6BCAC2-6D52-B138-D9AF-67A30BA08E3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DA6E082-E486-5D07-84E7-943774CBF37C}"/>
              </a:ext>
            </a:extLst>
          </p:cNvPr>
          <p:cNvSpPr>
            <a:spLocks noGrp="1"/>
          </p:cNvSpPr>
          <p:nvPr>
            <p:ph type="sldNum" sz="quarter" idx="4"/>
          </p:nvPr>
        </p:nvSpPr>
        <p:spPr/>
        <p:txBody>
          <a:bodyPr/>
          <a:lstStyle/>
          <a:p>
            <a:fld id="{16A89BA3-132D-40E1-AAB4-CDCD0A14C216}" type="slidenum">
              <a:rPr lang="en-AU" smtClean="0"/>
              <a:pPr/>
              <a:t>18</a:t>
            </a:fld>
            <a:r>
              <a:rPr lang="en-AU"/>
              <a:t>  |</a:t>
            </a:r>
            <a:endParaRPr lang="en-AU" dirty="0"/>
          </a:p>
        </p:txBody>
      </p:sp>
      <p:sp>
        <p:nvSpPr>
          <p:cNvPr id="9" name="Text Placeholder 3">
            <a:extLst>
              <a:ext uri="{FF2B5EF4-FFF2-40B4-BE49-F238E27FC236}">
                <a16:creationId xmlns:a16="http://schemas.microsoft.com/office/drawing/2014/main" id="{B22F0C7D-FB83-D39C-4A5D-849BD1F81FE7}"/>
              </a:ext>
            </a:extLst>
          </p:cNvPr>
          <p:cNvSpPr>
            <a:spLocks noGrp="1"/>
          </p:cNvSpPr>
          <p:nvPr>
            <p:ph type="body" sz="quarter" idx="16"/>
          </p:nvPr>
        </p:nvSpPr>
        <p:spPr>
          <a:xfrm>
            <a:off x="0" y="0"/>
            <a:ext cx="7849590" cy="451262"/>
          </a:xfrm>
        </p:spPr>
        <p:txBody>
          <a:bodyPr>
            <a:noAutofit/>
          </a:bodyPr>
          <a:lstStyle/>
          <a:p>
            <a:r>
              <a:rPr lang="en-US" sz="3200" dirty="0"/>
              <a:t>How is Data stored</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53A13C71-2F55-6A13-6C02-7F5B9A6B76B8}"/>
              </a:ext>
            </a:extLst>
          </p:cNvPr>
          <p:cNvSpPr txBox="1"/>
          <p:nvPr/>
        </p:nvSpPr>
        <p:spPr>
          <a:xfrm>
            <a:off x="0" y="369172"/>
            <a:ext cx="6674069" cy="3257174"/>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Storage Devices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Hard drives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SSD</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Cloud storage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Servers</a:t>
            </a:r>
          </a:p>
        </p:txBody>
      </p:sp>
    </p:spTree>
    <p:extLst>
      <p:ext uri="{BB962C8B-B14F-4D97-AF65-F5344CB8AC3E}">
        <p14:creationId xmlns:p14="http://schemas.microsoft.com/office/powerpoint/2010/main" val="1080390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2A8B440-C67D-6F0B-23FD-BE14698F11F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B4415D9-A89E-69B1-FC1C-4C8C0E1F62D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83A09A2-C386-D609-D9EA-75C897E578FA}"/>
              </a:ext>
            </a:extLst>
          </p:cNvPr>
          <p:cNvSpPr>
            <a:spLocks noGrp="1"/>
          </p:cNvSpPr>
          <p:nvPr>
            <p:ph type="sldNum" sz="quarter" idx="4"/>
          </p:nvPr>
        </p:nvSpPr>
        <p:spPr/>
        <p:txBody>
          <a:bodyPr/>
          <a:lstStyle/>
          <a:p>
            <a:fld id="{16A89BA3-132D-40E1-AAB4-CDCD0A14C216}" type="slidenum">
              <a:rPr lang="en-AU" smtClean="0"/>
              <a:pPr/>
              <a:t>19</a:t>
            </a:fld>
            <a:r>
              <a:rPr lang="en-AU"/>
              <a:t>  |</a:t>
            </a:r>
            <a:endParaRPr lang="en-AU" dirty="0"/>
          </a:p>
        </p:txBody>
      </p:sp>
      <p:sp>
        <p:nvSpPr>
          <p:cNvPr id="9" name="Text Placeholder 3">
            <a:extLst>
              <a:ext uri="{FF2B5EF4-FFF2-40B4-BE49-F238E27FC236}">
                <a16:creationId xmlns:a16="http://schemas.microsoft.com/office/drawing/2014/main" id="{611CD02D-E805-B4A7-F8D6-FA4DE5D32292}"/>
              </a:ext>
            </a:extLst>
          </p:cNvPr>
          <p:cNvSpPr>
            <a:spLocks noGrp="1"/>
          </p:cNvSpPr>
          <p:nvPr>
            <p:ph type="body" sz="quarter" idx="16"/>
          </p:nvPr>
        </p:nvSpPr>
        <p:spPr>
          <a:xfrm>
            <a:off x="0" y="0"/>
            <a:ext cx="7849590" cy="451262"/>
          </a:xfrm>
        </p:spPr>
        <p:txBody>
          <a:bodyPr>
            <a:noAutofit/>
          </a:bodyPr>
          <a:lstStyle/>
          <a:p>
            <a:r>
              <a:rPr lang="en-US" sz="3200" dirty="0"/>
              <a:t>What is a Database?</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37C1B12-EB26-64FE-FCA4-A49CC4DD1BCC}"/>
              </a:ext>
            </a:extLst>
          </p:cNvPr>
          <p:cNvSpPr txBox="1"/>
          <p:nvPr/>
        </p:nvSpPr>
        <p:spPr>
          <a:xfrm>
            <a:off x="0" y="524152"/>
            <a:ext cx="6674069" cy="5196166"/>
          </a:xfrm>
          <a:prstGeom prst="rect">
            <a:avLst/>
          </a:prstGeom>
          <a:solidFill>
            <a:schemeClr val="bg1"/>
          </a:solid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A database is an organized collection of data stored electronically.</a:t>
            </a:r>
          </a:p>
          <a:p>
            <a:pPr>
              <a:lnSpc>
                <a:spcPct val="150000"/>
              </a:lnSpc>
            </a:pPr>
            <a:r>
              <a:rPr lang="en-US" sz="2800" dirty="0">
                <a:latin typeface="Calibri" panose="020F0502020204030204" pitchFamily="34" charset="0"/>
                <a:cs typeface="Calibri" panose="020F0502020204030204" pitchFamily="34" charset="0"/>
              </a:rPr>
              <a:t>Example:</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A university database stores: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Student records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Courses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Grades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Staff details</a:t>
            </a:r>
          </a:p>
        </p:txBody>
      </p:sp>
    </p:spTree>
    <p:extLst>
      <p:ext uri="{BB962C8B-B14F-4D97-AF65-F5344CB8AC3E}">
        <p14:creationId xmlns:p14="http://schemas.microsoft.com/office/powerpoint/2010/main" val="4085054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1000"/>
                                        <p:tgtEl>
                                          <p:spTgt spid="13">
                                            <p:txEl>
                                              <p:pRg st="0" end="0"/>
                                            </p:txEl>
                                          </p:spTgt>
                                        </p:tgtEl>
                                      </p:cBhvr>
                                    </p:animEffect>
                                    <p:anim calcmode="lin" valueType="num">
                                      <p:cBhvr>
                                        <p:cTn id="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1000"/>
                                        <p:tgtEl>
                                          <p:spTgt spid="13">
                                            <p:txEl>
                                              <p:pRg st="1" end="1"/>
                                            </p:txEl>
                                          </p:spTgt>
                                        </p:tgtEl>
                                      </p:cBhvr>
                                    </p:animEffect>
                                    <p:anim calcmode="lin" valueType="num">
                                      <p:cBhvr>
                                        <p:cTn id="13"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1000"/>
                                        <p:tgtEl>
                                          <p:spTgt spid="13">
                                            <p:txEl>
                                              <p:pRg st="2" end="2"/>
                                            </p:txEl>
                                          </p:spTgt>
                                        </p:tgtEl>
                                      </p:cBhvr>
                                    </p:animEffect>
                                    <p:anim calcmode="lin" valueType="num">
                                      <p:cBhvr>
                                        <p:cTn id="18"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1000"/>
                                        <p:tgtEl>
                                          <p:spTgt spid="13">
                                            <p:txEl>
                                              <p:pRg st="3" end="3"/>
                                            </p:txEl>
                                          </p:spTgt>
                                        </p:tgtEl>
                                      </p:cBhvr>
                                    </p:animEffect>
                                    <p:anim calcmode="lin" valueType="num">
                                      <p:cBhvr>
                                        <p:cTn id="23" dur="10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1000"/>
                                        <p:tgtEl>
                                          <p:spTgt spid="13">
                                            <p:txEl>
                                              <p:pRg st="4" end="4"/>
                                            </p:txEl>
                                          </p:spTgt>
                                        </p:tgtEl>
                                      </p:cBhvr>
                                    </p:animEffect>
                                    <p:anim calcmode="lin" valueType="num">
                                      <p:cBhvr>
                                        <p:cTn id="28" dur="1000" fill="hold"/>
                                        <p:tgtEl>
                                          <p:spTgt spid="1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fade">
                                      <p:cBhvr>
                                        <p:cTn id="32" dur="1000"/>
                                        <p:tgtEl>
                                          <p:spTgt spid="13">
                                            <p:txEl>
                                              <p:pRg st="5" end="5"/>
                                            </p:txEl>
                                          </p:spTgt>
                                        </p:tgtEl>
                                      </p:cBhvr>
                                    </p:animEffect>
                                    <p:anim calcmode="lin" valueType="num">
                                      <p:cBhvr>
                                        <p:cTn id="33" dur="1000" fill="hold"/>
                                        <p:tgtEl>
                                          <p:spTgt spid="1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1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F24FDBC-FCE1-853F-8788-1FCF5248D1B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97E54B0-C82E-0FD4-0626-C4F9132E08A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48FDFD6-6195-DCCF-7936-686B35D782E8}"/>
              </a:ext>
            </a:extLst>
          </p:cNvPr>
          <p:cNvSpPr>
            <a:spLocks noGrp="1"/>
          </p:cNvSpPr>
          <p:nvPr>
            <p:ph type="sldNum" sz="quarter" idx="4"/>
          </p:nvPr>
        </p:nvSpPr>
        <p:spPr/>
        <p:txBody>
          <a:bodyPr/>
          <a:lstStyle/>
          <a:p>
            <a:fld id="{16A89BA3-132D-40E1-AAB4-CDCD0A14C216}" type="slidenum">
              <a:rPr lang="en-AU" smtClean="0"/>
              <a:pPr/>
              <a:t>20</a:t>
            </a:fld>
            <a:r>
              <a:rPr lang="en-AU"/>
              <a:t>  |</a:t>
            </a:r>
            <a:endParaRPr lang="en-AU" dirty="0"/>
          </a:p>
        </p:txBody>
      </p:sp>
      <p:sp>
        <p:nvSpPr>
          <p:cNvPr id="9" name="Text Placeholder 3">
            <a:extLst>
              <a:ext uri="{FF2B5EF4-FFF2-40B4-BE49-F238E27FC236}">
                <a16:creationId xmlns:a16="http://schemas.microsoft.com/office/drawing/2014/main" id="{37656267-AB82-2AA4-B01D-4D5FACB2016E}"/>
              </a:ext>
            </a:extLst>
          </p:cNvPr>
          <p:cNvSpPr>
            <a:spLocks noGrp="1"/>
          </p:cNvSpPr>
          <p:nvPr>
            <p:ph type="body" sz="quarter" idx="16"/>
          </p:nvPr>
        </p:nvSpPr>
        <p:spPr>
          <a:xfrm>
            <a:off x="0" y="0"/>
            <a:ext cx="7849590" cy="843148"/>
          </a:xfrm>
        </p:spPr>
        <p:txBody>
          <a:bodyPr>
            <a:noAutofit/>
          </a:bodyPr>
          <a:lstStyle/>
          <a:p>
            <a:r>
              <a:rPr lang="en-US" sz="3200" dirty="0"/>
              <a:t>Why Databases Are Better Than File Systems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19DC731A-F293-AC92-A8C6-1F39B824F232}"/>
              </a:ext>
            </a:extLst>
          </p:cNvPr>
          <p:cNvSpPr txBox="1"/>
          <p:nvPr/>
        </p:nvSpPr>
        <p:spPr>
          <a:xfrm>
            <a:off x="0" y="1642891"/>
            <a:ext cx="9120249" cy="3903504"/>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From Spreadsheets to Smart Databases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Traditional file systems (e.g., Excel sheets) are like paper folders</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 Easy for small tasks, messy for large operations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Databases are like online banking apps – fast, secure, searchable, multi-user</a:t>
            </a:r>
          </a:p>
        </p:txBody>
      </p:sp>
    </p:spTree>
    <p:extLst>
      <p:ext uri="{BB962C8B-B14F-4D97-AF65-F5344CB8AC3E}">
        <p14:creationId xmlns:p14="http://schemas.microsoft.com/office/powerpoint/2010/main" val="912508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30CAE6F-7429-67A5-CE91-26B6774E5A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B01B06-1828-0D1E-408F-452C145615B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65E81B8-681B-62A7-4D9F-894F8B09AED8}"/>
              </a:ext>
            </a:extLst>
          </p:cNvPr>
          <p:cNvSpPr>
            <a:spLocks noGrp="1"/>
          </p:cNvSpPr>
          <p:nvPr>
            <p:ph type="sldNum" sz="quarter" idx="4"/>
          </p:nvPr>
        </p:nvSpPr>
        <p:spPr/>
        <p:txBody>
          <a:bodyPr/>
          <a:lstStyle/>
          <a:p>
            <a:fld id="{16A89BA3-132D-40E1-AAB4-CDCD0A14C216}" type="slidenum">
              <a:rPr lang="en-AU" smtClean="0"/>
              <a:pPr/>
              <a:t>21</a:t>
            </a:fld>
            <a:r>
              <a:rPr lang="en-AU"/>
              <a:t>  |</a:t>
            </a:r>
            <a:endParaRPr lang="en-AU" dirty="0"/>
          </a:p>
        </p:txBody>
      </p:sp>
      <p:sp>
        <p:nvSpPr>
          <p:cNvPr id="9" name="Text Placeholder 3">
            <a:extLst>
              <a:ext uri="{FF2B5EF4-FFF2-40B4-BE49-F238E27FC236}">
                <a16:creationId xmlns:a16="http://schemas.microsoft.com/office/drawing/2014/main" id="{02734E25-D8B8-463E-FD89-18FB0E23FF0D}"/>
              </a:ext>
            </a:extLst>
          </p:cNvPr>
          <p:cNvSpPr>
            <a:spLocks noGrp="1"/>
          </p:cNvSpPr>
          <p:nvPr>
            <p:ph type="body" sz="quarter" idx="16"/>
          </p:nvPr>
        </p:nvSpPr>
        <p:spPr>
          <a:xfrm>
            <a:off x="0" y="0"/>
            <a:ext cx="7849590" cy="843148"/>
          </a:xfrm>
        </p:spPr>
        <p:txBody>
          <a:bodyPr>
            <a:noAutofit/>
          </a:bodyPr>
          <a:lstStyle/>
          <a:p>
            <a:r>
              <a:rPr lang="en-US" sz="3200" dirty="0"/>
              <a:t>Why Databases Are Better Than File Systems</a:t>
            </a:r>
            <a:endParaRPr lang="en-AU" sz="3000" dirty="0">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9EBCAD35-D54F-540C-1D72-C02F78858BCF}"/>
              </a:ext>
            </a:extLst>
          </p:cNvPr>
          <p:cNvGraphicFramePr>
            <a:graphicFrameLocks noGrp="1"/>
          </p:cNvGraphicFramePr>
          <p:nvPr/>
        </p:nvGraphicFramePr>
        <p:xfrm>
          <a:off x="628650" y="1493520"/>
          <a:ext cx="7886700" cy="387096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1368820529"/>
                    </a:ext>
                  </a:extLst>
                </a:gridCol>
                <a:gridCol w="2628900">
                  <a:extLst>
                    <a:ext uri="{9D8B030D-6E8A-4147-A177-3AD203B41FA5}">
                      <a16:colId xmlns:a16="http://schemas.microsoft.com/office/drawing/2014/main" val="2928352506"/>
                    </a:ext>
                  </a:extLst>
                </a:gridCol>
                <a:gridCol w="2628900">
                  <a:extLst>
                    <a:ext uri="{9D8B030D-6E8A-4147-A177-3AD203B41FA5}">
                      <a16:colId xmlns:a16="http://schemas.microsoft.com/office/drawing/2014/main" val="1431186750"/>
                    </a:ext>
                  </a:extLst>
                </a:gridCol>
              </a:tblGrid>
              <a:tr h="0">
                <a:tc>
                  <a:txBody>
                    <a:bodyPr/>
                    <a:lstStyle/>
                    <a:p>
                      <a:r>
                        <a:rPr lang="en-US" sz="2800" dirty="0">
                          <a:latin typeface="Calibri" panose="020F0502020204030204" pitchFamily="34" charset="0"/>
                          <a:cs typeface="Calibri" panose="020F0502020204030204" pitchFamily="34" charset="0"/>
                        </a:rPr>
                        <a:t>Feature</a:t>
                      </a:r>
                    </a:p>
                  </a:txBody>
                  <a:tcPr anchor="ctr">
                    <a:solidFill>
                      <a:schemeClr val="tx1">
                        <a:lumMod val="10000"/>
                        <a:lumOff val="90000"/>
                      </a:schemeClr>
                    </a:solidFill>
                  </a:tcPr>
                </a:tc>
                <a:tc>
                  <a:txBody>
                    <a:bodyPr/>
                    <a:lstStyle/>
                    <a:p>
                      <a:r>
                        <a:rPr lang="en-US" sz="2800" dirty="0">
                          <a:latin typeface="Calibri" panose="020F0502020204030204" pitchFamily="34" charset="0"/>
                          <a:cs typeface="Calibri" panose="020F0502020204030204" pitchFamily="34" charset="0"/>
                        </a:rPr>
                        <a:t>File System</a:t>
                      </a:r>
                    </a:p>
                  </a:txBody>
                  <a:tcPr anchor="ctr">
                    <a:solidFill>
                      <a:schemeClr val="tx1">
                        <a:lumMod val="10000"/>
                        <a:lumOff val="90000"/>
                      </a:schemeClr>
                    </a:solidFill>
                  </a:tcPr>
                </a:tc>
                <a:tc>
                  <a:txBody>
                    <a:bodyPr/>
                    <a:lstStyle/>
                    <a:p>
                      <a:r>
                        <a:rPr lang="en-US" sz="2800" dirty="0">
                          <a:latin typeface="Calibri" panose="020F0502020204030204" pitchFamily="34" charset="0"/>
                          <a:cs typeface="Calibri" panose="020F0502020204030204" pitchFamily="34" charset="0"/>
                        </a:rPr>
                        <a:t>Database ()</a:t>
                      </a:r>
                    </a:p>
                  </a:txBody>
                  <a:tcPr anchor="ctr">
                    <a:solidFill>
                      <a:schemeClr val="tx1">
                        <a:lumMod val="10000"/>
                        <a:lumOff val="90000"/>
                      </a:schemeClr>
                    </a:solidFill>
                  </a:tcPr>
                </a:tc>
                <a:extLst>
                  <a:ext uri="{0D108BD9-81ED-4DB2-BD59-A6C34878D82A}">
                    <a16:rowId xmlns:a16="http://schemas.microsoft.com/office/drawing/2014/main" val="1950778884"/>
                  </a:ext>
                </a:extLst>
              </a:tr>
              <a:tr h="0">
                <a:tc>
                  <a:txBody>
                    <a:bodyPr/>
                    <a:lstStyle/>
                    <a:p>
                      <a:r>
                        <a:rPr lang="en-US" sz="2800">
                          <a:latin typeface="Calibri" panose="020F0502020204030204" pitchFamily="34" charset="0"/>
                          <a:cs typeface="Calibri" panose="020F0502020204030204" pitchFamily="34" charset="0"/>
                        </a:rPr>
                        <a:t>Data Redundancy</a:t>
                      </a:r>
                    </a:p>
                  </a:txBody>
                  <a:tcPr anchor="ctr"/>
                </a:tc>
                <a:tc>
                  <a:txBody>
                    <a:bodyPr/>
                    <a:lstStyle/>
                    <a:p>
                      <a:r>
                        <a:rPr lang="en-US" sz="2800">
                          <a:latin typeface="Calibri" panose="020F0502020204030204" pitchFamily="34" charset="0"/>
                          <a:cs typeface="Calibri" panose="020F0502020204030204" pitchFamily="34" charset="0"/>
                        </a:rPr>
                        <a:t>High</a:t>
                      </a:r>
                    </a:p>
                  </a:txBody>
                  <a:tcPr anchor="ctr"/>
                </a:tc>
                <a:tc>
                  <a:txBody>
                    <a:bodyPr/>
                    <a:lstStyle/>
                    <a:p>
                      <a:r>
                        <a:rPr lang="en-US" sz="2800">
                          <a:latin typeface="Calibri" panose="020F0502020204030204" pitchFamily="34" charset="0"/>
                          <a:cs typeface="Calibri" panose="020F0502020204030204" pitchFamily="34" charset="0"/>
                        </a:rPr>
                        <a:t>Low</a:t>
                      </a:r>
                    </a:p>
                  </a:txBody>
                  <a:tcPr anchor="ctr"/>
                </a:tc>
                <a:extLst>
                  <a:ext uri="{0D108BD9-81ED-4DB2-BD59-A6C34878D82A}">
                    <a16:rowId xmlns:a16="http://schemas.microsoft.com/office/drawing/2014/main" val="1041568126"/>
                  </a:ext>
                </a:extLst>
              </a:tr>
              <a:tr h="0">
                <a:tc>
                  <a:txBody>
                    <a:bodyPr/>
                    <a:lstStyle/>
                    <a:p>
                      <a:r>
                        <a:rPr lang="en-US" sz="2800">
                          <a:latin typeface="Calibri" panose="020F0502020204030204" pitchFamily="34" charset="0"/>
                          <a:cs typeface="Calibri" panose="020F0502020204030204" pitchFamily="34" charset="0"/>
                        </a:rPr>
                        <a:t>Search Speed</a:t>
                      </a:r>
                    </a:p>
                  </a:txBody>
                  <a:tcPr anchor="ctr"/>
                </a:tc>
                <a:tc>
                  <a:txBody>
                    <a:bodyPr/>
                    <a:lstStyle/>
                    <a:p>
                      <a:r>
                        <a:rPr lang="en-US" sz="2800">
                          <a:latin typeface="Calibri" panose="020F0502020204030204" pitchFamily="34" charset="0"/>
                          <a:cs typeface="Calibri" panose="020F0502020204030204" pitchFamily="34" charset="0"/>
                        </a:rPr>
                        <a:t>Slow</a:t>
                      </a:r>
                    </a:p>
                  </a:txBody>
                  <a:tcPr anchor="ctr"/>
                </a:tc>
                <a:tc>
                  <a:txBody>
                    <a:bodyPr/>
                    <a:lstStyle/>
                    <a:p>
                      <a:r>
                        <a:rPr lang="en-US" sz="2800">
                          <a:latin typeface="Calibri" panose="020F0502020204030204" pitchFamily="34" charset="0"/>
                          <a:cs typeface="Calibri" panose="020F0502020204030204" pitchFamily="34" charset="0"/>
                        </a:rPr>
                        <a:t>Fast</a:t>
                      </a:r>
                    </a:p>
                  </a:txBody>
                  <a:tcPr anchor="ctr"/>
                </a:tc>
                <a:extLst>
                  <a:ext uri="{0D108BD9-81ED-4DB2-BD59-A6C34878D82A}">
                    <a16:rowId xmlns:a16="http://schemas.microsoft.com/office/drawing/2014/main" val="4038410637"/>
                  </a:ext>
                </a:extLst>
              </a:tr>
              <a:tr h="0">
                <a:tc>
                  <a:txBody>
                    <a:bodyPr/>
                    <a:lstStyle/>
                    <a:p>
                      <a:r>
                        <a:rPr lang="en-US" sz="2800">
                          <a:latin typeface="Calibri" panose="020F0502020204030204" pitchFamily="34" charset="0"/>
                          <a:cs typeface="Calibri" panose="020F0502020204030204" pitchFamily="34" charset="0"/>
                        </a:rPr>
                        <a:t>Multi-user Access</a:t>
                      </a:r>
                    </a:p>
                  </a:txBody>
                  <a:tcPr anchor="ctr"/>
                </a:tc>
                <a:tc>
                  <a:txBody>
                    <a:bodyPr/>
                    <a:lstStyle/>
                    <a:p>
                      <a:r>
                        <a:rPr lang="en-US" sz="2800">
                          <a:latin typeface="Calibri" panose="020F0502020204030204" pitchFamily="34" charset="0"/>
                          <a:cs typeface="Calibri" panose="020F0502020204030204" pitchFamily="34" charset="0"/>
                        </a:rPr>
                        <a:t>Hard</a:t>
                      </a:r>
                    </a:p>
                  </a:txBody>
                  <a:tcPr anchor="ctr"/>
                </a:tc>
                <a:tc>
                  <a:txBody>
                    <a:bodyPr/>
                    <a:lstStyle/>
                    <a:p>
                      <a:r>
                        <a:rPr lang="en-US" sz="2800">
                          <a:latin typeface="Calibri" panose="020F0502020204030204" pitchFamily="34" charset="0"/>
                          <a:cs typeface="Calibri" panose="020F0502020204030204" pitchFamily="34" charset="0"/>
                        </a:rPr>
                        <a:t>Easy</a:t>
                      </a:r>
                    </a:p>
                  </a:txBody>
                  <a:tcPr anchor="ctr"/>
                </a:tc>
                <a:extLst>
                  <a:ext uri="{0D108BD9-81ED-4DB2-BD59-A6C34878D82A}">
                    <a16:rowId xmlns:a16="http://schemas.microsoft.com/office/drawing/2014/main" val="1810339865"/>
                  </a:ext>
                </a:extLst>
              </a:tr>
              <a:tr h="0">
                <a:tc>
                  <a:txBody>
                    <a:bodyPr/>
                    <a:lstStyle/>
                    <a:p>
                      <a:r>
                        <a:rPr lang="en-US" sz="2800">
                          <a:latin typeface="Calibri" panose="020F0502020204030204" pitchFamily="34" charset="0"/>
                          <a:cs typeface="Calibri" panose="020F0502020204030204" pitchFamily="34" charset="0"/>
                        </a:rPr>
                        <a:t>Security</a:t>
                      </a:r>
                    </a:p>
                  </a:txBody>
                  <a:tcPr anchor="ctr"/>
                </a:tc>
                <a:tc>
                  <a:txBody>
                    <a:bodyPr/>
                    <a:lstStyle/>
                    <a:p>
                      <a:r>
                        <a:rPr lang="en-US" sz="2800">
                          <a:latin typeface="Calibri" panose="020F0502020204030204" pitchFamily="34" charset="0"/>
                          <a:cs typeface="Calibri" panose="020F0502020204030204" pitchFamily="34" charset="0"/>
                        </a:rPr>
                        <a:t>Weak</a:t>
                      </a:r>
                    </a:p>
                  </a:txBody>
                  <a:tcPr anchor="ctr"/>
                </a:tc>
                <a:tc>
                  <a:txBody>
                    <a:bodyPr/>
                    <a:lstStyle/>
                    <a:p>
                      <a:r>
                        <a:rPr lang="en-US" sz="2800" dirty="0">
                          <a:latin typeface="Calibri" panose="020F0502020204030204" pitchFamily="34" charset="0"/>
                          <a:cs typeface="Calibri" panose="020F0502020204030204" pitchFamily="34" charset="0"/>
                        </a:rPr>
                        <a:t>Strong</a:t>
                      </a:r>
                    </a:p>
                  </a:txBody>
                  <a:tcPr anchor="ctr"/>
                </a:tc>
                <a:extLst>
                  <a:ext uri="{0D108BD9-81ED-4DB2-BD59-A6C34878D82A}">
                    <a16:rowId xmlns:a16="http://schemas.microsoft.com/office/drawing/2014/main" val="3465947376"/>
                  </a:ext>
                </a:extLst>
              </a:tr>
            </a:tbl>
          </a:graphicData>
        </a:graphic>
      </p:graphicFrame>
    </p:spTree>
    <p:extLst>
      <p:ext uri="{BB962C8B-B14F-4D97-AF65-F5344CB8AC3E}">
        <p14:creationId xmlns:p14="http://schemas.microsoft.com/office/powerpoint/2010/main" val="283814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A905E64-B862-F3FF-B774-D41C941AE5A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340F014-73F7-A62A-1EC7-056A0F3D1D5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2B5CFFF-C727-13EF-0488-0607E9CDE359}"/>
              </a:ext>
            </a:extLst>
          </p:cNvPr>
          <p:cNvSpPr>
            <a:spLocks noGrp="1"/>
          </p:cNvSpPr>
          <p:nvPr>
            <p:ph type="sldNum" sz="quarter" idx="4"/>
          </p:nvPr>
        </p:nvSpPr>
        <p:spPr/>
        <p:txBody>
          <a:bodyPr/>
          <a:lstStyle/>
          <a:p>
            <a:fld id="{16A89BA3-132D-40E1-AAB4-CDCD0A14C216}" type="slidenum">
              <a:rPr lang="en-AU" smtClean="0"/>
              <a:pPr/>
              <a:t>22</a:t>
            </a:fld>
            <a:r>
              <a:rPr lang="en-AU"/>
              <a:t>  |</a:t>
            </a:r>
            <a:endParaRPr lang="en-AU" dirty="0"/>
          </a:p>
        </p:txBody>
      </p:sp>
      <p:sp>
        <p:nvSpPr>
          <p:cNvPr id="9" name="Text Placeholder 3">
            <a:extLst>
              <a:ext uri="{FF2B5EF4-FFF2-40B4-BE49-F238E27FC236}">
                <a16:creationId xmlns:a16="http://schemas.microsoft.com/office/drawing/2014/main" id="{DEE757E1-763A-9142-C034-7CC179C7EF80}"/>
              </a:ext>
            </a:extLst>
          </p:cNvPr>
          <p:cNvSpPr>
            <a:spLocks noGrp="1"/>
          </p:cNvSpPr>
          <p:nvPr>
            <p:ph type="body" sz="quarter" idx="16"/>
          </p:nvPr>
        </p:nvSpPr>
        <p:spPr>
          <a:xfrm>
            <a:off x="0" y="0"/>
            <a:ext cx="7849590" cy="843148"/>
          </a:xfrm>
        </p:spPr>
        <p:txBody>
          <a:bodyPr>
            <a:noAutofit/>
          </a:bodyPr>
          <a:lstStyle/>
          <a:p>
            <a:r>
              <a:rPr lang="en-US" sz="3200" dirty="0"/>
              <a:t>Why Databases Are Better Than File Systems</a:t>
            </a:r>
            <a:endParaRPr lang="en-AU" sz="30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12A909B-F024-CA33-08BD-D43F1CBD9E22}"/>
              </a:ext>
            </a:extLst>
          </p:cNvPr>
          <p:cNvSpPr txBox="1"/>
          <p:nvPr/>
        </p:nvSpPr>
        <p:spPr>
          <a:xfrm>
            <a:off x="0" y="2123578"/>
            <a:ext cx="9144000" cy="2610843"/>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Australian Analogy:</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Think of ATO’s tax records – you can’t manage millions of taxpayer files using Excel. Databases keep it fast, secure, and reliable.</a:t>
            </a:r>
            <a:endParaRPr lang="en-A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2990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48A7027-E35C-0AAC-9384-F0D9D87003E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AE6D1FA-7A67-6476-E119-1BDC6446A64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559A221-A5A3-7AEF-8DE3-A0D743C2AB2A}"/>
              </a:ext>
            </a:extLst>
          </p:cNvPr>
          <p:cNvSpPr>
            <a:spLocks noGrp="1"/>
          </p:cNvSpPr>
          <p:nvPr>
            <p:ph type="sldNum" sz="quarter" idx="4"/>
          </p:nvPr>
        </p:nvSpPr>
        <p:spPr/>
        <p:txBody>
          <a:bodyPr/>
          <a:lstStyle/>
          <a:p>
            <a:fld id="{16A89BA3-132D-40E1-AAB4-CDCD0A14C216}" type="slidenum">
              <a:rPr lang="en-AU" smtClean="0"/>
              <a:pPr/>
              <a:t>23</a:t>
            </a:fld>
            <a:r>
              <a:rPr lang="en-AU"/>
              <a:t>  |</a:t>
            </a:r>
            <a:endParaRPr lang="en-AU" dirty="0"/>
          </a:p>
        </p:txBody>
      </p:sp>
      <p:sp>
        <p:nvSpPr>
          <p:cNvPr id="9" name="Text Placeholder 3">
            <a:extLst>
              <a:ext uri="{FF2B5EF4-FFF2-40B4-BE49-F238E27FC236}">
                <a16:creationId xmlns:a16="http://schemas.microsoft.com/office/drawing/2014/main" id="{1C251E6F-55AD-0BE4-F385-7B89A1E700CB}"/>
              </a:ext>
            </a:extLst>
          </p:cNvPr>
          <p:cNvSpPr>
            <a:spLocks noGrp="1"/>
          </p:cNvSpPr>
          <p:nvPr>
            <p:ph type="body" sz="quarter" idx="16"/>
          </p:nvPr>
        </p:nvSpPr>
        <p:spPr>
          <a:xfrm>
            <a:off x="0" y="0"/>
            <a:ext cx="7849590" cy="843148"/>
          </a:xfrm>
        </p:spPr>
        <p:txBody>
          <a:bodyPr>
            <a:noAutofit/>
          </a:bodyPr>
          <a:lstStyle/>
          <a:p>
            <a:r>
              <a:rPr lang="en-US" sz="3200" dirty="0"/>
              <a:t>Key Database Concepts – Tables, Records, Fields, Keys</a:t>
            </a:r>
            <a:endParaRPr lang="en-AU" sz="30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7B79CE9-448B-7A64-DCCA-8097BBB9002D}"/>
              </a:ext>
            </a:extLst>
          </p:cNvPr>
          <p:cNvSpPr txBox="1"/>
          <p:nvPr/>
        </p:nvSpPr>
        <p:spPr>
          <a:xfrm>
            <a:off x="0" y="1800413"/>
            <a:ext cx="9144000" cy="3257174"/>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Tables, Records, Fields &amp; Keys – The Building Blocks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Table = Like a spreadsheet</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Record (row) = One item (e.g., a student)</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Field (column) = A characteristic (e.g., name, ID)</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Primary Key = A unique ID (e.g., Student ID)</a:t>
            </a:r>
          </a:p>
        </p:txBody>
      </p:sp>
    </p:spTree>
    <p:extLst>
      <p:ext uri="{BB962C8B-B14F-4D97-AF65-F5344CB8AC3E}">
        <p14:creationId xmlns:p14="http://schemas.microsoft.com/office/powerpoint/2010/main" val="1853102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B800835-8DCA-EFA7-0C01-2D47D70FF27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280300-96F2-0394-6E64-C766EDE37F0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248B08A-8153-2D30-8195-1D448BD28590}"/>
              </a:ext>
            </a:extLst>
          </p:cNvPr>
          <p:cNvSpPr>
            <a:spLocks noGrp="1"/>
          </p:cNvSpPr>
          <p:nvPr>
            <p:ph type="sldNum" sz="quarter" idx="4"/>
          </p:nvPr>
        </p:nvSpPr>
        <p:spPr/>
        <p:txBody>
          <a:bodyPr/>
          <a:lstStyle/>
          <a:p>
            <a:fld id="{16A89BA3-132D-40E1-AAB4-CDCD0A14C216}" type="slidenum">
              <a:rPr lang="en-AU" smtClean="0"/>
              <a:pPr/>
              <a:t>24</a:t>
            </a:fld>
            <a:r>
              <a:rPr lang="en-AU"/>
              <a:t>  |</a:t>
            </a:r>
            <a:endParaRPr lang="en-AU" dirty="0"/>
          </a:p>
        </p:txBody>
      </p:sp>
      <p:sp>
        <p:nvSpPr>
          <p:cNvPr id="9" name="Text Placeholder 3">
            <a:extLst>
              <a:ext uri="{FF2B5EF4-FFF2-40B4-BE49-F238E27FC236}">
                <a16:creationId xmlns:a16="http://schemas.microsoft.com/office/drawing/2014/main" id="{E4D9CB4E-8878-54E5-8A48-3B6664B6C2FB}"/>
              </a:ext>
            </a:extLst>
          </p:cNvPr>
          <p:cNvSpPr>
            <a:spLocks noGrp="1"/>
          </p:cNvSpPr>
          <p:nvPr>
            <p:ph type="body" sz="quarter" idx="16"/>
          </p:nvPr>
        </p:nvSpPr>
        <p:spPr>
          <a:xfrm>
            <a:off x="0" y="0"/>
            <a:ext cx="7849590" cy="843148"/>
          </a:xfrm>
        </p:spPr>
        <p:txBody>
          <a:bodyPr>
            <a:noAutofit/>
          </a:bodyPr>
          <a:lstStyle/>
          <a:p>
            <a:r>
              <a:rPr lang="en-US" sz="3200" dirty="0"/>
              <a:t>Key Database Concepts – Tables, Records, Fields, Keys</a:t>
            </a:r>
            <a:endParaRPr lang="en-AU" sz="30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DECCAB8-9769-67C8-049A-09AF2438E49A}"/>
              </a:ext>
            </a:extLst>
          </p:cNvPr>
          <p:cNvSpPr txBox="1"/>
          <p:nvPr/>
        </p:nvSpPr>
        <p:spPr>
          <a:xfrm>
            <a:off x="0" y="1800413"/>
            <a:ext cx="9144000" cy="3257174"/>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Analogy:</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A student database is like a university class list.</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Each student = a record</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Each column = name, major, email</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The Student ID = primary key to uniquely identify each person</a:t>
            </a:r>
          </a:p>
        </p:txBody>
      </p:sp>
    </p:spTree>
    <p:extLst>
      <p:ext uri="{BB962C8B-B14F-4D97-AF65-F5344CB8AC3E}">
        <p14:creationId xmlns:p14="http://schemas.microsoft.com/office/powerpoint/2010/main" val="1448702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93038EF-930E-4C93-B804-F116E359C49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EE4E682-4AC0-E5CC-D8DA-2B02488AFCA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FFA17BB-1395-A6CC-1660-05EA0014BCB7}"/>
              </a:ext>
            </a:extLst>
          </p:cNvPr>
          <p:cNvSpPr>
            <a:spLocks noGrp="1"/>
          </p:cNvSpPr>
          <p:nvPr>
            <p:ph type="sldNum" sz="quarter" idx="4"/>
          </p:nvPr>
        </p:nvSpPr>
        <p:spPr/>
        <p:txBody>
          <a:bodyPr/>
          <a:lstStyle/>
          <a:p>
            <a:fld id="{16A89BA3-132D-40E1-AAB4-CDCD0A14C216}" type="slidenum">
              <a:rPr lang="en-AU" smtClean="0"/>
              <a:pPr/>
              <a:t>25</a:t>
            </a:fld>
            <a:r>
              <a:rPr lang="en-AU"/>
              <a:t>  |</a:t>
            </a:r>
            <a:endParaRPr lang="en-AU" dirty="0"/>
          </a:p>
        </p:txBody>
      </p:sp>
      <p:sp>
        <p:nvSpPr>
          <p:cNvPr id="9" name="Text Placeholder 3">
            <a:extLst>
              <a:ext uri="{FF2B5EF4-FFF2-40B4-BE49-F238E27FC236}">
                <a16:creationId xmlns:a16="http://schemas.microsoft.com/office/drawing/2014/main" id="{0088733E-5425-FBA0-A5B3-48EACFDABD19}"/>
              </a:ext>
            </a:extLst>
          </p:cNvPr>
          <p:cNvSpPr>
            <a:spLocks noGrp="1"/>
          </p:cNvSpPr>
          <p:nvPr>
            <p:ph type="body" sz="quarter" idx="16"/>
          </p:nvPr>
        </p:nvSpPr>
        <p:spPr>
          <a:xfrm>
            <a:off x="0" y="0"/>
            <a:ext cx="7849590" cy="843148"/>
          </a:xfrm>
        </p:spPr>
        <p:txBody>
          <a:bodyPr>
            <a:noAutofit/>
          </a:bodyPr>
          <a:lstStyle/>
          <a:p>
            <a:r>
              <a:rPr lang="en-US" sz="3200" dirty="0"/>
              <a:t>Key Database Concepts – Tables, Records, Fields, Keys</a:t>
            </a:r>
            <a:endParaRPr lang="en-AU" sz="3000" dirty="0">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B7914895-326A-73C6-650C-BF740446C725}"/>
              </a:ext>
            </a:extLst>
          </p:cNvPr>
          <p:cNvGraphicFramePr>
            <a:graphicFrameLocks noGrp="1"/>
          </p:cNvGraphicFramePr>
          <p:nvPr/>
        </p:nvGraphicFramePr>
        <p:xfrm>
          <a:off x="628650" y="2346103"/>
          <a:ext cx="7886700" cy="1330706"/>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1987571559"/>
                    </a:ext>
                  </a:extLst>
                </a:gridCol>
                <a:gridCol w="2628900">
                  <a:extLst>
                    <a:ext uri="{9D8B030D-6E8A-4147-A177-3AD203B41FA5}">
                      <a16:colId xmlns:a16="http://schemas.microsoft.com/office/drawing/2014/main" val="89244227"/>
                    </a:ext>
                  </a:extLst>
                </a:gridCol>
                <a:gridCol w="2628900">
                  <a:extLst>
                    <a:ext uri="{9D8B030D-6E8A-4147-A177-3AD203B41FA5}">
                      <a16:colId xmlns:a16="http://schemas.microsoft.com/office/drawing/2014/main" val="680670750"/>
                    </a:ext>
                  </a:extLst>
                </a:gridCol>
              </a:tblGrid>
              <a:tr h="0">
                <a:tc>
                  <a:txBody>
                    <a:bodyPr/>
                    <a:lstStyle/>
                    <a:p>
                      <a:pPr>
                        <a:lnSpc>
                          <a:spcPct val="150000"/>
                        </a:lnSpc>
                      </a:pPr>
                      <a:r>
                        <a:rPr lang="en-US" sz="2800">
                          <a:latin typeface="Calibri" panose="020F0502020204030204" pitchFamily="34" charset="0"/>
                          <a:cs typeface="Calibri" panose="020F0502020204030204" pitchFamily="34" charset="0"/>
                        </a:rPr>
                        <a:t>Student ID</a:t>
                      </a:r>
                    </a:p>
                  </a:txBody>
                  <a:tcPr anchor="ctr"/>
                </a:tc>
                <a:tc>
                  <a:txBody>
                    <a:bodyPr/>
                    <a:lstStyle/>
                    <a:p>
                      <a:pPr>
                        <a:lnSpc>
                          <a:spcPct val="150000"/>
                        </a:lnSpc>
                      </a:pPr>
                      <a:r>
                        <a:rPr lang="en-US" sz="2800">
                          <a:latin typeface="Calibri" panose="020F0502020204030204" pitchFamily="34" charset="0"/>
                          <a:cs typeface="Calibri" panose="020F0502020204030204" pitchFamily="34" charset="0"/>
                        </a:rPr>
                        <a:t>Name</a:t>
                      </a:r>
                    </a:p>
                  </a:txBody>
                  <a:tcPr anchor="ctr"/>
                </a:tc>
                <a:tc>
                  <a:txBody>
                    <a:bodyPr/>
                    <a:lstStyle/>
                    <a:p>
                      <a:pPr>
                        <a:lnSpc>
                          <a:spcPct val="150000"/>
                        </a:lnSpc>
                      </a:pPr>
                      <a:r>
                        <a:rPr lang="en-US" sz="2800">
                          <a:latin typeface="Calibri" panose="020F0502020204030204" pitchFamily="34" charset="0"/>
                          <a:cs typeface="Calibri" panose="020F0502020204030204" pitchFamily="34" charset="0"/>
                        </a:rPr>
                        <a:t>Major</a:t>
                      </a:r>
                    </a:p>
                  </a:txBody>
                  <a:tcPr anchor="ctr"/>
                </a:tc>
                <a:extLst>
                  <a:ext uri="{0D108BD9-81ED-4DB2-BD59-A6C34878D82A}">
                    <a16:rowId xmlns:a16="http://schemas.microsoft.com/office/drawing/2014/main" val="1893736760"/>
                  </a:ext>
                </a:extLst>
              </a:tr>
              <a:tr h="0">
                <a:tc>
                  <a:txBody>
                    <a:bodyPr/>
                    <a:lstStyle/>
                    <a:p>
                      <a:pPr>
                        <a:lnSpc>
                          <a:spcPct val="150000"/>
                        </a:lnSpc>
                      </a:pPr>
                      <a:r>
                        <a:rPr lang="en-US" sz="2800">
                          <a:latin typeface="Calibri" panose="020F0502020204030204" pitchFamily="34" charset="0"/>
                          <a:cs typeface="Calibri" panose="020F0502020204030204" pitchFamily="34" charset="0"/>
                        </a:rPr>
                        <a:t>S123456</a:t>
                      </a:r>
                    </a:p>
                  </a:txBody>
                  <a:tcPr anchor="ctr"/>
                </a:tc>
                <a:tc>
                  <a:txBody>
                    <a:bodyPr/>
                    <a:lstStyle/>
                    <a:p>
                      <a:pPr>
                        <a:lnSpc>
                          <a:spcPct val="150000"/>
                        </a:lnSpc>
                      </a:pPr>
                      <a:r>
                        <a:rPr lang="en-US" sz="2800">
                          <a:latin typeface="Calibri" panose="020F0502020204030204" pitchFamily="34" charset="0"/>
                          <a:cs typeface="Calibri" panose="020F0502020204030204" pitchFamily="34" charset="0"/>
                        </a:rPr>
                        <a:t>Aria Chen</a:t>
                      </a:r>
                    </a:p>
                  </a:txBody>
                  <a:tcPr anchor="ctr"/>
                </a:tc>
                <a:tc>
                  <a:txBody>
                    <a:bodyPr/>
                    <a:lstStyle/>
                    <a:p>
                      <a:pPr>
                        <a:lnSpc>
                          <a:spcPct val="150000"/>
                        </a:lnSpc>
                      </a:pPr>
                      <a:r>
                        <a:rPr lang="en-US" sz="2800" dirty="0">
                          <a:latin typeface="Calibri" panose="020F0502020204030204" pitchFamily="34" charset="0"/>
                          <a:cs typeface="Calibri" panose="020F0502020204030204" pitchFamily="34" charset="0"/>
                        </a:rPr>
                        <a:t>Cybersecurity</a:t>
                      </a:r>
                    </a:p>
                  </a:txBody>
                  <a:tcPr anchor="ctr"/>
                </a:tc>
                <a:extLst>
                  <a:ext uri="{0D108BD9-81ED-4DB2-BD59-A6C34878D82A}">
                    <a16:rowId xmlns:a16="http://schemas.microsoft.com/office/drawing/2014/main" val="3239475507"/>
                  </a:ext>
                </a:extLst>
              </a:tr>
            </a:tbl>
          </a:graphicData>
        </a:graphic>
      </p:graphicFrame>
      <p:sp>
        <p:nvSpPr>
          <p:cNvPr id="5" name="Rectangle 1">
            <a:extLst>
              <a:ext uri="{FF2B5EF4-FFF2-40B4-BE49-F238E27FC236}">
                <a16:creationId xmlns:a16="http://schemas.microsoft.com/office/drawing/2014/main" id="{4E92B5CB-3743-6ACA-9CE9-FF6C0F5437B5}"/>
              </a:ext>
            </a:extLst>
          </p:cNvPr>
          <p:cNvSpPr>
            <a:spLocks noChangeArrowheads="1"/>
          </p:cNvSpPr>
          <p:nvPr/>
        </p:nvSpPr>
        <p:spPr bwMode="auto">
          <a:xfrm>
            <a:off x="0" y="1163116"/>
            <a:ext cx="154959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Example:</a:t>
            </a: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54439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37DE6D5-D724-4105-A242-9A1FEAA793D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F60854-B653-5050-33BC-669168F6AD8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8531C4D-B364-3246-6390-37894F992E99}"/>
              </a:ext>
            </a:extLst>
          </p:cNvPr>
          <p:cNvSpPr>
            <a:spLocks noGrp="1"/>
          </p:cNvSpPr>
          <p:nvPr>
            <p:ph type="sldNum" sz="quarter" idx="4"/>
          </p:nvPr>
        </p:nvSpPr>
        <p:spPr/>
        <p:txBody>
          <a:bodyPr/>
          <a:lstStyle/>
          <a:p>
            <a:fld id="{16A89BA3-132D-40E1-AAB4-CDCD0A14C216}" type="slidenum">
              <a:rPr lang="en-AU" smtClean="0"/>
              <a:pPr/>
              <a:t>26</a:t>
            </a:fld>
            <a:r>
              <a:rPr lang="en-AU"/>
              <a:t>  |</a:t>
            </a:r>
            <a:endParaRPr lang="en-AU" dirty="0"/>
          </a:p>
        </p:txBody>
      </p:sp>
      <p:sp>
        <p:nvSpPr>
          <p:cNvPr id="9" name="Text Placeholder 3">
            <a:extLst>
              <a:ext uri="{FF2B5EF4-FFF2-40B4-BE49-F238E27FC236}">
                <a16:creationId xmlns:a16="http://schemas.microsoft.com/office/drawing/2014/main" id="{2754AB3E-DEEE-30DC-C800-C8432F373890}"/>
              </a:ext>
            </a:extLst>
          </p:cNvPr>
          <p:cNvSpPr>
            <a:spLocks noGrp="1"/>
          </p:cNvSpPr>
          <p:nvPr>
            <p:ph type="body" sz="quarter" idx="16"/>
          </p:nvPr>
        </p:nvSpPr>
        <p:spPr>
          <a:xfrm>
            <a:off x="0" y="0"/>
            <a:ext cx="7849590" cy="451262"/>
          </a:xfrm>
        </p:spPr>
        <p:txBody>
          <a:bodyPr>
            <a:noAutofit/>
          </a:bodyPr>
          <a:lstStyle/>
          <a:p>
            <a:r>
              <a:rPr lang="en-US" sz="3200" dirty="0"/>
              <a:t>What is ?</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BF01D7AE-D440-5A21-74A6-63676709CA10}"/>
              </a:ext>
            </a:extLst>
          </p:cNvPr>
          <p:cNvSpPr txBox="1"/>
          <p:nvPr/>
        </p:nvSpPr>
        <p:spPr>
          <a:xfrm>
            <a:off x="0" y="524152"/>
            <a:ext cx="6674069" cy="4549835"/>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 (Database Management System)</a:t>
            </a:r>
            <a:r>
              <a:rPr lang="en-US" sz="2800" dirty="0">
                <a:latin typeface="Calibri" panose="020F0502020204030204" pitchFamily="34" charset="0"/>
                <a:cs typeface="Calibri" panose="020F0502020204030204" pitchFamily="34" charset="0"/>
              </a:rPr>
              <a:t> is software that manages databases.</a:t>
            </a:r>
          </a:p>
          <a:p>
            <a:pPr>
              <a:lnSpc>
                <a:spcPct val="150000"/>
              </a:lnSpc>
            </a:pPr>
            <a:r>
              <a:rPr lang="en-US" sz="2800" dirty="0">
                <a:latin typeface="Calibri" panose="020F0502020204030204" pitchFamily="34" charset="0"/>
                <a:cs typeface="Calibri" panose="020F0502020204030204" pitchFamily="34" charset="0"/>
              </a:rPr>
              <a:t>Examples: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MySQL</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Oracle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SQL Server</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PostgreSQL</a:t>
            </a:r>
          </a:p>
        </p:txBody>
      </p:sp>
    </p:spTree>
    <p:extLst>
      <p:ext uri="{BB962C8B-B14F-4D97-AF65-F5344CB8AC3E}">
        <p14:creationId xmlns:p14="http://schemas.microsoft.com/office/powerpoint/2010/main" val="130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5A379CA-69DA-0C21-AEAB-5AC248D19B8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E64439C-D93B-2A4D-539C-674EB5E4FF6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B457014-41ED-22B2-6A98-77A815322CC6}"/>
              </a:ext>
            </a:extLst>
          </p:cNvPr>
          <p:cNvSpPr>
            <a:spLocks noGrp="1"/>
          </p:cNvSpPr>
          <p:nvPr>
            <p:ph type="sldNum" sz="quarter" idx="4"/>
          </p:nvPr>
        </p:nvSpPr>
        <p:spPr/>
        <p:txBody>
          <a:bodyPr/>
          <a:lstStyle/>
          <a:p>
            <a:fld id="{16A89BA3-132D-40E1-AAB4-CDCD0A14C216}" type="slidenum">
              <a:rPr lang="en-AU" smtClean="0"/>
              <a:pPr/>
              <a:t>27</a:t>
            </a:fld>
            <a:r>
              <a:rPr lang="en-AU"/>
              <a:t>  |</a:t>
            </a:r>
            <a:endParaRPr lang="en-AU" dirty="0"/>
          </a:p>
        </p:txBody>
      </p:sp>
      <p:sp>
        <p:nvSpPr>
          <p:cNvPr id="9" name="Text Placeholder 3">
            <a:extLst>
              <a:ext uri="{FF2B5EF4-FFF2-40B4-BE49-F238E27FC236}">
                <a16:creationId xmlns:a16="http://schemas.microsoft.com/office/drawing/2014/main" id="{6412C6B1-0237-4EAB-1E19-F7B500EFEA78}"/>
              </a:ext>
            </a:extLst>
          </p:cNvPr>
          <p:cNvSpPr>
            <a:spLocks noGrp="1"/>
          </p:cNvSpPr>
          <p:nvPr>
            <p:ph type="body" sz="quarter" idx="16"/>
          </p:nvPr>
        </p:nvSpPr>
        <p:spPr>
          <a:xfrm>
            <a:off x="0" y="0"/>
            <a:ext cx="7849590" cy="451262"/>
          </a:xfrm>
        </p:spPr>
        <p:txBody>
          <a:bodyPr>
            <a:noAutofit/>
          </a:bodyPr>
          <a:lstStyle/>
          <a:p>
            <a:r>
              <a:rPr lang="en-US" sz="3200" dirty="0"/>
              <a:t>What is ?</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7098B146-725C-261F-C727-EB7190B82374}"/>
              </a:ext>
            </a:extLst>
          </p:cNvPr>
          <p:cNvSpPr txBox="1"/>
          <p:nvPr/>
        </p:nvSpPr>
        <p:spPr>
          <a:xfrm>
            <a:off x="0" y="524152"/>
            <a:ext cx="6674069" cy="3257174"/>
          </a:xfrm>
          <a:prstGeom prst="rect">
            <a:avLst/>
          </a:prstGeom>
          <a:solidFill>
            <a:schemeClr val="bg1"/>
          </a:solid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 allows users to:</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Add data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Delete data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Update data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Search data</a:t>
            </a:r>
          </a:p>
        </p:txBody>
      </p:sp>
    </p:spTree>
    <p:extLst>
      <p:ext uri="{BB962C8B-B14F-4D97-AF65-F5344CB8AC3E}">
        <p14:creationId xmlns:p14="http://schemas.microsoft.com/office/powerpoint/2010/main" val="3650034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05C0947-7D8A-34D7-05A8-629ED11A1B8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0F94673-0439-1531-1FAF-0ECA6B3EAF7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56BFA8D-A00A-DB6C-7C96-6A9CE96F4640}"/>
              </a:ext>
            </a:extLst>
          </p:cNvPr>
          <p:cNvSpPr>
            <a:spLocks noGrp="1"/>
          </p:cNvSpPr>
          <p:nvPr>
            <p:ph type="sldNum" sz="quarter" idx="4"/>
          </p:nvPr>
        </p:nvSpPr>
        <p:spPr/>
        <p:txBody>
          <a:bodyPr/>
          <a:lstStyle/>
          <a:p>
            <a:fld id="{16A89BA3-132D-40E1-AAB4-CDCD0A14C216}" type="slidenum">
              <a:rPr lang="en-AU" smtClean="0"/>
              <a:pPr/>
              <a:t>28</a:t>
            </a:fld>
            <a:r>
              <a:rPr lang="en-AU"/>
              <a:t>  |</a:t>
            </a:r>
            <a:endParaRPr lang="en-AU" dirty="0"/>
          </a:p>
        </p:txBody>
      </p:sp>
      <p:sp>
        <p:nvSpPr>
          <p:cNvPr id="9" name="Text Placeholder 3">
            <a:extLst>
              <a:ext uri="{FF2B5EF4-FFF2-40B4-BE49-F238E27FC236}">
                <a16:creationId xmlns:a16="http://schemas.microsoft.com/office/drawing/2014/main" id="{23E914C6-49B2-CDFF-8533-C8402381D833}"/>
              </a:ext>
            </a:extLst>
          </p:cNvPr>
          <p:cNvSpPr>
            <a:spLocks noGrp="1"/>
          </p:cNvSpPr>
          <p:nvPr>
            <p:ph type="body" sz="quarter" idx="16"/>
          </p:nvPr>
        </p:nvSpPr>
        <p:spPr>
          <a:xfrm>
            <a:off x="0" y="-118754"/>
            <a:ext cx="7849590" cy="843148"/>
          </a:xfrm>
        </p:spPr>
        <p:txBody>
          <a:bodyPr>
            <a:noAutofit/>
          </a:bodyPr>
          <a:lstStyle/>
          <a:p>
            <a:r>
              <a:rPr lang="en-US" sz="3200" dirty="0"/>
              <a:t>Real-World Examples of  Usage</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027A01F-1F0F-8DB3-87C1-B6B3DC16B75C}"/>
              </a:ext>
            </a:extLst>
          </p:cNvPr>
          <p:cNvSpPr txBox="1"/>
          <p:nvPr/>
        </p:nvSpPr>
        <p:spPr>
          <a:xfrm>
            <a:off x="0" y="532461"/>
            <a:ext cx="9144000" cy="6488828"/>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Where Do We Use Databases in Australia?</a:t>
            </a:r>
          </a:p>
          <a:p>
            <a:pPr>
              <a:lnSpc>
                <a:spcPct val="150000"/>
              </a:lnSpc>
            </a:pPr>
            <a:r>
              <a:rPr lang="en-US" sz="2800" b="1" dirty="0">
                <a:latin typeface="Calibri" panose="020F0502020204030204" pitchFamily="34" charset="0"/>
                <a:cs typeface="Calibri" panose="020F0502020204030204" pitchFamily="34" charset="0"/>
              </a:rPr>
              <a:t>Examples:</a:t>
            </a:r>
            <a:endParaRPr lang="en-US" sz="2800" dirty="0">
              <a:latin typeface="Calibri" panose="020F0502020204030204" pitchFamily="34" charset="0"/>
              <a:cs typeface="Calibri" panose="020F0502020204030204" pitchFamily="34" charset="0"/>
            </a:endParaRPr>
          </a:p>
          <a:p>
            <a:pPr marL="914400" lvl="1" indent="-4572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Medicare (MyGov)</a:t>
            </a:r>
            <a:r>
              <a:rPr lang="en-US" sz="2800" dirty="0">
                <a:latin typeface="Calibri" panose="020F0502020204030204" pitchFamily="34" charset="0"/>
                <a:cs typeface="Calibri" panose="020F0502020204030204" pitchFamily="34" charset="0"/>
              </a:rPr>
              <a:t> – Patient info, appointments, prescriptions</a:t>
            </a:r>
          </a:p>
          <a:p>
            <a:pPr marL="914400" lvl="1" indent="-457200">
              <a:lnSpc>
                <a:spcPct val="150000"/>
              </a:lnSpc>
              <a:buFont typeface="Arial" panose="020B0604020202020204" pitchFamily="34" charset="0"/>
              <a:buChar char="•"/>
            </a:pPr>
            <a:r>
              <a:rPr lang="en-US" sz="2800" b="1" dirty="0" err="1">
                <a:latin typeface="Calibri" panose="020F0502020204030204" pitchFamily="34" charset="0"/>
                <a:cs typeface="Calibri" panose="020F0502020204030204" pitchFamily="34" charset="0"/>
              </a:rPr>
              <a:t>MyUni</a:t>
            </a:r>
            <a:r>
              <a:rPr lang="en-US" sz="2800" b="1" dirty="0">
                <a:latin typeface="Calibri" panose="020F0502020204030204" pitchFamily="34" charset="0"/>
                <a:cs typeface="Calibri" panose="020F0502020204030204" pitchFamily="34" charset="0"/>
              </a:rPr>
              <a:t> ACU System</a:t>
            </a:r>
            <a:r>
              <a:rPr lang="en-US" sz="2800" dirty="0">
                <a:latin typeface="Calibri" panose="020F0502020204030204" pitchFamily="34" charset="0"/>
                <a:cs typeface="Calibri" panose="020F0502020204030204" pitchFamily="34" charset="0"/>
              </a:rPr>
              <a:t> – Student records, course enrollments, grades</a:t>
            </a:r>
          </a:p>
          <a:p>
            <a:pPr marL="914400" lvl="1" indent="-4572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Woolworths Rewards</a:t>
            </a:r>
            <a:r>
              <a:rPr lang="en-US" sz="2800" dirty="0">
                <a:latin typeface="Calibri" panose="020F0502020204030204" pitchFamily="34" charset="0"/>
                <a:cs typeface="Calibri" panose="020F0502020204030204" pitchFamily="34" charset="0"/>
              </a:rPr>
              <a:t> – Tracks customer purchases, rewards</a:t>
            </a:r>
          </a:p>
          <a:p>
            <a:pPr marL="914400" lvl="1" indent="-457200">
              <a:lnSpc>
                <a:spcPct val="150000"/>
              </a:lnSpc>
              <a:buFont typeface="Arial" panose="020B0604020202020204" pitchFamily="34" charset="0"/>
              <a:buChar char="•"/>
            </a:pPr>
            <a:r>
              <a:rPr lang="en-US" sz="2800" b="1" dirty="0">
                <a:latin typeface="Calibri" panose="020F0502020204030204" pitchFamily="34" charset="0"/>
                <a:cs typeface="Calibri" panose="020F0502020204030204" pitchFamily="34" charset="0"/>
              </a:rPr>
              <a:t>Centrelink</a:t>
            </a:r>
            <a:r>
              <a:rPr lang="en-US" sz="2800" dirty="0">
                <a:latin typeface="Calibri" panose="020F0502020204030204" pitchFamily="34" charset="0"/>
                <a:cs typeface="Calibri" panose="020F0502020204030204" pitchFamily="34" charset="0"/>
              </a:rPr>
              <a:t> – Client details, payment history, benefit eligibility</a:t>
            </a:r>
          </a:p>
        </p:txBody>
      </p:sp>
    </p:spTree>
    <p:extLst>
      <p:ext uri="{BB962C8B-B14F-4D97-AF65-F5344CB8AC3E}">
        <p14:creationId xmlns:p14="http://schemas.microsoft.com/office/powerpoint/2010/main" val="131676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1000"/>
                                        <p:tgtEl>
                                          <p:spTgt spid="7">
                                            <p:txEl>
                                              <p:pRg st="4" end="4"/>
                                            </p:txEl>
                                          </p:spTgt>
                                        </p:tgtEl>
                                      </p:cBhvr>
                                    </p:animEffect>
                                    <p:anim calcmode="lin" valueType="num">
                                      <p:cBhvr>
                                        <p:cTn id="2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1000"/>
                                        <p:tgtEl>
                                          <p:spTgt spid="7">
                                            <p:txEl>
                                              <p:pRg st="5" end="5"/>
                                            </p:txEl>
                                          </p:spTgt>
                                        </p:tgtEl>
                                      </p:cBhvr>
                                    </p:animEffect>
                                    <p:anim calcmode="lin" valueType="num">
                                      <p:cBhvr>
                                        <p:cTn id="2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6188E15-30EB-00A6-8ACF-03D2D65FF03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43E2365-2286-814A-5289-597B20E5E36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81B2CE7-7D1F-559C-DBDE-FE763CF0D6D0}"/>
              </a:ext>
            </a:extLst>
          </p:cNvPr>
          <p:cNvSpPr>
            <a:spLocks noGrp="1"/>
          </p:cNvSpPr>
          <p:nvPr>
            <p:ph type="sldNum" sz="quarter" idx="4"/>
          </p:nvPr>
        </p:nvSpPr>
        <p:spPr/>
        <p:txBody>
          <a:bodyPr/>
          <a:lstStyle/>
          <a:p>
            <a:fld id="{16A89BA3-132D-40E1-AAB4-CDCD0A14C216}" type="slidenum">
              <a:rPr lang="en-AU" smtClean="0"/>
              <a:pPr/>
              <a:t>29</a:t>
            </a:fld>
            <a:r>
              <a:rPr lang="en-AU"/>
              <a:t>  |</a:t>
            </a:r>
            <a:endParaRPr lang="en-AU" dirty="0"/>
          </a:p>
        </p:txBody>
      </p:sp>
      <p:sp>
        <p:nvSpPr>
          <p:cNvPr id="9" name="Text Placeholder 3">
            <a:extLst>
              <a:ext uri="{FF2B5EF4-FFF2-40B4-BE49-F238E27FC236}">
                <a16:creationId xmlns:a16="http://schemas.microsoft.com/office/drawing/2014/main" id="{524AAC40-8F2B-7CC9-9D0F-B2316CA4F9B7}"/>
              </a:ext>
            </a:extLst>
          </p:cNvPr>
          <p:cNvSpPr>
            <a:spLocks noGrp="1"/>
          </p:cNvSpPr>
          <p:nvPr>
            <p:ph type="body" sz="quarter" idx="16"/>
          </p:nvPr>
        </p:nvSpPr>
        <p:spPr>
          <a:xfrm>
            <a:off x="0" y="-118754"/>
            <a:ext cx="7849590" cy="843148"/>
          </a:xfrm>
        </p:spPr>
        <p:txBody>
          <a:bodyPr>
            <a:noAutofit/>
          </a:bodyPr>
          <a:lstStyle/>
          <a:p>
            <a:r>
              <a:rPr lang="en-US" sz="3200" dirty="0"/>
              <a:t>Real-World Examples of  Usage</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95BAFD1-60B4-5BE7-1311-2380F88774F3}"/>
              </a:ext>
            </a:extLst>
          </p:cNvPr>
          <p:cNvSpPr txBox="1"/>
          <p:nvPr/>
        </p:nvSpPr>
        <p:spPr>
          <a:xfrm>
            <a:off x="0" y="2636555"/>
            <a:ext cx="9144000" cy="1961755"/>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Why It Matters:</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Good database systems = faster services, fewer errors, better decisions.</a:t>
            </a:r>
          </a:p>
        </p:txBody>
      </p:sp>
    </p:spTree>
    <p:extLst>
      <p:ext uri="{BB962C8B-B14F-4D97-AF65-F5344CB8AC3E}">
        <p14:creationId xmlns:p14="http://schemas.microsoft.com/office/powerpoint/2010/main" val="1619682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60FEC73-1D79-D436-523C-B114A5C2860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E52C70D-6D96-B449-A22B-8319DFC00B9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B3ACDCE-2D29-5E6E-6B7C-60D4FA3A6E6C}"/>
              </a:ext>
            </a:extLst>
          </p:cNvPr>
          <p:cNvSpPr>
            <a:spLocks noGrp="1"/>
          </p:cNvSpPr>
          <p:nvPr>
            <p:ph type="sldNum" sz="quarter" idx="4"/>
          </p:nvPr>
        </p:nvSpPr>
        <p:spPr/>
        <p:txBody>
          <a:bodyPr/>
          <a:lstStyle/>
          <a:p>
            <a:fld id="{16A89BA3-132D-40E1-AAB4-CDCD0A14C216}" type="slidenum">
              <a:rPr lang="en-AU" smtClean="0"/>
              <a:pPr/>
              <a:t>30</a:t>
            </a:fld>
            <a:r>
              <a:rPr lang="en-AU"/>
              <a:t>  |</a:t>
            </a:r>
            <a:endParaRPr lang="en-AU" dirty="0"/>
          </a:p>
        </p:txBody>
      </p:sp>
      <p:sp>
        <p:nvSpPr>
          <p:cNvPr id="9" name="Text Placeholder 3">
            <a:extLst>
              <a:ext uri="{FF2B5EF4-FFF2-40B4-BE49-F238E27FC236}">
                <a16:creationId xmlns:a16="http://schemas.microsoft.com/office/drawing/2014/main" id="{F7DD3D57-4EA7-5BB4-8521-F8B7849709DA}"/>
              </a:ext>
            </a:extLst>
          </p:cNvPr>
          <p:cNvSpPr>
            <a:spLocks noGrp="1"/>
          </p:cNvSpPr>
          <p:nvPr>
            <p:ph type="body" sz="quarter" idx="16"/>
          </p:nvPr>
        </p:nvSpPr>
        <p:spPr>
          <a:xfrm>
            <a:off x="0" y="0"/>
            <a:ext cx="7849590" cy="451262"/>
          </a:xfrm>
        </p:spPr>
        <p:txBody>
          <a:bodyPr>
            <a:noAutofit/>
          </a:bodyPr>
          <a:lstStyle/>
          <a:p>
            <a:r>
              <a:rPr lang="en-US" sz="3200" dirty="0">
                <a:latin typeface="Calibri" panose="020F0502020204030204" pitchFamily="34" charset="0"/>
                <a:cs typeface="Calibri" panose="020F0502020204030204" pitchFamily="34" charset="0"/>
              </a:rPr>
              <a:t>Why Use a Database?</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F7D6CE1F-23EF-C8F2-D757-151EF57D3576}"/>
              </a:ext>
            </a:extLst>
          </p:cNvPr>
          <p:cNvSpPr txBox="1"/>
          <p:nvPr/>
        </p:nvSpPr>
        <p:spPr>
          <a:xfrm>
            <a:off x="0" y="524152"/>
            <a:ext cx="6674069" cy="3257174"/>
          </a:xfrm>
          <a:prstGeom prst="rect">
            <a:avLst/>
          </a:prstGeom>
          <a:solidFill>
            <a:schemeClr val="bg1"/>
          </a:solidFill>
        </p:spPr>
        <p:txBody>
          <a:bodyPr wrap="square">
            <a:spAutoFit/>
          </a:bodyPr>
          <a:lstStyle/>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Better organization</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Faster access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Improved security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Backup and recovery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Multi-user access</a:t>
            </a:r>
          </a:p>
        </p:txBody>
      </p:sp>
    </p:spTree>
    <p:extLst>
      <p:ext uri="{BB962C8B-B14F-4D97-AF65-F5344CB8AC3E}">
        <p14:creationId xmlns:p14="http://schemas.microsoft.com/office/powerpoint/2010/main" val="170678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1000"/>
                                        <p:tgtEl>
                                          <p:spTgt spid="13">
                                            <p:txEl>
                                              <p:pRg st="0" end="0"/>
                                            </p:txEl>
                                          </p:spTgt>
                                        </p:tgtEl>
                                      </p:cBhvr>
                                    </p:animEffect>
                                    <p:anim calcmode="lin" valueType="num">
                                      <p:cBhvr>
                                        <p:cTn id="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1000"/>
                                        <p:tgtEl>
                                          <p:spTgt spid="13">
                                            <p:txEl>
                                              <p:pRg st="1" end="1"/>
                                            </p:txEl>
                                          </p:spTgt>
                                        </p:tgtEl>
                                      </p:cBhvr>
                                    </p:animEffect>
                                    <p:anim calcmode="lin" valueType="num">
                                      <p:cBhvr>
                                        <p:cTn id="13"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1000"/>
                                        <p:tgtEl>
                                          <p:spTgt spid="13">
                                            <p:txEl>
                                              <p:pRg st="2" end="2"/>
                                            </p:txEl>
                                          </p:spTgt>
                                        </p:tgtEl>
                                      </p:cBhvr>
                                    </p:animEffect>
                                    <p:anim calcmode="lin" valueType="num">
                                      <p:cBhvr>
                                        <p:cTn id="18"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1000"/>
                                        <p:tgtEl>
                                          <p:spTgt spid="13">
                                            <p:txEl>
                                              <p:pRg st="3" end="3"/>
                                            </p:txEl>
                                          </p:spTgt>
                                        </p:tgtEl>
                                      </p:cBhvr>
                                    </p:animEffect>
                                    <p:anim calcmode="lin" valueType="num">
                                      <p:cBhvr>
                                        <p:cTn id="23" dur="10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1000"/>
                                        <p:tgtEl>
                                          <p:spTgt spid="13">
                                            <p:txEl>
                                              <p:pRg st="4" end="4"/>
                                            </p:txEl>
                                          </p:spTgt>
                                        </p:tgtEl>
                                      </p:cBhvr>
                                    </p:animEffect>
                                    <p:anim calcmode="lin" valueType="num">
                                      <p:cBhvr>
                                        <p:cTn id="28" dur="1000" fill="hold"/>
                                        <p:tgtEl>
                                          <p:spTgt spid="1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7F7F38F-D418-FF84-C240-AFD1FA676E5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451228E-1DCB-3FF4-04F7-CD5B4BF7A75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0853736-6373-52CE-D404-90B57231786E}"/>
              </a:ext>
            </a:extLst>
          </p:cNvPr>
          <p:cNvSpPr>
            <a:spLocks noGrp="1"/>
          </p:cNvSpPr>
          <p:nvPr>
            <p:ph type="sldNum" sz="quarter" idx="4"/>
          </p:nvPr>
        </p:nvSpPr>
        <p:spPr/>
        <p:txBody>
          <a:bodyPr/>
          <a:lstStyle/>
          <a:p>
            <a:fld id="{16A89BA3-132D-40E1-AAB4-CDCD0A14C216}" type="slidenum">
              <a:rPr lang="en-AU" smtClean="0"/>
              <a:pPr/>
              <a:t>31</a:t>
            </a:fld>
            <a:r>
              <a:rPr lang="en-AU"/>
              <a:t>  |</a:t>
            </a:r>
            <a:endParaRPr lang="en-AU" dirty="0"/>
          </a:p>
        </p:txBody>
      </p:sp>
      <p:sp>
        <p:nvSpPr>
          <p:cNvPr id="9" name="Text Placeholder 3">
            <a:extLst>
              <a:ext uri="{FF2B5EF4-FFF2-40B4-BE49-F238E27FC236}">
                <a16:creationId xmlns:a16="http://schemas.microsoft.com/office/drawing/2014/main" id="{B3FB2A63-90A1-1556-B83A-CE1831BAA887}"/>
              </a:ext>
            </a:extLst>
          </p:cNvPr>
          <p:cNvSpPr>
            <a:spLocks noGrp="1"/>
          </p:cNvSpPr>
          <p:nvPr>
            <p:ph type="body" sz="quarter" idx="16"/>
          </p:nvPr>
        </p:nvSpPr>
        <p:spPr>
          <a:xfrm>
            <a:off x="0" y="0"/>
            <a:ext cx="7849590" cy="451262"/>
          </a:xfrm>
        </p:spPr>
        <p:txBody>
          <a:bodyPr>
            <a:noAutofit/>
          </a:bodyPr>
          <a:lstStyle/>
          <a:p>
            <a:r>
              <a:rPr lang="en-US" sz="3200" dirty="0">
                <a:latin typeface="Calibri" panose="020F0502020204030204" pitchFamily="34" charset="0"/>
                <a:cs typeface="Calibri" panose="020F0502020204030204" pitchFamily="34" charset="0"/>
              </a:rPr>
              <a:t>Real-World Examples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7CD37540-84C5-84EA-DB06-13AB6FD50964}"/>
              </a:ext>
            </a:extLst>
          </p:cNvPr>
          <p:cNvSpPr txBox="1"/>
          <p:nvPr/>
        </p:nvSpPr>
        <p:spPr>
          <a:xfrm>
            <a:off x="0" y="524152"/>
            <a:ext cx="6674069" cy="5196166"/>
          </a:xfrm>
          <a:prstGeom prst="rect">
            <a:avLst/>
          </a:prstGeom>
          <a:solidFill>
            <a:schemeClr val="bg1"/>
          </a:solid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Bank system:</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Customer accounts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Transactions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Loans</a:t>
            </a:r>
          </a:p>
          <a:p>
            <a:pPr>
              <a:lnSpc>
                <a:spcPct val="150000"/>
              </a:lnSpc>
            </a:pPr>
            <a:r>
              <a:rPr lang="en-US" sz="2800" dirty="0">
                <a:latin typeface="Calibri" panose="020F0502020204030204" pitchFamily="34" charset="0"/>
                <a:cs typeface="Calibri" panose="020F0502020204030204" pitchFamily="34" charset="0"/>
              </a:rPr>
              <a:t>Hospital system:</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Patient records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Appointments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Prescriptions</a:t>
            </a:r>
          </a:p>
        </p:txBody>
      </p:sp>
    </p:spTree>
    <p:extLst>
      <p:ext uri="{BB962C8B-B14F-4D97-AF65-F5344CB8AC3E}">
        <p14:creationId xmlns:p14="http://schemas.microsoft.com/office/powerpoint/2010/main" val="2769298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E4F943E-B27F-816E-A491-02A164F5E8C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7DF9EF-D6D3-1CC9-AFBE-207FC757308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5412E8B-EB02-F55E-FC49-4A6620D04926}"/>
              </a:ext>
            </a:extLst>
          </p:cNvPr>
          <p:cNvSpPr>
            <a:spLocks noGrp="1"/>
          </p:cNvSpPr>
          <p:nvPr>
            <p:ph type="sldNum" sz="quarter" idx="4"/>
          </p:nvPr>
        </p:nvSpPr>
        <p:spPr/>
        <p:txBody>
          <a:bodyPr/>
          <a:lstStyle/>
          <a:p>
            <a:fld id="{16A89BA3-132D-40E1-AAB4-CDCD0A14C216}" type="slidenum">
              <a:rPr lang="en-AU" smtClean="0"/>
              <a:pPr/>
              <a:t>32</a:t>
            </a:fld>
            <a:r>
              <a:rPr lang="en-AU"/>
              <a:t>  |</a:t>
            </a:r>
            <a:endParaRPr lang="en-AU" dirty="0"/>
          </a:p>
        </p:txBody>
      </p:sp>
      <p:sp>
        <p:nvSpPr>
          <p:cNvPr id="9" name="Text Placeholder 3">
            <a:extLst>
              <a:ext uri="{FF2B5EF4-FFF2-40B4-BE49-F238E27FC236}">
                <a16:creationId xmlns:a16="http://schemas.microsoft.com/office/drawing/2014/main" id="{59E7FB70-E593-D958-CBC0-E8058F7F22C6}"/>
              </a:ext>
            </a:extLst>
          </p:cNvPr>
          <p:cNvSpPr>
            <a:spLocks noGrp="1"/>
          </p:cNvSpPr>
          <p:nvPr>
            <p:ph type="body" sz="quarter" idx="16"/>
          </p:nvPr>
        </p:nvSpPr>
        <p:spPr>
          <a:xfrm>
            <a:off x="0" y="0"/>
            <a:ext cx="7849590" cy="451262"/>
          </a:xfrm>
        </p:spPr>
        <p:txBody>
          <a:bodyPr>
            <a:noAutofit/>
          </a:bodyPr>
          <a:lstStyle/>
          <a:p>
            <a:r>
              <a:rPr lang="en-US" sz="3200" dirty="0">
                <a:latin typeface="Calibri" panose="020F0502020204030204" pitchFamily="34" charset="0"/>
                <a:cs typeface="Calibri" panose="020F0502020204030204" pitchFamily="34" charset="0"/>
              </a:rPr>
              <a:t>Real-World Examples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F59EF029-3EB7-388B-AB70-BCD03F3E9651}"/>
              </a:ext>
            </a:extLst>
          </p:cNvPr>
          <p:cNvSpPr txBox="1"/>
          <p:nvPr/>
        </p:nvSpPr>
        <p:spPr>
          <a:xfrm>
            <a:off x="0" y="524152"/>
            <a:ext cx="6674069" cy="2610843"/>
          </a:xfrm>
          <a:prstGeom prst="rect">
            <a:avLst/>
          </a:prstGeom>
          <a:solidFill>
            <a:schemeClr val="bg1"/>
          </a:solid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E-commerce: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Products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Orders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Payments</a:t>
            </a:r>
          </a:p>
        </p:txBody>
      </p:sp>
    </p:spTree>
    <p:extLst>
      <p:ext uri="{BB962C8B-B14F-4D97-AF65-F5344CB8AC3E}">
        <p14:creationId xmlns:p14="http://schemas.microsoft.com/office/powerpoint/2010/main" val="21826283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DCCF5CE-0332-2E3E-B4B4-8C70F7EBA73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BB1F0C4-E756-6FE2-F626-0E971F67B67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8572E53-BF0D-788F-109D-B12CC3E52E82}"/>
              </a:ext>
            </a:extLst>
          </p:cNvPr>
          <p:cNvSpPr>
            <a:spLocks noGrp="1"/>
          </p:cNvSpPr>
          <p:nvPr>
            <p:ph type="sldNum" sz="quarter" idx="4"/>
          </p:nvPr>
        </p:nvSpPr>
        <p:spPr/>
        <p:txBody>
          <a:bodyPr/>
          <a:lstStyle/>
          <a:p>
            <a:fld id="{16A89BA3-132D-40E1-AAB4-CDCD0A14C216}" type="slidenum">
              <a:rPr lang="en-AU" smtClean="0"/>
              <a:pPr/>
              <a:t>33</a:t>
            </a:fld>
            <a:r>
              <a:rPr lang="en-AU"/>
              <a:t>  |</a:t>
            </a:r>
            <a:endParaRPr lang="en-AU" dirty="0"/>
          </a:p>
        </p:txBody>
      </p:sp>
      <p:sp>
        <p:nvSpPr>
          <p:cNvPr id="9" name="Text Placeholder 3">
            <a:extLst>
              <a:ext uri="{FF2B5EF4-FFF2-40B4-BE49-F238E27FC236}">
                <a16:creationId xmlns:a16="http://schemas.microsoft.com/office/drawing/2014/main" id="{5C3456FD-DCCA-C6F3-D3B0-23CE4ED60E70}"/>
              </a:ext>
            </a:extLst>
          </p:cNvPr>
          <p:cNvSpPr>
            <a:spLocks noGrp="1"/>
          </p:cNvSpPr>
          <p:nvPr>
            <p:ph type="body" sz="quarter" idx="16"/>
          </p:nvPr>
        </p:nvSpPr>
        <p:spPr>
          <a:xfrm>
            <a:off x="0" y="0"/>
            <a:ext cx="7849590" cy="840828"/>
          </a:xfrm>
        </p:spPr>
        <p:txBody>
          <a:bodyPr>
            <a:noAutofit/>
          </a:bodyPr>
          <a:lstStyle/>
          <a:p>
            <a:r>
              <a:rPr lang="en-US" sz="3200" dirty="0">
                <a:latin typeface="Calibri" panose="020F0502020204030204" pitchFamily="34" charset="0"/>
                <a:cs typeface="Calibri" panose="020F0502020204030204" pitchFamily="34" charset="0"/>
              </a:rPr>
              <a:t>Career Paths in Data and Database Management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EC22CF9-A0F2-88C4-1466-06326AC7292E}"/>
              </a:ext>
            </a:extLst>
          </p:cNvPr>
          <p:cNvSpPr txBox="1"/>
          <p:nvPr/>
        </p:nvSpPr>
        <p:spPr>
          <a:xfrm>
            <a:off x="0" y="1154082"/>
            <a:ext cx="6674069" cy="4549835"/>
          </a:xfrm>
          <a:prstGeom prst="rect">
            <a:avLst/>
          </a:prstGeom>
          <a:solidFill>
            <a:schemeClr val="bg1"/>
          </a:solid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There are many careers in this field.</a:t>
            </a:r>
          </a:p>
          <a:p>
            <a:pPr>
              <a:lnSpc>
                <a:spcPct val="150000"/>
              </a:lnSpc>
            </a:pPr>
            <a:r>
              <a:rPr lang="en-US" sz="2800" b="1" dirty="0">
                <a:latin typeface="Calibri" panose="020F0502020204030204" pitchFamily="34" charset="0"/>
                <a:cs typeface="Calibri" panose="020F0502020204030204" pitchFamily="34" charset="0"/>
              </a:rPr>
              <a:t>1. Database Administrator (DBA)</a:t>
            </a:r>
          </a:p>
          <a:p>
            <a:pPr>
              <a:lnSpc>
                <a:spcPct val="150000"/>
              </a:lnSpc>
            </a:pPr>
            <a:r>
              <a:rPr lang="en-US" sz="2800" dirty="0">
                <a:latin typeface="Calibri" panose="020F0502020204030204" pitchFamily="34" charset="0"/>
                <a:cs typeface="Calibri" panose="020F0502020204030204" pitchFamily="34" charset="0"/>
              </a:rPr>
              <a:t>Responsible for:</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Managing databases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Backup and recovery</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Security</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Performance tuning</a:t>
            </a:r>
          </a:p>
        </p:txBody>
      </p:sp>
    </p:spTree>
    <p:extLst>
      <p:ext uri="{BB962C8B-B14F-4D97-AF65-F5344CB8AC3E}">
        <p14:creationId xmlns:p14="http://schemas.microsoft.com/office/powerpoint/2010/main" val="240751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8A76D82-05BD-0A60-83DB-6D9A2272EE0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F67E8B8-88F3-A99A-9F8D-57A79DF8C22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CB3E4DC-C096-8F20-21FA-71C6BD5E493D}"/>
              </a:ext>
            </a:extLst>
          </p:cNvPr>
          <p:cNvSpPr>
            <a:spLocks noGrp="1"/>
          </p:cNvSpPr>
          <p:nvPr>
            <p:ph type="sldNum" sz="quarter" idx="4"/>
          </p:nvPr>
        </p:nvSpPr>
        <p:spPr/>
        <p:txBody>
          <a:bodyPr/>
          <a:lstStyle/>
          <a:p>
            <a:fld id="{16A89BA3-132D-40E1-AAB4-CDCD0A14C216}" type="slidenum">
              <a:rPr lang="en-AU" smtClean="0"/>
              <a:pPr/>
              <a:t>34</a:t>
            </a:fld>
            <a:r>
              <a:rPr lang="en-AU"/>
              <a:t>  |</a:t>
            </a:r>
            <a:endParaRPr lang="en-AU" dirty="0"/>
          </a:p>
        </p:txBody>
      </p:sp>
      <p:sp>
        <p:nvSpPr>
          <p:cNvPr id="9" name="Text Placeholder 3">
            <a:extLst>
              <a:ext uri="{FF2B5EF4-FFF2-40B4-BE49-F238E27FC236}">
                <a16:creationId xmlns:a16="http://schemas.microsoft.com/office/drawing/2014/main" id="{B37E1BFB-64C5-B0CC-1A4F-4410F7E65B31}"/>
              </a:ext>
            </a:extLst>
          </p:cNvPr>
          <p:cNvSpPr>
            <a:spLocks noGrp="1"/>
          </p:cNvSpPr>
          <p:nvPr>
            <p:ph type="body" sz="quarter" idx="16"/>
          </p:nvPr>
        </p:nvSpPr>
        <p:spPr>
          <a:xfrm>
            <a:off x="0" y="0"/>
            <a:ext cx="7849590" cy="840828"/>
          </a:xfrm>
        </p:spPr>
        <p:txBody>
          <a:bodyPr>
            <a:noAutofit/>
          </a:bodyPr>
          <a:lstStyle/>
          <a:p>
            <a:r>
              <a:rPr lang="en-US" sz="3200" dirty="0">
                <a:latin typeface="Calibri" panose="020F0502020204030204" pitchFamily="34" charset="0"/>
                <a:cs typeface="Calibri" panose="020F0502020204030204" pitchFamily="34" charset="0"/>
              </a:rPr>
              <a:t>Career Paths in Data and Database Management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F770C9E-E9DE-A744-DEAC-D16DB3207E58}"/>
              </a:ext>
            </a:extLst>
          </p:cNvPr>
          <p:cNvSpPr txBox="1"/>
          <p:nvPr/>
        </p:nvSpPr>
        <p:spPr>
          <a:xfrm>
            <a:off x="0" y="1154082"/>
            <a:ext cx="6674069" cy="3257174"/>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2. Data Analyst</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Analyzes data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Creates reports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Finds patterns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Helps decision-making</a:t>
            </a:r>
          </a:p>
        </p:txBody>
      </p:sp>
    </p:spTree>
    <p:extLst>
      <p:ext uri="{BB962C8B-B14F-4D97-AF65-F5344CB8AC3E}">
        <p14:creationId xmlns:p14="http://schemas.microsoft.com/office/powerpoint/2010/main" val="5450177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0BD57A2-0215-C52B-BC06-FBCC2DE5363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E0FD32-2C5A-E3E4-44C2-85159C24FF3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907F0D1-13B6-0B1E-137C-2AD50698F7C9}"/>
              </a:ext>
            </a:extLst>
          </p:cNvPr>
          <p:cNvSpPr>
            <a:spLocks noGrp="1"/>
          </p:cNvSpPr>
          <p:nvPr>
            <p:ph type="sldNum" sz="quarter" idx="4"/>
          </p:nvPr>
        </p:nvSpPr>
        <p:spPr/>
        <p:txBody>
          <a:bodyPr/>
          <a:lstStyle/>
          <a:p>
            <a:fld id="{16A89BA3-132D-40E1-AAB4-CDCD0A14C216}" type="slidenum">
              <a:rPr lang="en-AU" smtClean="0"/>
              <a:pPr/>
              <a:t>35</a:t>
            </a:fld>
            <a:r>
              <a:rPr lang="en-AU"/>
              <a:t>  |</a:t>
            </a:r>
            <a:endParaRPr lang="en-AU" dirty="0"/>
          </a:p>
        </p:txBody>
      </p:sp>
      <p:sp>
        <p:nvSpPr>
          <p:cNvPr id="9" name="Text Placeholder 3">
            <a:extLst>
              <a:ext uri="{FF2B5EF4-FFF2-40B4-BE49-F238E27FC236}">
                <a16:creationId xmlns:a16="http://schemas.microsoft.com/office/drawing/2014/main" id="{A6265570-A87B-AD2D-5D13-7AF03EE9FAAD}"/>
              </a:ext>
            </a:extLst>
          </p:cNvPr>
          <p:cNvSpPr>
            <a:spLocks noGrp="1"/>
          </p:cNvSpPr>
          <p:nvPr>
            <p:ph type="body" sz="quarter" idx="16"/>
          </p:nvPr>
        </p:nvSpPr>
        <p:spPr>
          <a:xfrm>
            <a:off x="0" y="0"/>
            <a:ext cx="7849590" cy="840828"/>
          </a:xfrm>
        </p:spPr>
        <p:txBody>
          <a:bodyPr>
            <a:noAutofit/>
          </a:bodyPr>
          <a:lstStyle/>
          <a:p>
            <a:r>
              <a:rPr lang="en-US" sz="3200" dirty="0">
                <a:latin typeface="Calibri" panose="020F0502020204030204" pitchFamily="34" charset="0"/>
                <a:cs typeface="Calibri" panose="020F0502020204030204" pitchFamily="34" charset="0"/>
              </a:rPr>
              <a:t>Career Paths in Data and Database Management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8818C536-54AD-9FE2-3892-BF716AD17979}"/>
              </a:ext>
            </a:extLst>
          </p:cNvPr>
          <p:cNvSpPr txBox="1"/>
          <p:nvPr/>
        </p:nvSpPr>
        <p:spPr>
          <a:xfrm>
            <a:off x="0" y="1154082"/>
            <a:ext cx="6674069" cy="2610843"/>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3. Data Scientist</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Uses statistics and machine learning</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Builds prediction models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Works with big data</a:t>
            </a:r>
          </a:p>
        </p:txBody>
      </p:sp>
    </p:spTree>
    <p:extLst>
      <p:ext uri="{BB962C8B-B14F-4D97-AF65-F5344CB8AC3E}">
        <p14:creationId xmlns:p14="http://schemas.microsoft.com/office/powerpoint/2010/main" val="1322747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80C1EA5-8BF0-F181-246C-280BE28D44C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D23208F-1D1A-3718-8358-B4800F5C2D5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0B213CC-D4D5-601D-AC12-7BACC2C7794E}"/>
              </a:ext>
            </a:extLst>
          </p:cNvPr>
          <p:cNvSpPr>
            <a:spLocks noGrp="1"/>
          </p:cNvSpPr>
          <p:nvPr>
            <p:ph type="sldNum" sz="quarter" idx="4"/>
          </p:nvPr>
        </p:nvSpPr>
        <p:spPr/>
        <p:txBody>
          <a:bodyPr/>
          <a:lstStyle/>
          <a:p>
            <a:fld id="{16A89BA3-132D-40E1-AAB4-CDCD0A14C216}" type="slidenum">
              <a:rPr lang="en-AU" smtClean="0"/>
              <a:pPr/>
              <a:t>36</a:t>
            </a:fld>
            <a:r>
              <a:rPr lang="en-AU"/>
              <a:t>  |</a:t>
            </a:r>
            <a:endParaRPr lang="en-AU" dirty="0"/>
          </a:p>
        </p:txBody>
      </p:sp>
      <p:sp>
        <p:nvSpPr>
          <p:cNvPr id="9" name="Text Placeholder 3">
            <a:extLst>
              <a:ext uri="{FF2B5EF4-FFF2-40B4-BE49-F238E27FC236}">
                <a16:creationId xmlns:a16="http://schemas.microsoft.com/office/drawing/2014/main" id="{0BA043B9-F3EF-557E-CB87-729B38AB64AC}"/>
              </a:ext>
            </a:extLst>
          </p:cNvPr>
          <p:cNvSpPr>
            <a:spLocks noGrp="1"/>
          </p:cNvSpPr>
          <p:nvPr>
            <p:ph type="body" sz="quarter" idx="16"/>
          </p:nvPr>
        </p:nvSpPr>
        <p:spPr>
          <a:xfrm>
            <a:off x="0" y="0"/>
            <a:ext cx="7849590" cy="840828"/>
          </a:xfrm>
        </p:spPr>
        <p:txBody>
          <a:bodyPr>
            <a:noAutofit/>
          </a:bodyPr>
          <a:lstStyle/>
          <a:p>
            <a:r>
              <a:rPr lang="en-US" sz="3200" dirty="0">
                <a:latin typeface="Calibri" panose="020F0502020204030204" pitchFamily="34" charset="0"/>
                <a:cs typeface="Calibri" panose="020F0502020204030204" pitchFamily="34" charset="0"/>
              </a:rPr>
              <a:t>Career Paths in Data and Database Management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237462A-44C2-8A6A-9301-C70F0DB44AA1}"/>
              </a:ext>
            </a:extLst>
          </p:cNvPr>
          <p:cNvSpPr txBox="1"/>
          <p:nvPr/>
        </p:nvSpPr>
        <p:spPr>
          <a:xfrm>
            <a:off x="0" y="1154082"/>
            <a:ext cx="6674069" cy="2610843"/>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4. Database Developer</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Designs databases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Writes SQL queries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Creates stored procedures</a:t>
            </a:r>
          </a:p>
        </p:txBody>
      </p:sp>
    </p:spTree>
    <p:extLst>
      <p:ext uri="{BB962C8B-B14F-4D97-AF65-F5344CB8AC3E}">
        <p14:creationId xmlns:p14="http://schemas.microsoft.com/office/powerpoint/2010/main" val="3467767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3278C78-F31D-FD16-1705-542CD0389EA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9F33EDA-5F71-10C2-2521-1571CC41D36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8E0B4BE-A080-C644-73E6-8FEFE2DC5DED}"/>
              </a:ext>
            </a:extLst>
          </p:cNvPr>
          <p:cNvSpPr>
            <a:spLocks noGrp="1"/>
          </p:cNvSpPr>
          <p:nvPr>
            <p:ph type="sldNum" sz="quarter" idx="4"/>
          </p:nvPr>
        </p:nvSpPr>
        <p:spPr/>
        <p:txBody>
          <a:bodyPr/>
          <a:lstStyle/>
          <a:p>
            <a:fld id="{16A89BA3-132D-40E1-AAB4-CDCD0A14C216}" type="slidenum">
              <a:rPr lang="en-AU" smtClean="0"/>
              <a:pPr/>
              <a:t>37</a:t>
            </a:fld>
            <a:r>
              <a:rPr lang="en-AU"/>
              <a:t>  |</a:t>
            </a:r>
            <a:endParaRPr lang="en-AU" dirty="0"/>
          </a:p>
        </p:txBody>
      </p:sp>
      <p:sp>
        <p:nvSpPr>
          <p:cNvPr id="9" name="Text Placeholder 3">
            <a:extLst>
              <a:ext uri="{FF2B5EF4-FFF2-40B4-BE49-F238E27FC236}">
                <a16:creationId xmlns:a16="http://schemas.microsoft.com/office/drawing/2014/main" id="{4442703C-7AF8-D8F7-53ED-0282578CD5D9}"/>
              </a:ext>
            </a:extLst>
          </p:cNvPr>
          <p:cNvSpPr>
            <a:spLocks noGrp="1"/>
          </p:cNvSpPr>
          <p:nvPr>
            <p:ph type="body" sz="quarter" idx="16"/>
          </p:nvPr>
        </p:nvSpPr>
        <p:spPr>
          <a:xfrm>
            <a:off x="0" y="0"/>
            <a:ext cx="7849590" cy="840828"/>
          </a:xfrm>
        </p:spPr>
        <p:txBody>
          <a:bodyPr>
            <a:noAutofit/>
          </a:bodyPr>
          <a:lstStyle/>
          <a:p>
            <a:r>
              <a:rPr lang="en-US" sz="3200" dirty="0">
                <a:latin typeface="Calibri" panose="020F0502020204030204" pitchFamily="34" charset="0"/>
                <a:cs typeface="Calibri" panose="020F0502020204030204" pitchFamily="34" charset="0"/>
              </a:rPr>
              <a:t>Career Paths in Data and Database Management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9498944-2B46-36A9-626A-728B0223C101}"/>
              </a:ext>
            </a:extLst>
          </p:cNvPr>
          <p:cNvSpPr txBox="1"/>
          <p:nvPr/>
        </p:nvSpPr>
        <p:spPr>
          <a:xfrm>
            <a:off x="0" y="1154082"/>
            <a:ext cx="6674069" cy="2610843"/>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5. Data Engineer</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Builds data pipelines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Manages big data systems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Works with cloud databases</a:t>
            </a:r>
          </a:p>
        </p:txBody>
      </p:sp>
    </p:spTree>
    <p:extLst>
      <p:ext uri="{BB962C8B-B14F-4D97-AF65-F5344CB8AC3E}">
        <p14:creationId xmlns:p14="http://schemas.microsoft.com/office/powerpoint/2010/main" val="1366172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4A16A2E-D968-B5C4-7677-BC025A0801B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541C74-1C77-5285-9127-BC098E24EC4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6777498-7E14-3E36-8A50-ECD147E070F8}"/>
              </a:ext>
            </a:extLst>
          </p:cNvPr>
          <p:cNvSpPr>
            <a:spLocks noGrp="1"/>
          </p:cNvSpPr>
          <p:nvPr>
            <p:ph type="sldNum" sz="quarter" idx="4"/>
          </p:nvPr>
        </p:nvSpPr>
        <p:spPr/>
        <p:txBody>
          <a:bodyPr/>
          <a:lstStyle/>
          <a:p>
            <a:fld id="{16A89BA3-132D-40E1-AAB4-CDCD0A14C216}" type="slidenum">
              <a:rPr lang="en-AU" smtClean="0"/>
              <a:pPr/>
              <a:t>38</a:t>
            </a:fld>
            <a:r>
              <a:rPr lang="en-AU"/>
              <a:t>  |</a:t>
            </a:r>
            <a:endParaRPr lang="en-AU" dirty="0"/>
          </a:p>
        </p:txBody>
      </p:sp>
      <p:sp>
        <p:nvSpPr>
          <p:cNvPr id="9" name="Text Placeholder 3">
            <a:extLst>
              <a:ext uri="{FF2B5EF4-FFF2-40B4-BE49-F238E27FC236}">
                <a16:creationId xmlns:a16="http://schemas.microsoft.com/office/drawing/2014/main" id="{26D76D6D-8B7B-ED0A-A612-5D5CCEF9A4E0}"/>
              </a:ext>
            </a:extLst>
          </p:cNvPr>
          <p:cNvSpPr>
            <a:spLocks noGrp="1"/>
          </p:cNvSpPr>
          <p:nvPr>
            <p:ph type="body" sz="quarter" idx="16"/>
          </p:nvPr>
        </p:nvSpPr>
        <p:spPr>
          <a:xfrm>
            <a:off x="0" y="0"/>
            <a:ext cx="7849590" cy="840828"/>
          </a:xfrm>
        </p:spPr>
        <p:txBody>
          <a:bodyPr>
            <a:noAutofit/>
          </a:bodyPr>
          <a:lstStyle/>
          <a:p>
            <a:r>
              <a:rPr lang="en-US" sz="3200" dirty="0">
                <a:latin typeface="Calibri" panose="020F0502020204030204" pitchFamily="34" charset="0"/>
                <a:cs typeface="Calibri" panose="020F0502020204030204" pitchFamily="34" charset="0"/>
              </a:rPr>
              <a:t>Career Paths in Data and Database Management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840AA4A-77E9-FE04-0389-3F84E8568EA5}"/>
              </a:ext>
            </a:extLst>
          </p:cNvPr>
          <p:cNvSpPr txBox="1"/>
          <p:nvPr/>
        </p:nvSpPr>
        <p:spPr>
          <a:xfrm>
            <a:off x="0" y="1154082"/>
            <a:ext cx="6674069" cy="2610843"/>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6. Business Intelligence (BI) Developer</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Creates dashboards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Visualizes data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Supports management decisions</a:t>
            </a:r>
          </a:p>
        </p:txBody>
      </p:sp>
    </p:spTree>
    <p:extLst>
      <p:ext uri="{BB962C8B-B14F-4D97-AF65-F5344CB8AC3E}">
        <p14:creationId xmlns:p14="http://schemas.microsoft.com/office/powerpoint/2010/main" val="926819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3509D60-015A-4004-EE18-D1793B9675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25547D8-41FA-C0A3-FF6F-897094BE774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5BA8E62-97BD-1C05-F4B7-68742B1C61C1}"/>
              </a:ext>
            </a:extLst>
          </p:cNvPr>
          <p:cNvSpPr>
            <a:spLocks noGrp="1"/>
          </p:cNvSpPr>
          <p:nvPr>
            <p:ph type="sldNum" sz="quarter" idx="4"/>
          </p:nvPr>
        </p:nvSpPr>
        <p:spPr/>
        <p:txBody>
          <a:bodyPr/>
          <a:lstStyle/>
          <a:p>
            <a:fld id="{16A89BA3-132D-40E1-AAB4-CDCD0A14C216}" type="slidenum">
              <a:rPr lang="en-AU" smtClean="0"/>
              <a:pPr/>
              <a:t>39</a:t>
            </a:fld>
            <a:r>
              <a:rPr lang="en-AU"/>
              <a:t>  |</a:t>
            </a:r>
            <a:endParaRPr lang="en-AU" dirty="0"/>
          </a:p>
        </p:txBody>
      </p:sp>
      <p:sp>
        <p:nvSpPr>
          <p:cNvPr id="9" name="Text Placeholder 3">
            <a:extLst>
              <a:ext uri="{FF2B5EF4-FFF2-40B4-BE49-F238E27FC236}">
                <a16:creationId xmlns:a16="http://schemas.microsoft.com/office/drawing/2014/main" id="{189A0459-7A82-5528-87C3-30B6966BE954}"/>
              </a:ext>
            </a:extLst>
          </p:cNvPr>
          <p:cNvSpPr>
            <a:spLocks noGrp="1"/>
          </p:cNvSpPr>
          <p:nvPr>
            <p:ph type="body" sz="quarter" idx="16"/>
          </p:nvPr>
        </p:nvSpPr>
        <p:spPr>
          <a:xfrm>
            <a:off x="0" y="0"/>
            <a:ext cx="7849590" cy="843148"/>
          </a:xfrm>
        </p:spPr>
        <p:txBody>
          <a:bodyPr>
            <a:noAutofit/>
          </a:bodyPr>
          <a:lstStyle/>
          <a:p>
            <a:r>
              <a:rPr lang="en-US" sz="3200" dirty="0">
                <a:latin typeface="Calibri" panose="020F0502020204030204" pitchFamily="34" charset="0"/>
                <a:cs typeface="Calibri" panose="020F0502020204030204" pitchFamily="34" charset="0"/>
              </a:rPr>
              <a:t>Career Paths in Data and Database Management</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C97228F1-6B33-2F4C-DB09-913FB1725DEF}"/>
              </a:ext>
            </a:extLst>
          </p:cNvPr>
          <p:cNvSpPr txBox="1"/>
          <p:nvPr/>
        </p:nvSpPr>
        <p:spPr>
          <a:xfrm>
            <a:off x="0" y="1078726"/>
            <a:ext cx="9144000" cy="4549835"/>
          </a:xfrm>
          <a:prstGeom prst="rect">
            <a:avLst/>
          </a:prstGeom>
          <a:solidFill>
            <a:schemeClr val="bg1"/>
          </a:solid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Analogy:</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If a database is a hospital, the: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DBA = technician</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Analyst = doctor reading reports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Scientist = researcher</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Architect or Data Engineer = engineer designing hospital layout</a:t>
            </a:r>
          </a:p>
        </p:txBody>
      </p:sp>
    </p:spTree>
    <p:extLst>
      <p:ext uri="{BB962C8B-B14F-4D97-AF65-F5344CB8AC3E}">
        <p14:creationId xmlns:p14="http://schemas.microsoft.com/office/powerpoint/2010/main" val="25197653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5823FE9-8558-D85F-BF8F-95D6D9FA8F1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35D9269-4DB6-C186-37E2-0BFEFC913EB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285DAFD-FAFC-7533-2303-1734F64975E9}"/>
              </a:ext>
            </a:extLst>
          </p:cNvPr>
          <p:cNvSpPr>
            <a:spLocks noGrp="1"/>
          </p:cNvSpPr>
          <p:nvPr>
            <p:ph type="sldNum" sz="quarter" idx="4"/>
          </p:nvPr>
        </p:nvSpPr>
        <p:spPr/>
        <p:txBody>
          <a:bodyPr/>
          <a:lstStyle/>
          <a:p>
            <a:fld id="{16A89BA3-132D-40E1-AAB4-CDCD0A14C216}" type="slidenum">
              <a:rPr lang="en-AU" smtClean="0"/>
              <a:pPr/>
              <a:t>40</a:t>
            </a:fld>
            <a:r>
              <a:rPr lang="en-AU"/>
              <a:t>  |</a:t>
            </a:r>
            <a:endParaRPr lang="en-AU" dirty="0"/>
          </a:p>
        </p:txBody>
      </p:sp>
      <p:sp>
        <p:nvSpPr>
          <p:cNvPr id="9" name="Text Placeholder 3">
            <a:extLst>
              <a:ext uri="{FF2B5EF4-FFF2-40B4-BE49-F238E27FC236}">
                <a16:creationId xmlns:a16="http://schemas.microsoft.com/office/drawing/2014/main" id="{69797E28-FBF2-CF87-D3B3-3BF752466B2F}"/>
              </a:ext>
            </a:extLst>
          </p:cNvPr>
          <p:cNvSpPr>
            <a:spLocks noGrp="1"/>
          </p:cNvSpPr>
          <p:nvPr>
            <p:ph type="body" sz="quarter" idx="16"/>
          </p:nvPr>
        </p:nvSpPr>
        <p:spPr>
          <a:xfrm>
            <a:off x="0" y="0"/>
            <a:ext cx="7849590" cy="840828"/>
          </a:xfrm>
        </p:spPr>
        <p:txBody>
          <a:bodyPr>
            <a:noAutofit/>
          </a:bodyPr>
          <a:lstStyle/>
          <a:p>
            <a:r>
              <a:rPr lang="en-US" sz="3200" dirty="0">
                <a:latin typeface="Calibri" panose="020F0502020204030204" pitchFamily="34" charset="0"/>
                <a:cs typeface="Calibri" panose="020F0502020204030204" pitchFamily="34" charset="0"/>
              </a:rPr>
              <a:t>Career Paths in Data and Database Management</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C662DB89-AF85-84E5-C160-54B051099625}"/>
              </a:ext>
            </a:extLst>
          </p:cNvPr>
          <p:cNvSpPr txBox="1"/>
          <p:nvPr/>
        </p:nvSpPr>
        <p:spPr>
          <a:xfrm>
            <a:off x="0" y="1154082"/>
            <a:ext cx="6674069" cy="3903504"/>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Skills Needed</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SQL</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 modeling</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Basic programming</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Analytical thinking</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Problem solving</a:t>
            </a:r>
          </a:p>
        </p:txBody>
      </p:sp>
    </p:spTree>
    <p:extLst>
      <p:ext uri="{BB962C8B-B14F-4D97-AF65-F5344CB8AC3E}">
        <p14:creationId xmlns:p14="http://schemas.microsoft.com/office/powerpoint/2010/main" val="17053106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6E68D5C-FEB1-E811-D823-A88DB35737B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D4E16CA-8E2E-1A41-2E52-C1E38DF749D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F050E75-477A-E213-11B6-A0DCF0812BFF}"/>
              </a:ext>
            </a:extLst>
          </p:cNvPr>
          <p:cNvSpPr>
            <a:spLocks noGrp="1"/>
          </p:cNvSpPr>
          <p:nvPr>
            <p:ph type="sldNum" sz="quarter" idx="4"/>
          </p:nvPr>
        </p:nvSpPr>
        <p:spPr/>
        <p:txBody>
          <a:bodyPr/>
          <a:lstStyle/>
          <a:p>
            <a:fld id="{16A89BA3-132D-40E1-AAB4-CDCD0A14C216}" type="slidenum">
              <a:rPr lang="en-AU" smtClean="0"/>
              <a:pPr/>
              <a:t>41</a:t>
            </a:fld>
            <a:r>
              <a:rPr lang="en-AU"/>
              <a:t>  |</a:t>
            </a:r>
            <a:endParaRPr lang="en-AU" dirty="0"/>
          </a:p>
        </p:txBody>
      </p:sp>
      <p:sp>
        <p:nvSpPr>
          <p:cNvPr id="9" name="Text Placeholder 3">
            <a:extLst>
              <a:ext uri="{FF2B5EF4-FFF2-40B4-BE49-F238E27FC236}">
                <a16:creationId xmlns:a16="http://schemas.microsoft.com/office/drawing/2014/main" id="{C870CF84-4642-EDBE-9D12-0D422FE5B110}"/>
              </a:ext>
            </a:extLst>
          </p:cNvPr>
          <p:cNvSpPr>
            <a:spLocks noGrp="1"/>
          </p:cNvSpPr>
          <p:nvPr>
            <p:ph type="body" sz="quarter" idx="16"/>
          </p:nvPr>
        </p:nvSpPr>
        <p:spPr>
          <a:xfrm>
            <a:off x="0" y="0"/>
            <a:ext cx="7849590" cy="525517"/>
          </a:xfrm>
        </p:spPr>
        <p:txBody>
          <a:bodyPr>
            <a:noAutofit/>
          </a:bodyPr>
          <a:lstStyle/>
          <a:p>
            <a:r>
              <a:rPr lang="en-US" sz="3200" dirty="0">
                <a:latin typeface="Calibri" panose="020F0502020204030204" pitchFamily="34" charset="0"/>
                <a:cs typeface="Calibri" panose="020F0502020204030204" pitchFamily="34" charset="0"/>
              </a:rPr>
              <a:t>Review and Prepare</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9CD71C4F-3EB1-A0D6-1E35-F9350ACFEF04}"/>
              </a:ext>
            </a:extLst>
          </p:cNvPr>
          <p:cNvSpPr txBox="1"/>
          <p:nvPr/>
        </p:nvSpPr>
        <p:spPr>
          <a:xfrm>
            <a:off x="0" y="1154082"/>
            <a:ext cx="9144000" cy="3903504"/>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Key Takeaways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 = raw facts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Information = processed data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Databases store structured data</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 manages databases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Many career opportunities exist in data</a:t>
            </a:r>
          </a:p>
        </p:txBody>
      </p:sp>
    </p:spTree>
    <p:extLst>
      <p:ext uri="{BB962C8B-B14F-4D97-AF65-F5344CB8AC3E}">
        <p14:creationId xmlns:p14="http://schemas.microsoft.com/office/powerpoint/2010/main" val="28161753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977A6A7-79E5-4547-1A36-A345BB4824C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1F1C047-11B3-A640-DC8F-C35039A489E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6F845B9-C4E7-678C-3BA8-A9BC430ED0EB}"/>
              </a:ext>
            </a:extLst>
          </p:cNvPr>
          <p:cNvSpPr>
            <a:spLocks noGrp="1"/>
          </p:cNvSpPr>
          <p:nvPr>
            <p:ph type="sldNum" sz="quarter" idx="4"/>
          </p:nvPr>
        </p:nvSpPr>
        <p:spPr/>
        <p:txBody>
          <a:bodyPr/>
          <a:lstStyle/>
          <a:p>
            <a:fld id="{16A89BA3-132D-40E1-AAB4-CDCD0A14C216}" type="slidenum">
              <a:rPr lang="en-AU" smtClean="0"/>
              <a:pPr/>
              <a:t>42</a:t>
            </a:fld>
            <a:r>
              <a:rPr lang="en-AU"/>
              <a:t>  |</a:t>
            </a:r>
            <a:endParaRPr lang="en-AU" dirty="0"/>
          </a:p>
        </p:txBody>
      </p:sp>
      <p:sp>
        <p:nvSpPr>
          <p:cNvPr id="9" name="Text Placeholder 3">
            <a:extLst>
              <a:ext uri="{FF2B5EF4-FFF2-40B4-BE49-F238E27FC236}">
                <a16:creationId xmlns:a16="http://schemas.microsoft.com/office/drawing/2014/main" id="{EDA96A15-C2AE-53C5-28E6-57E646722398}"/>
              </a:ext>
            </a:extLst>
          </p:cNvPr>
          <p:cNvSpPr>
            <a:spLocks noGrp="1"/>
          </p:cNvSpPr>
          <p:nvPr>
            <p:ph type="body" sz="quarter" idx="16"/>
          </p:nvPr>
        </p:nvSpPr>
        <p:spPr>
          <a:xfrm>
            <a:off x="0" y="0"/>
            <a:ext cx="7849590" cy="525517"/>
          </a:xfrm>
        </p:spPr>
        <p:txBody>
          <a:bodyPr>
            <a:noAutofit/>
          </a:bodyPr>
          <a:lstStyle/>
          <a:p>
            <a:r>
              <a:rPr lang="en-US" sz="3200" dirty="0">
                <a:latin typeface="Calibri" panose="020F0502020204030204" pitchFamily="34" charset="0"/>
                <a:cs typeface="Calibri" panose="020F0502020204030204" pitchFamily="34" charset="0"/>
              </a:rPr>
              <a:t>Discussion Questions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0076469-E3D6-7E1B-E299-AC0CEA9ED864}"/>
              </a:ext>
            </a:extLst>
          </p:cNvPr>
          <p:cNvSpPr txBox="1"/>
          <p:nvPr/>
        </p:nvSpPr>
        <p:spPr>
          <a:xfrm>
            <a:off x="0" y="1154082"/>
            <a:ext cx="9144000" cy="671851"/>
          </a:xfrm>
          <a:prstGeom prst="rect">
            <a:avLst/>
          </a:prstGeom>
          <a:solidFill>
            <a:schemeClr val="bg1"/>
          </a:solidFill>
        </p:spPr>
        <p:txBody>
          <a:bodyPr wrap="square">
            <a:spAutoFit/>
          </a:bodyPr>
          <a:lstStyle/>
          <a:p>
            <a:pPr marL="514350" indent="-514350">
              <a:lnSpc>
                <a:spcPct val="150000"/>
              </a:lnSpc>
              <a:buFont typeface="+mj-lt"/>
              <a:buAutoNum type="arabicPeriod"/>
            </a:pPr>
            <a:r>
              <a:rPr lang="en-US" sz="2800" b="1" dirty="0">
                <a:latin typeface="Calibri" panose="020F0502020204030204" pitchFamily="34" charset="0"/>
                <a:cs typeface="Calibri" panose="020F0502020204030204" pitchFamily="34" charset="0"/>
              </a:rPr>
              <a:t>Why is data important in modern businesses? (</a:t>
            </a:r>
            <a:r>
              <a:rPr lang="en-US" sz="2800" b="1" dirty="0">
                <a:highlight>
                  <a:srgbClr val="00FF00"/>
                </a:highlight>
                <a:latin typeface="Calibri" panose="020F0502020204030204" pitchFamily="34" charset="0"/>
                <a:cs typeface="Calibri" panose="020F0502020204030204" pitchFamily="34" charset="0"/>
              </a:rPr>
              <a:t>1-2 min</a:t>
            </a:r>
            <a:r>
              <a:rPr lang="en-US" sz="2800" b="1"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818487D6-E697-DED6-56BD-AA1DBBE2B2A1}"/>
              </a:ext>
            </a:extLst>
          </p:cNvPr>
          <p:cNvSpPr txBox="1"/>
          <p:nvPr/>
        </p:nvSpPr>
        <p:spPr>
          <a:xfrm>
            <a:off x="0" y="2049517"/>
            <a:ext cx="9144000" cy="3903504"/>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Data helps businesses: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Make better decisions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Understand customers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Increase sales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Reduce costs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Plan for the future</a:t>
            </a:r>
          </a:p>
        </p:txBody>
      </p:sp>
    </p:spTree>
    <p:extLst>
      <p:ext uri="{BB962C8B-B14F-4D97-AF65-F5344CB8AC3E}">
        <p14:creationId xmlns:p14="http://schemas.microsoft.com/office/powerpoint/2010/main" val="391456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6E576E0-5C82-6335-3424-07D2E6B3E48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17ED12-F527-1014-E7AF-84B31FF9B22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AF68B02-68DD-D3FC-9457-87482E67B0B1}"/>
              </a:ext>
            </a:extLst>
          </p:cNvPr>
          <p:cNvSpPr>
            <a:spLocks noGrp="1"/>
          </p:cNvSpPr>
          <p:nvPr>
            <p:ph type="sldNum" sz="quarter" idx="4"/>
          </p:nvPr>
        </p:nvSpPr>
        <p:spPr/>
        <p:txBody>
          <a:bodyPr/>
          <a:lstStyle/>
          <a:p>
            <a:fld id="{16A89BA3-132D-40E1-AAB4-CDCD0A14C216}" type="slidenum">
              <a:rPr lang="en-AU" smtClean="0"/>
              <a:pPr/>
              <a:t>43</a:t>
            </a:fld>
            <a:r>
              <a:rPr lang="en-AU"/>
              <a:t>  |</a:t>
            </a:r>
            <a:endParaRPr lang="en-AU" dirty="0"/>
          </a:p>
        </p:txBody>
      </p:sp>
      <p:sp>
        <p:nvSpPr>
          <p:cNvPr id="9" name="Text Placeholder 3">
            <a:extLst>
              <a:ext uri="{FF2B5EF4-FFF2-40B4-BE49-F238E27FC236}">
                <a16:creationId xmlns:a16="http://schemas.microsoft.com/office/drawing/2014/main" id="{26F416D2-1FB9-616F-39CF-7A5C31D758DD}"/>
              </a:ext>
            </a:extLst>
          </p:cNvPr>
          <p:cNvSpPr>
            <a:spLocks noGrp="1"/>
          </p:cNvSpPr>
          <p:nvPr>
            <p:ph type="body" sz="quarter" idx="16"/>
          </p:nvPr>
        </p:nvSpPr>
        <p:spPr>
          <a:xfrm>
            <a:off x="0" y="0"/>
            <a:ext cx="7849590" cy="525517"/>
          </a:xfrm>
        </p:spPr>
        <p:txBody>
          <a:bodyPr>
            <a:noAutofit/>
          </a:bodyPr>
          <a:lstStyle/>
          <a:p>
            <a:r>
              <a:rPr lang="en-US" sz="3200" dirty="0">
                <a:latin typeface="Calibri" panose="020F0502020204030204" pitchFamily="34" charset="0"/>
                <a:cs typeface="Calibri" panose="020F0502020204030204" pitchFamily="34" charset="0"/>
              </a:rPr>
              <a:t>Discussion Questions</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2AB1BAF-F641-CB9B-E1B3-632E644D6B3D}"/>
              </a:ext>
            </a:extLst>
          </p:cNvPr>
          <p:cNvSpPr txBox="1"/>
          <p:nvPr/>
        </p:nvSpPr>
        <p:spPr>
          <a:xfrm>
            <a:off x="0" y="2123578"/>
            <a:ext cx="9144000" cy="2610843"/>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Example:</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A store checks sales data to see which products sell the most. Then they order more of those products.</a:t>
            </a:r>
          </a:p>
          <a:p>
            <a:pPr>
              <a:lnSpc>
                <a:spcPct val="150000"/>
              </a:lnSpc>
            </a:pPr>
            <a:r>
              <a:rPr lang="en-US" sz="2800" dirty="0">
                <a:latin typeface="Calibri" panose="020F0502020204030204" pitchFamily="34" charset="0"/>
                <a:cs typeface="Calibri" panose="020F0502020204030204" pitchFamily="34" charset="0"/>
              </a:rPr>
              <a:t>Without data, businesses would be guessing.</a:t>
            </a:r>
          </a:p>
        </p:txBody>
      </p:sp>
    </p:spTree>
    <p:extLst>
      <p:ext uri="{BB962C8B-B14F-4D97-AF65-F5344CB8AC3E}">
        <p14:creationId xmlns:p14="http://schemas.microsoft.com/office/powerpoint/2010/main" val="27686573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BEA7A22-BACA-839C-5601-5A6709BBC5A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2AB8C-9C64-B9D6-910A-5B629EE3CB7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96B46EC-BD17-B538-F155-91633153A2CF}"/>
              </a:ext>
            </a:extLst>
          </p:cNvPr>
          <p:cNvSpPr>
            <a:spLocks noGrp="1"/>
          </p:cNvSpPr>
          <p:nvPr>
            <p:ph type="sldNum" sz="quarter" idx="4"/>
          </p:nvPr>
        </p:nvSpPr>
        <p:spPr/>
        <p:txBody>
          <a:bodyPr/>
          <a:lstStyle/>
          <a:p>
            <a:fld id="{16A89BA3-132D-40E1-AAB4-CDCD0A14C216}" type="slidenum">
              <a:rPr lang="en-AU" smtClean="0"/>
              <a:pPr/>
              <a:t>44</a:t>
            </a:fld>
            <a:r>
              <a:rPr lang="en-AU"/>
              <a:t>  |</a:t>
            </a:r>
            <a:endParaRPr lang="en-AU" dirty="0"/>
          </a:p>
        </p:txBody>
      </p:sp>
      <p:sp>
        <p:nvSpPr>
          <p:cNvPr id="9" name="Text Placeholder 3">
            <a:extLst>
              <a:ext uri="{FF2B5EF4-FFF2-40B4-BE49-F238E27FC236}">
                <a16:creationId xmlns:a16="http://schemas.microsoft.com/office/drawing/2014/main" id="{1D743C8C-DEF8-2913-5922-0479373DA8FC}"/>
              </a:ext>
            </a:extLst>
          </p:cNvPr>
          <p:cNvSpPr>
            <a:spLocks noGrp="1"/>
          </p:cNvSpPr>
          <p:nvPr>
            <p:ph type="body" sz="quarter" idx="16"/>
          </p:nvPr>
        </p:nvSpPr>
        <p:spPr>
          <a:xfrm>
            <a:off x="0" y="0"/>
            <a:ext cx="7849590" cy="525517"/>
          </a:xfrm>
        </p:spPr>
        <p:txBody>
          <a:bodyPr>
            <a:noAutofit/>
          </a:bodyPr>
          <a:lstStyle/>
          <a:p>
            <a:r>
              <a:rPr lang="en-US" sz="3200" dirty="0">
                <a:latin typeface="Calibri" panose="020F0502020204030204" pitchFamily="34" charset="0"/>
                <a:cs typeface="Calibri" panose="020F0502020204030204" pitchFamily="34" charset="0"/>
              </a:rPr>
              <a:t>Discussion Questions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10B4B512-53A0-A77A-BBEA-7EAB67090AFC}"/>
              </a:ext>
            </a:extLst>
          </p:cNvPr>
          <p:cNvSpPr txBox="1"/>
          <p:nvPr/>
        </p:nvSpPr>
        <p:spPr>
          <a:xfrm>
            <a:off x="0" y="1154082"/>
            <a:ext cx="9144000" cy="671851"/>
          </a:xfrm>
          <a:prstGeom prst="rect">
            <a:avLst/>
          </a:prstGeom>
          <a:solidFill>
            <a:schemeClr val="bg1"/>
          </a:solidFill>
        </p:spPr>
        <p:txBody>
          <a:bodyPr wrap="square">
            <a:spAutoFit/>
          </a:bodyPr>
          <a:lstStyle/>
          <a:p>
            <a:pPr marL="514350" indent="-514350">
              <a:lnSpc>
                <a:spcPct val="150000"/>
              </a:lnSpc>
              <a:buFont typeface="+mj-lt"/>
              <a:buAutoNum type="arabicPeriod" startAt="2"/>
            </a:pPr>
            <a:r>
              <a:rPr lang="en-US" sz="2800" b="1" dirty="0">
                <a:latin typeface="Calibri" panose="020F0502020204030204" pitchFamily="34" charset="0"/>
                <a:cs typeface="Calibri" panose="020F0502020204030204" pitchFamily="34" charset="0"/>
              </a:rPr>
              <a:t>Why problems can happen without databases? (</a:t>
            </a:r>
            <a:r>
              <a:rPr lang="en-US" sz="2800" b="1" dirty="0">
                <a:highlight>
                  <a:srgbClr val="00FF00"/>
                </a:highlight>
                <a:latin typeface="Calibri" panose="020F0502020204030204" pitchFamily="34" charset="0"/>
                <a:cs typeface="Calibri" panose="020F0502020204030204" pitchFamily="34" charset="0"/>
              </a:rPr>
              <a:t>1-2 min</a:t>
            </a:r>
            <a:r>
              <a:rPr lang="en-US" sz="2800" b="1"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EFE68D12-2438-F697-6F6E-2B465C2F17F9}"/>
              </a:ext>
            </a:extLst>
          </p:cNvPr>
          <p:cNvSpPr txBox="1"/>
          <p:nvPr/>
        </p:nvSpPr>
        <p:spPr>
          <a:xfrm>
            <a:off x="0" y="1960636"/>
            <a:ext cx="9144000" cy="4549835"/>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Without databases: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 can be lost</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Information can be duplicated</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Searching for data is slow</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Mistakes happen easily</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Security is weak</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Reports take longer to prepare</a:t>
            </a:r>
          </a:p>
        </p:txBody>
      </p:sp>
    </p:spTree>
    <p:extLst>
      <p:ext uri="{BB962C8B-B14F-4D97-AF65-F5344CB8AC3E}">
        <p14:creationId xmlns:p14="http://schemas.microsoft.com/office/powerpoint/2010/main" val="155335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97E93E1-1196-05BB-B413-B2F7D90D715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F9E05C7-A509-90A2-3427-61A541362D3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4FFD292-3206-AD40-F2B8-6FF3AD7A9733}"/>
              </a:ext>
            </a:extLst>
          </p:cNvPr>
          <p:cNvSpPr>
            <a:spLocks noGrp="1"/>
          </p:cNvSpPr>
          <p:nvPr>
            <p:ph type="sldNum" sz="quarter" idx="4"/>
          </p:nvPr>
        </p:nvSpPr>
        <p:spPr/>
        <p:txBody>
          <a:bodyPr/>
          <a:lstStyle/>
          <a:p>
            <a:fld id="{16A89BA3-132D-40E1-AAB4-CDCD0A14C216}" type="slidenum">
              <a:rPr lang="en-AU" smtClean="0"/>
              <a:pPr/>
              <a:t>45</a:t>
            </a:fld>
            <a:r>
              <a:rPr lang="en-AU"/>
              <a:t>  |</a:t>
            </a:r>
            <a:endParaRPr lang="en-AU" dirty="0"/>
          </a:p>
        </p:txBody>
      </p:sp>
      <p:sp>
        <p:nvSpPr>
          <p:cNvPr id="9" name="Text Placeholder 3">
            <a:extLst>
              <a:ext uri="{FF2B5EF4-FFF2-40B4-BE49-F238E27FC236}">
                <a16:creationId xmlns:a16="http://schemas.microsoft.com/office/drawing/2014/main" id="{D349A396-BA31-4CA1-6F32-42F32F322464}"/>
              </a:ext>
            </a:extLst>
          </p:cNvPr>
          <p:cNvSpPr>
            <a:spLocks noGrp="1"/>
          </p:cNvSpPr>
          <p:nvPr>
            <p:ph type="body" sz="quarter" idx="16"/>
          </p:nvPr>
        </p:nvSpPr>
        <p:spPr>
          <a:xfrm>
            <a:off x="0" y="0"/>
            <a:ext cx="7849590" cy="525517"/>
          </a:xfrm>
        </p:spPr>
        <p:txBody>
          <a:bodyPr>
            <a:noAutofit/>
          </a:bodyPr>
          <a:lstStyle/>
          <a:p>
            <a:r>
              <a:rPr lang="en-US" sz="3200" dirty="0">
                <a:latin typeface="Calibri" panose="020F0502020204030204" pitchFamily="34" charset="0"/>
                <a:cs typeface="Calibri" panose="020F0502020204030204" pitchFamily="34" charset="0"/>
              </a:rPr>
              <a:t>Discussion Questions</a:t>
            </a:r>
            <a:endParaRPr lang="en-AU" sz="30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7B9AAEF-B156-9FC5-86ED-86B40C5F96F0}"/>
              </a:ext>
            </a:extLst>
          </p:cNvPr>
          <p:cNvSpPr txBox="1"/>
          <p:nvPr/>
        </p:nvSpPr>
        <p:spPr>
          <a:xfrm>
            <a:off x="0" y="2123578"/>
            <a:ext cx="9144000" cy="2610843"/>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Example:</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If a hospital stores patient data in paper files, it may take a long time to find a patient’s record in an emergency.</a:t>
            </a:r>
          </a:p>
          <a:p>
            <a:pPr>
              <a:lnSpc>
                <a:spcPct val="150000"/>
              </a:lnSpc>
              <a:buNone/>
            </a:pPr>
            <a:r>
              <a:rPr lang="en-US" sz="2800" dirty="0">
                <a:latin typeface="Calibri" panose="020F0502020204030204" pitchFamily="34" charset="0"/>
                <a:cs typeface="Calibri" panose="020F0502020204030204" pitchFamily="34" charset="0"/>
              </a:rPr>
              <a:t>Databases keep data organized and easy to access.</a:t>
            </a:r>
          </a:p>
        </p:txBody>
      </p:sp>
    </p:spTree>
    <p:extLst>
      <p:ext uri="{BB962C8B-B14F-4D97-AF65-F5344CB8AC3E}">
        <p14:creationId xmlns:p14="http://schemas.microsoft.com/office/powerpoint/2010/main" val="40065939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C6F7EC1-8D20-753F-2BCD-90EC60224B8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9080D2E-7F69-BF06-5FD4-A20A4AFF768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2EF854A-9AA4-1DB3-10C3-499CB328A4D0}"/>
              </a:ext>
            </a:extLst>
          </p:cNvPr>
          <p:cNvSpPr>
            <a:spLocks noGrp="1"/>
          </p:cNvSpPr>
          <p:nvPr>
            <p:ph type="sldNum" sz="quarter" idx="4"/>
          </p:nvPr>
        </p:nvSpPr>
        <p:spPr/>
        <p:txBody>
          <a:bodyPr/>
          <a:lstStyle/>
          <a:p>
            <a:fld id="{16A89BA3-132D-40E1-AAB4-CDCD0A14C216}" type="slidenum">
              <a:rPr lang="en-AU" smtClean="0"/>
              <a:pPr/>
              <a:t>46</a:t>
            </a:fld>
            <a:r>
              <a:rPr lang="en-AU"/>
              <a:t>  |</a:t>
            </a:r>
            <a:endParaRPr lang="en-AU" dirty="0"/>
          </a:p>
        </p:txBody>
      </p:sp>
      <p:sp>
        <p:nvSpPr>
          <p:cNvPr id="9" name="Text Placeholder 3">
            <a:extLst>
              <a:ext uri="{FF2B5EF4-FFF2-40B4-BE49-F238E27FC236}">
                <a16:creationId xmlns:a16="http://schemas.microsoft.com/office/drawing/2014/main" id="{E57877B0-8C2B-1526-2EEF-922BE2934880}"/>
              </a:ext>
            </a:extLst>
          </p:cNvPr>
          <p:cNvSpPr>
            <a:spLocks noGrp="1"/>
          </p:cNvSpPr>
          <p:nvPr>
            <p:ph type="body" sz="quarter" idx="16"/>
          </p:nvPr>
        </p:nvSpPr>
        <p:spPr>
          <a:xfrm>
            <a:off x="0" y="0"/>
            <a:ext cx="7849590" cy="525517"/>
          </a:xfrm>
        </p:spPr>
        <p:txBody>
          <a:bodyPr>
            <a:noAutofit/>
          </a:bodyPr>
          <a:lstStyle/>
          <a:p>
            <a:r>
              <a:rPr lang="en-US" sz="3200" dirty="0">
                <a:latin typeface="Calibri" panose="020F0502020204030204" pitchFamily="34" charset="0"/>
                <a:cs typeface="Calibri" panose="020F0502020204030204" pitchFamily="34" charset="0"/>
              </a:rPr>
              <a:t>Discussion Questions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8F704232-7172-BF08-8521-6D32AC2BA5A8}"/>
              </a:ext>
            </a:extLst>
          </p:cNvPr>
          <p:cNvSpPr txBox="1"/>
          <p:nvPr/>
        </p:nvSpPr>
        <p:spPr>
          <a:xfrm>
            <a:off x="0" y="1154082"/>
            <a:ext cx="9144000" cy="1318181"/>
          </a:xfrm>
          <a:prstGeom prst="rect">
            <a:avLst/>
          </a:prstGeom>
          <a:solidFill>
            <a:schemeClr val="bg1"/>
          </a:solidFill>
        </p:spPr>
        <p:txBody>
          <a:bodyPr wrap="square">
            <a:spAutoFit/>
          </a:bodyPr>
          <a:lstStyle/>
          <a:p>
            <a:pPr marL="514350" indent="-514350">
              <a:lnSpc>
                <a:spcPct val="150000"/>
              </a:lnSpc>
              <a:buFont typeface="+mj-lt"/>
              <a:buAutoNum type="arabicPeriod" startAt="3"/>
            </a:pPr>
            <a:r>
              <a:rPr lang="en-US" sz="2800" b="1" dirty="0">
                <a:latin typeface="Calibri" panose="020F0502020204030204" pitchFamily="34" charset="0"/>
                <a:cs typeface="Calibri" panose="020F0502020204030204" pitchFamily="34" charset="0"/>
              </a:rPr>
              <a:t>What is the difference between structured and unstructured data? (</a:t>
            </a:r>
            <a:r>
              <a:rPr lang="en-US" sz="2800" b="1" dirty="0">
                <a:highlight>
                  <a:srgbClr val="00FF00"/>
                </a:highlight>
                <a:latin typeface="Calibri" panose="020F0502020204030204" pitchFamily="34" charset="0"/>
                <a:cs typeface="Calibri" panose="020F0502020204030204" pitchFamily="34" charset="0"/>
              </a:rPr>
              <a:t>1-2 min</a:t>
            </a:r>
            <a:r>
              <a:rPr lang="en-US" sz="2800" b="1"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673C94CE-205B-46FA-053C-843BA2F16315}"/>
              </a:ext>
            </a:extLst>
          </p:cNvPr>
          <p:cNvSpPr txBox="1"/>
          <p:nvPr/>
        </p:nvSpPr>
        <p:spPr>
          <a:xfrm>
            <a:off x="0" y="2591256"/>
            <a:ext cx="9144000" cy="2610843"/>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Structured data</a:t>
            </a:r>
            <a:endParaRPr lang="en-US" sz="2800" dirty="0">
              <a:latin typeface="Calibri" panose="020F0502020204030204" pitchFamily="34" charset="0"/>
              <a:cs typeface="Calibri" panose="020F0502020204030204" pitchFamily="34" charset="0"/>
            </a:endParaRP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Organized in tables (rows and columns)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Easy to search and analyze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Example: Student ID, Name, Age in a table</a:t>
            </a:r>
          </a:p>
        </p:txBody>
      </p:sp>
    </p:spTree>
    <p:extLst>
      <p:ext uri="{BB962C8B-B14F-4D97-AF65-F5344CB8AC3E}">
        <p14:creationId xmlns:p14="http://schemas.microsoft.com/office/powerpoint/2010/main" val="58199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41150BE-D08E-A495-DB6A-4724C04AFF6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A718B66-4895-9135-54AC-3CC7C23FFCA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C2EE331-3387-4A46-A947-CE3A5EE77C5E}"/>
              </a:ext>
            </a:extLst>
          </p:cNvPr>
          <p:cNvSpPr>
            <a:spLocks noGrp="1"/>
          </p:cNvSpPr>
          <p:nvPr>
            <p:ph type="sldNum" sz="quarter" idx="4"/>
          </p:nvPr>
        </p:nvSpPr>
        <p:spPr/>
        <p:txBody>
          <a:bodyPr/>
          <a:lstStyle/>
          <a:p>
            <a:fld id="{16A89BA3-132D-40E1-AAB4-CDCD0A14C216}" type="slidenum">
              <a:rPr lang="en-AU" smtClean="0"/>
              <a:pPr/>
              <a:t>47</a:t>
            </a:fld>
            <a:r>
              <a:rPr lang="en-AU"/>
              <a:t>  |</a:t>
            </a:r>
            <a:endParaRPr lang="en-AU" dirty="0"/>
          </a:p>
        </p:txBody>
      </p:sp>
      <p:sp>
        <p:nvSpPr>
          <p:cNvPr id="9" name="Text Placeholder 3">
            <a:extLst>
              <a:ext uri="{FF2B5EF4-FFF2-40B4-BE49-F238E27FC236}">
                <a16:creationId xmlns:a16="http://schemas.microsoft.com/office/drawing/2014/main" id="{C2B75174-032E-AD08-5BF0-CA4F0992EB66}"/>
              </a:ext>
            </a:extLst>
          </p:cNvPr>
          <p:cNvSpPr>
            <a:spLocks noGrp="1"/>
          </p:cNvSpPr>
          <p:nvPr>
            <p:ph type="body" sz="quarter" idx="16"/>
          </p:nvPr>
        </p:nvSpPr>
        <p:spPr>
          <a:xfrm>
            <a:off x="0" y="0"/>
            <a:ext cx="7849590" cy="525517"/>
          </a:xfrm>
        </p:spPr>
        <p:txBody>
          <a:bodyPr>
            <a:noAutofit/>
          </a:bodyPr>
          <a:lstStyle/>
          <a:p>
            <a:r>
              <a:rPr lang="en-US" sz="3200" dirty="0">
                <a:latin typeface="Calibri" panose="020F0502020204030204" pitchFamily="34" charset="0"/>
                <a:cs typeface="Calibri" panose="020F0502020204030204" pitchFamily="34" charset="0"/>
              </a:rPr>
              <a:t>Discussion Questions</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41A60B4-FB50-10E1-BA76-0B41A3EBC467}"/>
              </a:ext>
            </a:extLst>
          </p:cNvPr>
          <p:cNvSpPr txBox="1"/>
          <p:nvPr/>
        </p:nvSpPr>
        <p:spPr>
          <a:xfrm>
            <a:off x="0" y="1098787"/>
            <a:ext cx="9144000" cy="2610843"/>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Unstructured data</a:t>
            </a:r>
            <a:endParaRPr lang="en-US" sz="2800" dirty="0">
              <a:latin typeface="Calibri" panose="020F0502020204030204" pitchFamily="34" charset="0"/>
              <a:cs typeface="Calibri" panose="020F0502020204030204" pitchFamily="34" charset="0"/>
            </a:endParaRP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Not organized in tables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Harder to analyze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Example: Emails, videos, photos, social media posts</a:t>
            </a:r>
          </a:p>
        </p:txBody>
      </p:sp>
      <p:sp>
        <p:nvSpPr>
          <p:cNvPr id="6" name="TextBox 5">
            <a:extLst>
              <a:ext uri="{FF2B5EF4-FFF2-40B4-BE49-F238E27FC236}">
                <a16:creationId xmlns:a16="http://schemas.microsoft.com/office/drawing/2014/main" id="{88A43C5A-2974-A531-78AF-9A6A2C62FCB0}"/>
              </a:ext>
            </a:extLst>
          </p:cNvPr>
          <p:cNvSpPr txBox="1"/>
          <p:nvPr/>
        </p:nvSpPr>
        <p:spPr>
          <a:xfrm>
            <a:off x="0" y="3794701"/>
            <a:ext cx="4650826" cy="1964512"/>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Simple difference:</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Structured = organized</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Unstructured = not organized</a:t>
            </a:r>
          </a:p>
        </p:txBody>
      </p:sp>
    </p:spTree>
    <p:extLst>
      <p:ext uri="{BB962C8B-B14F-4D97-AF65-F5344CB8AC3E}">
        <p14:creationId xmlns:p14="http://schemas.microsoft.com/office/powerpoint/2010/main" val="8759105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0C503C5-6F5A-1C23-66F5-CE7D317243E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00B276-F2B0-BEB7-C525-93D31644CBE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5B57690-F984-2435-FA03-EE02A04EFA7F}"/>
              </a:ext>
            </a:extLst>
          </p:cNvPr>
          <p:cNvSpPr>
            <a:spLocks noGrp="1"/>
          </p:cNvSpPr>
          <p:nvPr>
            <p:ph type="sldNum" sz="quarter" idx="4"/>
          </p:nvPr>
        </p:nvSpPr>
        <p:spPr/>
        <p:txBody>
          <a:bodyPr/>
          <a:lstStyle/>
          <a:p>
            <a:fld id="{16A89BA3-132D-40E1-AAB4-CDCD0A14C216}" type="slidenum">
              <a:rPr lang="en-AU" smtClean="0"/>
              <a:pPr/>
              <a:t>48</a:t>
            </a:fld>
            <a:r>
              <a:rPr lang="en-AU"/>
              <a:t>  |</a:t>
            </a:r>
            <a:endParaRPr lang="en-AU" dirty="0"/>
          </a:p>
        </p:txBody>
      </p:sp>
      <p:sp>
        <p:nvSpPr>
          <p:cNvPr id="9" name="Text Placeholder 3">
            <a:extLst>
              <a:ext uri="{FF2B5EF4-FFF2-40B4-BE49-F238E27FC236}">
                <a16:creationId xmlns:a16="http://schemas.microsoft.com/office/drawing/2014/main" id="{8A7F7BE9-CDB7-5570-5767-8393805EFBA0}"/>
              </a:ext>
            </a:extLst>
          </p:cNvPr>
          <p:cNvSpPr>
            <a:spLocks noGrp="1"/>
          </p:cNvSpPr>
          <p:nvPr>
            <p:ph type="body" sz="quarter" idx="16"/>
          </p:nvPr>
        </p:nvSpPr>
        <p:spPr>
          <a:xfrm>
            <a:off x="0" y="0"/>
            <a:ext cx="7849590" cy="525517"/>
          </a:xfrm>
        </p:spPr>
        <p:txBody>
          <a:bodyPr>
            <a:noAutofit/>
          </a:bodyPr>
          <a:lstStyle/>
          <a:p>
            <a:r>
              <a:rPr lang="en-US" sz="3200" dirty="0">
                <a:latin typeface="Calibri" panose="020F0502020204030204" pitchFamily="34" charset="0"/>
                <a:cs typeface="Calibri" panose="020F0502020204030204" pitchFamily="34" charset="0"/>
              </a:rPr>
              <a:t>Discussion Questions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B57A2DCA-9E9E-2B14-3D46-B75E1110111B}"/>
              </a:ext>
            </a:extLst>
          </p:cNvPr>
          <p:cNvSpPr txBox="1"/>
          <p:nvPr/>
        </p:nvSpPr>
        <p:spPr>
          <a:xfrm>
            <a:off x="0" y="1154082"/>
            <a:ext cx="9144000" cy="671851"/>
          </a:xfrm>
          <a:prstGeom prst="rect">
            <a:avLst/>
          </a:prstGeom>
          <a:solidFill>
            <a:schemeClr val="bg1"/>
          </a:solidFill>
        </p:spPr>
        <p:txBody>
          <a:bodyPr wrap="square">
            <a:spAutoFit/>
          </a:bodyPr>
          <a:lstStyle/>
          <a:p>
            <a:pPr marL="514350" indent="-514350">
              <a:lnSpc>
                <a:spcPct val="150000"/>
              </a:lnSpc>
              <a:buFont typeface="+mj-lt"/>
              <a:buAutoNum type="arabicPeriod" startAt="3"/>
            </a:pPr>
            <a:r>
              <a:rPr lang="en-US" sz="2800" b="1" dirty="0">
                <a:latin typeface="Calibri" panose="020F0502020204030204" pitchFamily="34" charset="0"/>
                <a:cs typeface="Calibri" panose="020F0502020204030204" pitchFamily="34" charset="0"/>
              </a:rPr>
              <a:t>What career interests you most in data? (</a:t>
            </a:r>
            <a:r>
              <a:rPr lang="en-US" sz="2800" b="1" dirty="0">
                <a:highlight>
                  <a:srgbClr val="00FF00"/>
                </a:highlight>
                <a:latin typeface="Calibri" panose="020F0502020204030204" pitchFamily="34" charset="0"/>
                <a:cs typeface="Calibri" panose="020F0502020204030204" pitchFamily="34" charset="0"/>
              </a:rPr>
              <a:t>1-2 min</a:t>
            </a:r>
            <a:r>
              <a:rPr lang="en-US" sz="2800" b="1"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210A9AFF-CCDC-4885-EF32-A24803BA0660}"/>
              </a:ext>
            </a:extLst>
          </p:cNvPr>
          <p:cNvSpPr txBox="1"/>
          <p:nvPr/>
        </p:nvSpPr>
        <p:spPr>
          <a:xfrm>
            <a:off x="0" y="2290022"/>
            <a:ext cx="9144000" cy="3257174"/>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You can answer personally, but here is a sample response:</a:t>
            </a:r>
          </a:p>
          <a:p>
            <a:pPr>
              <a:lnSpc>
                <a:spcPct val="150000"/>
              </a:lnSpc>
            </a:pPr>
            <a:r>
              <a:rPr lang="en-US" sz="2800" dirty="0">
                <a:latin typeface="Calibri" panose="020F0502020204030204" pitchFamily="34" charset="0"/>
                <a:cs typeface="Calibri" panose="020F0502020204030204" pitchFamily="34" charset="0"/>
              </a:rPr>
              <a:t>“I am most interested in becoming a Data Analyst because I like working with numbers and finding patterns. I enjoy solving problems and helping businesses make better decisions.”</a:t>
            </a:r>
          </a:p>
        </p:txBody>
      </p:sp>
      <p:sp>
        <p:nvSpPr>
          <p:cNvPr id="6" name="TextBox 5">
            <a:extLst>
              <a:ext uri="{FF2B5EF4-FFF2-40B4-BE49-F238E27FC236}">
                <a16:creationId xmlns:a16="http://schemas.microsoft.com/office/drawing/2014/main" id="{23A46B03-8436-C896-43DA-E5DC5A928CED}"/>
              </a:ext>
            </a:extLst>
          </p:cNvPr>
          <p:cNvSpPr txBox="1"/>
          <p:nvPr/>
        </p:nvSpPr>
        <p:spPr>
          <a:xfrm>
            <a:off x="15453" y="5626564"/>
            <a:ext cx="8755116" cy="769441"/>
          </a:xfrm>
          <a:prstGeom prst="rect">
            <a:avLst/>
          </a:prstGeom>
          <a:noFill/>
        </p:spPr>
        <p:txBody>
          <a:bodyPr wrap="square">
            <a:spAutoFit/>
          </a:bodyPr>
          <a:lstStyle/>
          <a:p>
            <a:r>
              <a:rPr lang="en-US" sz="2200" dirty="0">
                <a:latin typeface="Calibri" panose="020F0502020204030204" pitchFamily="34" charset="0"/>
                <a:cs typeface="Calibri" panose="020F0502020204030204" pitchFamily="34" charset="0"/>
              </a:rPr>
              <a:t>There is no right or wrong answer — choose a career that matches your interests and strengths.</a:t>
            </a:r>
          </a:p>
        </p:txBody>
      </p:sp>
    </p:spTree>
    <p:extLst>
      <p:ext uri="{BB962C8B-B14F-4D97-AF65-F5344CB8AC3E}">
        <p14:creationId xmlns:p14="http://schemas.microsoft.com/office/powerpoint/2010/main" val="380613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9F10CCF-C416-D972-0D5F-C9BBA67B306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5B6F0EE-A1F1-71B6-CEFC-A11E4365B59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17F3483-FA4C-1924-E239-42C736587551}"/>
              </a:ext>
            </a:extLst>
          </p:cNvPr>
          <p:cNvSpPr>
            <a:spLocks noGrp="1"/>
          </p:cNvSpPr>
          <p:nvPr>
            <p:ph type="sldNum" sz="quarter" idx="4"/>
          </p:nvPr>
        </p:nvSpPr>
        <p:spPr/>
        <p:txBody>
          <a:bodyPr/>
          <a:lstStyle/>
          <a:p>
            <a:fld id="{16A89BA3-132D-40E1-AAB4-CDCD0A14C216}" type="slidenum">
              <a:rPr lang="en-AU" smtClean="0"/>
              <a:pPr/>
              <a:t>49</a:t>
            </a:fld>
            <a:r>
              <a:rPr lang="en-AU"/>
              <a:t>  |</a:t>
            </a:r>
            <a:endParaRPr lang="en-AU" dirty="0"/>
          </a:p>
        </p:txBody>
      </p:sp>
      <p:sp>
        <p:nvSpPr>
          <p:cNvPr id="9" name="Text Placeholder 3">
            <a:extLst>
              <a:ext uri="{FF2B5EF4-FFF2-40B4-BE49-F238E27FC236}">
                <a16:creationId xmlns:a16="http://schemas.microsoft.com/office/drawing/2014/main" id="{5E2A8E8A-F78A-5CDD-8417-2EBE4946CB0C}"/>
              </a:ext>
            </a:extLst>
          </p:cNvPr>
          <p:cNvSpPr>
            <a:spLocks noGrp="1"/>
          </p:cNvSpPr>
          <p:nvPr>
            <p:ph type="body" sz="quarter" idx="16"/>
          </p:nvPr>
        </p:nvSpPr>
        <p:spPr>
          <a:xfrm>
            <a:off x="0" y="0"/>
            <a:ext cx="7849590" cy="510639"/>
          </a:xfrm>
        </p:spPr>
        <p:txBody>
          <a:bodyPr>
            <a:noAutofit/>
          </a:bodyPr>
          <a:lstStyle/>
          <a:p>
            <a:r>
              <a:rPr lang="en-US" sz="3200" dirty="0"/>
              <a:t>Relational Model Overview</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DA89655-1B42-568C-A5F5-1EB8E5465557}"/>
              </a:ext>
            </a:extLst>
          </p:cNvPr>
          <p:cNvSpPr txBox="1"/>
          <p:nvPr/>
        </p:nvSpPr>
        <p:spPr>
          <a:xfrm>
            <a:off x="0" y="1353788"/>
            <a:ext cx="9144000" cy="3257174"/>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Relational Model – Linking Tables Together</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Tables are linked using keys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Avoids duplication – use foreign keys to reference data from other tables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Makes querying, updating, and managing data easier</a:t>
            </a:r>
          </a:p>
        </p:txBody>
      </p:sp>
    </p:spTree>
    <p:extLst>
      <p:ext uri="{BB962C8B-B14F-4D97-AF65-F5344CB8AC3E}">
        <p14:creationId xmlns:p14="http://schemas.microsoft.com/office/powerpoint/2010/main" val="12674021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69CABEC-18C4-0D9A-156A-17AF7961A10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32C7FD2-10F5-D81F-52F9-27EB8C31746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895739E-FA0A-9BBE-6396-2B7CCFFB192B}"/>
              </a:ext>
            </a:extLst>
          </p:cNvPr>
          <p:cNvSpPr>
            <a:spLocks noGrp="1"/>
          </p:cNvSpPr>
          <p:nvPr>
            <p:ph type="sldNum" sz="quarter" idx="4"/>
          </p:nvPr>
        </p:nvSpPr>
        <p:spPr/>
        <p:txBody>
          <a:bodyPr/>
          <a:lstStyle/>
          <a:p>
            <a:fld id="{16A89BA3-132D-40E1-AAB4-CDCD0A14C216}" type="slidenum">
              <a:rPr lang="en-AU" smtClean="0"/>
              <a:pPr/>
              <a:t>50</a:t>
            </a:fld>
            <a:r>
              <a:rPr lang="en-AU"/>
              <a:t>  |</a:t>
            </a:r>
            <a:endParaRPr lang="en-AU" dirty="0"/>
          </a:p>
        </p:txBody>
      </p:sp>
      <p:sp>
        <p:nvSpPr>
          <p:cNvPr id="9" name="Text Placeholder 3">
            <a:extLst>
              <a:ext uri="{FF2B5EF4-FFF2-40B4-BE49-F238E27FC236}">
                <a16:creationId xmlns:a16="http://schemas.microsoft.com/office/drawing/2014/main" id="{537C9263-F41E-81AE-9EF6-F9EEE57249D8}"/>
              </a:ext>
            </a:extLst>
          </p:cNvPr>
          <p:cNvSpPr>
            <a:spLocks noGrp="1"/>
          </p:cNvSpPr>
          <p:nvPr>
            <p:ph type="body" sz="quarter" idx="16"/>
          </p:nvPr>
        </p:nvSpPr>
        <p:spPr>
          <a:xfrm>
            <a:off x="0" y="0"/>
            <a:ext cx="7849590" cy="558140"/>
          </a:xfrm>
        </p:spPr>
        <p:txBody>
          <a:bodyPr>
            <a:noAutofit/>
          </a:bodyPr>
          <a:lstStyle/>
          <a:p>
            <a:r>
              <a:rPr lang="en-US" sz="3200" dirty="0"/>
              <a:t>Relational Model Overview</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1126D16-DD46-E4D4-0FDB-D626A2DDFD35}"/>
              </a:ext>
            </a:extLst>
          </p:cNvPr>
          <p:cNvSpPr txBox="1"/>
          <p:nvPr/>
        </p:nvSpPr>
        <p:spPr>
          <a:xfrm>
            <a:off x="0" y="667974"/>
            <a:ext cx="9144000" cy="5842497"/>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ri" panose="020F0502020204030204" pitchFamily="34" charset="0"/>
                <a:cs typeface="Calibri" panose="020F0502020204030204" pitchFamily="34" charset="0"/>
              </a:rPr>
              <a:t>Analogy:</a:t>
            </a:r>
            <a:br>
              <a:rPr lang="en-US" altLang="en-US" sz="2800" dirty="0">
                <a:latin typeface="Calibri" panose="020F0502020204030204" pitchFamily="34" charset="0"/>
                <a:cs typeface="Calibri" panose="020F0502020204030204" pitchFamily="34" charset="0"/>
              </a:rPr>
            </a:br>
            <a:r>
              <a:rPr lang="en-US" altLang="en-US" sz="2800" dirty="0">
                <a:latin typeface="Calibri" panose="020F0502020204030204" pitchFamily="34" charset="0"/>
                <a:cs typeface="Calibri" panose="020F0502020204030204" pitchFamily="34" charset="0"/>
              </a:rPr>
              <a:t>Like a Myki card linking your name, travel history, and payment info across systems – not stored in one place, but connected.</a:t>
            </a:r>
          </a:p>
          <a:p>
            <a:pPr lvl="0" eaLnBrk="0" fontAlgn="base" hangingPunct="0">
              <a:lnSpc>
                <a:spcPct val="150000"/>
              </a:lnSpc>
              <a:spcBef>
                <a:spcPct val="0"/>
              </a:spcBef>
              <a:spcAft>
                <a:spcPct val="0"/>
              </a:spcAft>
            </a:pPr>
            <a:r>
              <a:rPr lang="en-US" altLang="en-US" sz="2800" dirty="0">
                <a:latin typeface="Calibri" panose="020F0502020204030204" pitchFamily="34" charset="0"/>
                <a:cs typeface="Calibri" panose="020F0502020204030204" pitchFamily="34" charset="0"/>
              </a:rPr>
              <a:t>Example (University):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Students table</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Courses table</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Enrollments table (link between both using Student ID and Course Code)</a:t>
            </a:r>
          </a:p>
        </p:txBody>
      </p:sp>
    </p:spTree>
    <p:extLst>
      <p:ext uri="{BB962C8B-B14F-4D97-AF65-F5344CB8AC3E}">
        <p14:creationId xmlns:p14="http://schemas.microsoft.com/office/powerpoint/2010/main" val="7177896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761B-C40E-2405-0C25-319F27656FC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95B2E57-B517-08AB-3ABF-25AB3D699D1E}"/>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270E23FC-A668-3501-2B22-A4E0F237B491}"/>
              </a:ext>
            </a:extLst>
          </p:cNvPr>
          <p:cNvSpPr>
            <a:spLocks noGrp="1"/>
          </p:cNvSpPr>
          <p:nvPr>
            <p:ph type="body" sz="quarter" idx="16"/>
          </p:nvPr>
        </p:nvSpPr>
        <p:spPr/>
        <p:txBody>
          <a:bodyPr/>
          <a:lstStyle/>
          <a:p>
            <a:endParaRPr lang="en-US"/>
          </a:p>
        </p:txBody>
      </p:sp>
      <p:sp>
        <p:nvSpPr>
          <p:cNvPr id="5" name="Slide Number Placeholder 4">
            <a:extLst>
              <a:ext uri="{FF2B5EF4-FFF2-40B4-BE49-F238E27FC236}">
                <a16:creationId xmlns:a16="http://schemas.microsoft.com/office/drawing/2014/main" id="{2C1ECC7F-C298-8A0E-BE8E-AC464F9B9BED}"/>
              </a:ext>
            </a:extLst>
          </p:cNvPr>
          <p:cNvSpPr>
            <a:spLocks noGrp="1"/>
          </p:cNvSpPr>
          <p:nvPr>
            <p:ph type="sldNum" sz="quarter" idx="4"/>
          </p:nvPr>
        </p:nvSpPr>
        <p:spPr/>
        <p:txBody>
          <a:bodyPr/>
          <a:lstStyle/>
          <a:p>
            <a:fld id="{16A89BA3-132D-40E1-AAB4-CDCD0A14C216}" type="slidenum">
              <a:rPr lang="en-AU" smtClean="0"/>
              <a:pPr/>
              <a:t>51</a:t>
            </a:fld>
            <a:r>
              <a:rPr lang="en-AU"/>
              <a:t>  |</a:t>
            </a:r>
            <a:endParaRPr lang="en-AU" dirty="0"/>
          </a:p>
        </p:txBody>
      </p:sp>
      <p:sp>
        <p:nvSpPr>
          <p:cNvPr id="6" name="Footer Placeholder 5">
            <a:extLst>
              <a:ext uri="{FF2B5EF4-FFF2-40B4-BE49-F238E27FC236}">
                <a16:creationId xmlns:a16="http://schemas.microsoft.com/office/drawing/2014/main" id="{EAAAF76E-6A15-F630-0274-8D672930C2C6}"/>
              </a:ext>
            </a:extLst>
          </p:cNvPr>
          <p:cNvSpPr>
            <a:spLocks noGrp="1"/>
          </p:cNvSpPr>
          <p:nvPr>
            <p:ph type="ftr" sz="quarter" idx="3"/>
          </p:nvPr>
        </p:nvSpPr>
        <p:spPr/>
        <p:txBody>
          <a:bodyPr/>
          <a:lstStyle/>
          <a:p>
            <a:r>
              <a:rPr lang="en-US"/>
              <a:t>Faculty of Business and Law | Peter Faber Business School</a:t>
            </a:r>
            <a:endParaRPr lang="en-US" dirty="0"/>
          </a:p>
        </p:txBody>
      </p:sp>
    </p:spTree>
    <p:extLst>
      <p:ext uri="{BB962C8B-B14F-4D97-AF65-F5344CB8AC3E}">
        <p14:creationId xmlns:p14="http://schemas.microsoft.com/office/powerpoint/2010/main" val="4105968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D324B04-E930-5A18-E576-0FC02EB23C6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6A37A8-E755-89CE-8305-A03C133ACAF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8195F20-81FB-6761-8036-7BE2AEBB7A21}"/>
              </a:ext>
            </a:extLst>
          </p:cNvPr>
          <p:cNvSpPr>
            <a:spLocks noGrp="1"/>
          </p:cNvSpPr>
          <p:nvPr>
            <p:ph type="sldNum" sz="quarter" idx="4"/>
          </p:nvPr>
        </p:nvSpPr>
        <p:spPr/>
        <p:txBody>
          <a:bodyPr/>
          <a:lstStyle/>
          <a:p>
            <a:fld id="{16A89BA3-132D-40E1-AAB4-CDCD0A14C216}" type="slidenum">
              <a:rPr lang="en-AU" smtClean="0"/>
              <a:pPr/>
              <a:t>52</a:t>
            </a:fld>
            <a:r>
              <a:rPr lang="en-AU"/>
              <a:t>  |</a:t>
            </a:r>
            <a:endParaRPr lang="en-AU" dirty="0"/>
          </a:p>
        </p:txBody>
      </p:sp>
      <p:sp>
        <p:nvSpPr>
          <p:cNvPr id="9" name="Text Placeholder 3">
            <a:extLst>
              <a:ext uri="{FF2B5EF4-FFF2-40B4-BE49-F238E27FC236}">
                <a16:creationId xmlns:a16="http://schemas.microsoft.com/office/drawing/2014/main" id="{4CCE4640-2CBD-8DDE-7EB2-BF576262E1B5}"/>
              </a:ext>
            </a:extLst>
          </p:cNvPr>
          <p:cNvSpPr>
            <a:spLocks noGrp="1"/>
          </p:cNvSpPr>
          <p:nvPr>
            <p:ph type="body" sz="quarter" idx="16"/>
          </p:nvPr>
        </p:nvSpPr>
        <p:spPr>
          <a:xfrm>
            <a:off x="0" y="0"/>
            <a:ext cx="7849590" cy="463138"/>
          </a:xfrm>
        </p:spPr>
        <p:txBody>
          <a:bodyPr>
            <a:noAutofit/>
          </a:bodyPr>
          <a:lstStyle/>
          <a:p>
            <a:r>
              <a:rPr lang="en-US" sz="3200" dirty="0"/>
              <a:t>Wrap-Up</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FC02BB5-919D-57A7-0E1C-C50D4F312E99}"/>
              </a:ext>
            </a:extLst>
          </p:cNvPr>
          <p:cNvSpPr txBox="1"/>
          <p:nvPr/>
        </p:nvSpPr>
        <p:spPr>
          <a:xfrm>
            <a:off x="0" y="1078726"/>
            <a:ext cx="9144000" cy="5196166"/>
          </a:xfrm>
          <a:prstGeom prst="rect">
            <a:avLst/>
          </a:prstGeom>
          <a:solidFill>
            <a:schemeClr val="bg1"/>
          </a:solid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Week 1 Wrap-Up: What Have You Learned?</a:t>
            </a:r>
          </a:p>
          <a:p>
            <a:pPr>
              <a:lnSpc>
                <a:spcPct val="150000"/>
              </a:lnSpc>
            </a:pPr>
            <a:r>
              <a:rPr lang="en-US" sz="2800" b="1" dirty="0">
                <a:latin typeface="Calibri" panose="020F0502020204030204" pitchFamily="34" charset="0"/>
                <a:cs typeface="Calibri" panose="020F0502020204030204" pitchFamily="34" charset="0"/>
              </a:rPr>
              <a:t>Quick Recap:</a:t>
            </a:r>
            <a:endParaRPr lang="en-US" sz="2800" dirty="0">
              <a:latin typeface="Calibri" panose="020F0502020204030204" pitchFamily="34" charset="0"/>
              <a:cs typeface="Calibri" panose="020F0502020204030204" pitchFamily="34" charset="0"/>
            </a:endParaRP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 ≠ Information (raw vs processed)</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Databases &gt; file systems for large-scale, reliable storage</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Understand tables, fields, records, keys</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Relational model connects data meaningfully</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 is everywhere – from </a:t>
            </a:r>
            <a:r>
              <a:rPr lang="en-US" sz="2800" dirty="0" err="1">
                <a:latin typeface="Calibri" panose="020F0502020204030204" pitchFamily="34" charset="0"/>
                <a:cs typeface="Calibri" panose="020F0502020204030204" pitchFamily="34" charset="0"/>
              </a:rPr>
              <a:t>uni</a:t>
            </a:r>
            <a:r>
              <a:rPr lang="en-US" sz="2800" dirty="0">
                <a:latin typeface="Calibri" panose="020F0502020204030204" pitchFamily="34" charset="0"/>
                <a:cs typeface="Calibri" panose="020F0502020204030204" pitchFamily="34" charset="0"/>
              </a:rPr>
              <a:t> systems to government</a:t>
            </a:r>
          </a:p>
          <a:p>
            <a:pPr marL="914400" lvl="1"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Many career paths involve working with data</a:t>
            </a:r>
          </a:p>
        </p:txBody>
      </p:sp>
    </p:spTree>
    <p:extLst>
      <p:ext uri="{BB962C8B-B14F-4D97-AF65-F5344CB8AC3E}">
        <p14:creationId xmlns:p14="http://schemas.microsoft.com/office/powerpoint/2010/main" val="19751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1000"/>
                                        <p:tgtEl>
                                          <p:spTgt spid="7">
                                            <p:txEl>
                                              <p:pRg st="4" end="4"/>
                                            </p:txEl>
                                          </p:spTgt>
                                        </p:tgtEl>
                                      </p:cBhvr>
                                    </p:animEffect>
                                    <p:anim calcmode="lin" valueType="num">
                                      <p:cBhvr>
                                        <p:cTn id="2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1000"/>
                                        <p:tgtEl>
                                          <p:spTgt spid="7">
                                            <p:txEl>
                                              <p:pRg st="5" end="5"/>
                                            </p:txEl>
                                          </p:spTgt>
                                        </p:tgtEl>
                                      </p:cBhvr>
                                    </p:animEffect>
                                    <p:anim calcmode="lin" valueType="num">
                                      <p:cBhvr>
                                        <p:cTn id="2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1000"/>
                                        <p:tgtEl>
                                          <p:spTgt spid="7">
                                            <p:txEl>
                                              <p:pRg st="6" end="6"/>
                                            </p:txEl>
                                          </p:spTgt>
                                        </p:tgtEl>
                                      </p:cBhvr>
                                    </p:animEffect>
                                    <p:anim calcmode="lin" valueType="num">
                                      <p:cBhvr>
                                        <p:cTn id="3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fade">
                                      <p:cBhvr>
                                        <p:cTn id="37" dur="1000"/>
                                        <p:tgtEl>
                                          <p:spTgt spid="7">
                                            <p:txEl>
                                              <p:pRg st="7" end="7"/>
                                            </p:txEl>
                                          </p:spTgt>
                                        </p:tgtEl>
                                      </p:cBhvr>
                                    </p:animEffect>
                                    <p:anim calcmode="lin" valueType="num">
                                      <p:cBhvr>
                                        <p:cTn id="38"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697CC2F-023B-90CA-7214-A39ACB57DA6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B38444-4B34-85B4-8E8E-0E65955B3FC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4BFACEC-7BF5-0026-2AC3-719657BF8D3C}"/>
              </a:ext>
            </a:extLst>
          </p:cNvPr>
          <p:cNvSpPr>
            <a:spLocks noGrp="1"/>
          </p:cNvSpPr>
          <p:nvPr>
            <p:ph type="sldNum" sz="quarter" idx="4"/>
          </p:nvPr>
        </p:nvSpPr>
        <p:spPr/>
        <p:txBody>
          <a:bodyPr/>
          <a:lstStyle/>
          <a:p>
            <a:fld id="{16A89BA3-132D-40E1-AAB4-CDCD0A14C216}" type="slidenum">
              <a:rPr lang="en-AU" smtClean="0"/>
              <a:pPr/>
              <a:t>53</a:t>
            </a:fld>
            <a:r>
              <a:rPr lang="en-AU"/>
              <a:t>  |</a:t>
            </a:r>
            <a:endParaRPr lang="en-AU" dirty="0"/>
          </a:p>
        </p:txBody>
      </p:sp>
      <p:sp>
        <p:nvSpPr>
          <p:cNvPr id="9" name="Text Placeholder 3">
            <a:extLst>
              <a:ext uri="{FF2B5EF4-FFF2-40B4-BE49-F238E27FC236}">
                <a16:creationId xmlns:a16="http://schemas.microsoft.com/office/drawing/2014/main" id="{1F6FA9C4-9A8F-2219-4ECC-828BF3F744EB}"/>
              </a:ext>
            </a:extLst>
          </p:cNvPr>
          <p:cNvSpPr>
            <a:spLocks noGrp="1"/>
          </p:cNvSpPr>
          <p:nvPr>
            <p:ph type="body" sz="quarter" idx="16"/>
          </p:nvPr>
        </p:nvSpPr>
        <p:spPr>
          <a:xfrm>
            <a:off x="0" y="0"/>
            <a:ext cx="7849590" cy="463138"/>
          </a:xfrm>
        </p:spPr>
        <p:txBody>
          <a:bodyPr>
            <a:noAutofit/>
          </a:bodyPr>
          <a:lstStyle/>
          <a:p>
            <a:r>
              <a:rPr lang="en-US" sz="3200" dirty="0"/>
              <a:t>Knowledge Check and Tutorial Activity</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BE85B9B-70E5-0112-4B2E-3F4898377BD7}"/>
              </a:ext>
            </a:extLst>
          </p:cNvPr>
          <p:cNvSpPr txBox="1"/>
          <p:nvPr/>
        </p:nvSpPr>
        <p:spPr>
          <a:xfrm>
            <a:off x="0" y="751097"/>
            <a:ext cx="9144000" cy="1964512"/>
          </a:xfrm>
          <a:prstGeom prst="rect">
            <a:avLst/>
          </a:prstGeom>
          <a:solidFill>
            <a:schemeClr val="bg1"/>
          </a:solid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Knowledge Check:</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For each week, you must compete Knowledge check and tutorial activity</a:t>
            </a:r>
          </a:p>
        </p:txBody>
      </p:sp>
      <p:pic>
        <p:nvPicPr>
          <p:cNvPr id="5" name="Picture 4">
            <a:extLst>
              <a:ext uri="{FF2B5EF4-FFF2-40B4-BE49-F238E27FC236}">
                <a16:creationId xmlns:a16="http://schemas.microsoft.com/office/drawing/2014/main" id="{BEDBF9B9-6DB2-DD9D-481A-81EC771A0DBE}"/>
              </a:ext>
            </a:extLst>
          </p:cNvPr>
          <p:cNvPicPr>
            <a:picLocks noChangeAspect="1"/>
          </p:cNvPicPr>
          <p:nvPr/>
        </p:nvPicPr>
        <p:blipFill>
          <a:blip r:embed="rId3"/>
          <a:srcRect t="9285" r="18046" b="6730"/>
          <a:stretch>
            <a:fillRect/>
          </a:stretch>
        </p:blipFill>
        <p:spPr>
          <a:xfrm>
            <a:off x="73572" y="2732689"/>
            <a:ext cx="6767239" cy="3900891"/>
          </a:xfrm>
          <a:prstGeom prst="rect">
            <a:avLst/>
          </a:prstGeom>
        </p:spPr>
      </p:pic>
      <p:sp>
        <p:nvSpPr>
          <p:cNvPr id="6" name="Rectangle: Rounded Corners 5">
            <a:extLst>
              <a:ext uri="{FF2B5EF4-FFF2-40B4-BE49-F238E27FC236}">
                <a16:creationId xmlns:a16="http://schemas.microsoft.com/office/drawing/2014/main" id="{1C51D970-C54D-4979-329C-4C10B7EDBB11}"/>
              </a:ext>
            </a:extLst>
          </p:cNvPr>
          <p:cNvSpPr/>
          <p:nvPr/>
        </p:nvSpPr>
        <p:spPr>
          <a:xfrm>
            <a:off x="1662545" y="3603812"/>
            <a:ext cx="1999945" cy="650348"/>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39470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6246175-B93F-9FC2-3942-469A8286743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BC5F633-9163-1E92-FD1C-FC92618A7CA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A3897D1-6136-7D2A-FD5C-81AD695FF769}"/>
              </a:ext>
            </a:extLst>
          </p:cNvPr>
          <p:cNvSpPr>
            <a:spLocks noGrp="1"/>
          </p:cNvSpPr>
          <p:nvPr>
            <p:ph type="sldNum" sz="quarter" idx="4"/>
          </p:nvPr>
        </p:nvSpPr>
        <p:spPr/>
        <p:txBody>
          <a:bodyPr/>
          <a:lstStyle/>
          <a:p>
            <a:fld id="{16A89BA3-132D-40E1-AAB4-CDCD0A14C216}" type="slidenum">
              <a:rPr lang="en-AU" smtClean="0"/>
              <a:pPr/>
              <a:t>54</a:t>
            </a:fld>
            <a:r>
              <a:rPr lang="en-AU"/>
              <a:t>  |</a:t>
            </a:r>
            <a:endParaRPr lang="en-AU" dirty="0"/>
          </a:p>
        </p:txBody>
      </p:sp>
      <p:sp>
        <p:nvSpPr>
          <p:cNvPr id="9" name="Text Placeholder 3">
            <a:extLst>
              <a:ext uri="{FF2B5EF4-FFF2-40B4-BE49-F238E27FC236}">
                <a16:creationId xmlns:a16="http://schemas.microsoft.com/office/drawing/2014/main" id="{5A40C46E-4B74-59A2-553C-176A7B2F776B}"/>
              </a:ext>
            </a:extLst>
          </p:cNvPr>
          <p:cNvSpPr>
            <a:spLocks noGrp="1"/>
          </p:cNvSpPr>
          <p:nvPr>
            <p:ph type="body" sz="quarter" idx="16"/>
          </p:nvPr>
        </p:nvSpPr>
        <p:spPr>
          <a:xfrm>
            <a:off x="0" y="0"/>
            <a:ext cx="7849590" cy="463138"/>
          </a:xfrm>
        </p:spPr>
        <p:txBody>
          <a:bodyPr>
            <a:noAutofit/>
          </a:bodyPr>
          <a:lstStyle/>
          <a:p>
            <a:r>
              <a:rPr lang="en-US" sz="3200" dirty="0"/>
              <a:t>Week 1 Knowledge Check</a:t>
            </a:r>
            <a:endParaRPr lang="en-AU" sz="3000"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A09251EE-2969-B361-740E-35428BFBFB46}"/>
              </a:ext>
            </a:extLst>
          </p:cNvPr>
          <p:cNvPicPr>
            <a:picLocks noChangeAspect="1"/>
          </p:cNvPicPr>
          <p:nvPr/>
        </p:nvPicPr>
        <p:blipFill>
          <a:blip r:embed="rId3"/>
          <a:srcRect t="8264" r="19081" b="4686"/>
          <a:stretch>
            <a:fillRect/>
          </a:stretch>
        </p:blipFill>
        <p:spPr>
          <a:xfrm>
            <a:off x="-5499" y="1036040"/>
            <a:ext cx="8387255" cy="5075242"/>
          </a:xfrm>
          <a:prstGeom prst="rect">
            <a:avLst/>
          </a:prstGeom>
        </p:spPr>
      </p:pic>
    </p:spTree>
    <p:extLst>
      <p:ext uri="{BB962C8B-B14F-4D97-AF65-F5344CB8AC3E}">
        <p14:creationId xmlns:p14="http://schemas.microsoft.com/office/powerpoint/2010/main" val="2675577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3FF3A03-3D3C-EACB-E0B7-FC86DBC424E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21A5E1F-C2C6-A763-D75E-7A81443F691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9BC5502-B8E4-939C-96A5-7BA4328EDFC3}"/>
              </a:ext>
            </a:extLst>
          </p:cNvPr>
          <p:cNvSpPr>
            <a:spLocks noGrp="1"/>
          </p:cNvSpPr>
          <p:nvPr>
            <p:ph type="sldNum" sz="quarter" idx="4"/>
          </p:nvPr>
        </p:nvSpPr>
        <p:spPr/>
        <p:txBody>
          <a:bodyPr/>
          <a:lstStyle/>
          <a:p>
            <a:fld id="{16A89BA3-132D-40E1-AAB4-CDCD0A14C216}" type="slidenum">
              <a:rPr lang="en-AU" smtClean="0"/>
              <a:pPr/>
              <a:t>55</a:t>
            </a:fld>
            <a:r>
              <a:rPr lang="en-AU"/>
              <a:t>  |</a:t>
            </a:r>
            <a:endParaRPr lang="en-AU" dirty="0"/>
          </a:p>
        </p:txBody>
      </p:sp>
      <p:sp>
        <p:nvSpPr>
          <p:cNvPr id="9" name="Text Placeholder 3">
            <a:extLst>
              <a:ext uri="{FF2B5EF4-FFF2-40B4-BE49-F238E27FC236}">
                <a16:creationId xmlns:a16="http://schemas.microsoft.com/office/drawing/2014/main" id="{B47106F4-F896-2A67-71E7-8E13F8D49E4E}"/>
              </a:ext>
            </a:extLst>
          </p:cNvPr>
          <p:cNvSpPr>
            <a:spLocks noGrp="1"/>
          </p:cNvSpPr>
          <p:nvPr>
            <p:ph type="body" sz="quarter" idx="16"/>
          </p:nvPr>
        </p:nvSpPr>
        <p:spPr>
          <a:xfrm>
            <a:off x="0" y="0"/>
            <a:ext cx="7849590" cy="463138"/>
          </a:xfrm>
        </p:spPr>
        <p:txBody>
          <a:bodyPr>
            <a:noAutofit/>
          </a:bodyPr>
          <a:lstStyle/>
          <a:p>
            <a:r>
              <a:rPr lang="en-US" sz="3200" dirty="0"/>
              <a:t>WEEK 1 TUTORIAL GUIDELINE</a:t>
            </a:r>
            <a:endParaRPr lang="en-AU" sz="3000"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7722D63D-1EF5-CE6D-7B41-DB5A496CC516}"/>
              </a:ext>
            </a:extLst>
          </p:cNvPr>
          <p:cNvPicPr>
            <a:picLocks noChangeAspect="1"/>
          </p:cNvPicPr>
          <p:nvPr/>
        </p:nvPicPr>
        <p:blipFill>
          <a:blip r:embed="rId3"/>
          <a:srcRect l="5456" t="19291" r="1920" b="11991"/>
          <a:stretch>
            <a:fillRect/>
          </a:stretch>
        </p:blipFill>
        <p:spPr>
          <a:xfrm>
            <a:off x="2548" y="1521541"/>
            <a:ext cx="9141452" cy="3814918"/>
          </a:xfrm>
          <a:prstGeom prst="rect">
            <a:avLst/>
          </a:prstGeom>
          <a:ln w="38100">
            <a:solidFill>
              <a:schemeClr val="accent1"/>
            </a:solidFill>
          </a:ln>
        </p:spPr>
      </p:pic>
    </p:spTree>
    <p:extLst>
      <p:ext uri="{BB962C8B-B14F-4D97-AF65-F5344CB8AC3E}">
        <p14:creationId xmlns:p14="http://schemas.microsoft.com/office/powerpoint/2010/main" val="9896001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4C57061-A24F-F80B-246C-1EC620FB45E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1A46CFC-18AF-5CFC-23FE-92F5BE25D71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A632BF0-2627-FB37-27BC-91B275E4C4B2}"/>
              </a:ext>
            </a:extLst>
          </p:cNvPr>
          <p:cNvSpPr>
            <a:spLocks noGrp="1"/>
          </p:cNvSpPr>
          <p:nvPr>
            <p:ph type="sldNum" sz="quarter" idx="4"/>
          </p:nvPr>
        </p:nvSpPr>
        <p:spPr/>
        <p:txBody>
          <a:bodyPr/>
          <a:lstStyle/>
          <a:p>
            <a:fld id="{16A89BA3-132D-40E1-AAB4-CDCD0A14C216}" type="slidenum">
              <a:rPr lang="en-AU" smtClean="0"/>
              <a:pPr/>
              <a:t>56</a:t>
            </a:fld>
            <a:r>
              <a:rPr lang="en-AU"/>
              <a:t>  |</a:t>
            </a:r>
            <a:endParaRPr lang="en-AU" dirty="0"/>
          </a:p>
        </p:txBody>
      </p:sp>
      <p:sp>
        <p:nvSpPr>
          <p:cNvPr id="9" name="Text Placeholder 3">
            <a:extLst>
              <a:ext uri="{FF2B5EF4-FFF2-40B4-BE49-F238E27FC236}">
                <a16:creationId xmlns:a16="http://schemas.microsoft.com/office/drawing/2014/main" id="{80B69C0A-EE7A-AF3D-925B-3009F090BC3E}"/>
              </a:ext>
            </a:extLst>
          </p:cNvPr>
          <p:cNvSpPr>
            <a:spLocks noGrp="1"/>
          </p:cNvSpPr>
          <p:nvPr>
            <p:ph type="body" sz="quarter" idx="16"/>
          </p:nvPr>
        </p:nvSpPr>
        <p:spPr>
          <a:xfrm>
            <a:off x="0" y="0"/>
            <a:ext cx="7849590" cy="463138"/>
          </a:xfrm>
        </p:spPr>
        <p:txBody>
          <a:bodyPr>
            <a:noAutofit/>
          </a:bodyPr>
          <a:lstStyle/>
          <a:p>
            <a:r>
              <a:rPr lang="en-US" sz="3200" dirty="0"/>
              <a:t>WEEK 1 TUTORIAL GUIDELINE</a:t>
            </a:r>
            <a:endParaRPr lang="en-AU" sz="30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13AC2906-1195-D10F-654A-99723D0333AA}"/>
              </a:ext>
            </a:extLst>
          </p:cNvPr>
          <p:cNvPicPr>
            <a:picLocks noChangeAspect="1"/>
          </p:cNvPicPr>
          <p:nvPr/>
        </p:nvPicPr>
        <p:blipFill>
          <a:blip r:embed="rId3"/>
          <a:srcRect r="16960" b="15973"/>
          <a:stretch>
            <a:fillRect/>
          </a:stretch>
        </p:blipFill>
        <p:spPr>
          <a:xfrm>
            <a:off x="0" y="857250"/>
            <a:ext cx="7593178" cy="4321912"/>
          </a:xfrm>
          <a:prstGeom prst="rect">
            <a:avLst/>
          </a:prstGeom>
        </p:spPr>
      </p:pic>
    </p:spTree>
    <p:extLst>
      <p:ext uri="{BB962C8B-B14F-4D97-AF65-F5344CB8AC3E}">
        <p14:creationId xmlns:p14="http://schemas.microsoft.com/office/powerpoint/2010/main" val="28553449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0B90830-65C8-1433-8EE7-A50A4A39883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DDBA555-C199-BCF8-636A-41D6A6EED85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61988E7-88C3-0D89-14DF-815CE01DFD35}"/>
              </a:ext>
            </a:extLst>
          </p:cNvPr>
          <p:cNvSpPr>
            <a:spLocks noGrp="1"/>
          </p:cNvSpPr>
          <p:nvPr>
            <p:ph type="sldNum" sz="quarter" idx="4"/>
          </p:nvPr>
        </p:nvSpPr>
        <p:spPr/>
        <p:txBody>
          <a:bodyPr/>
          <a:lstStyle/>
          <a:p>
            <a:fld id="{16A89BA3-132D-40E1-AAB4-CDCD0A14C216}" type="slidenum">
              <a:rPr lang="en-AU" smtClean="0"/>
              <a:pPr/>
              <a:t>57</a:t>
            </a:fld>
            <a:r>
              <a:rPr lang="en-AU"/>
              <a:t>  |</a:t>
            </a:r>
            <a:endParaRPr lang="en-AU" dirty="0"/>
          </a:p>
        </p:txBody>
      </p:sp>
      <p:sp>
        <p:nvSpPr>
          <p:cNvPr id="9" name="Text Placeholder 3">
            <a:extLst>
              <a:ext uri="{FF2B5EF4-FFF2-40B4-BE49-F238E27FC236}">
                <a16:creationId xmlns:a16="http://schemas.microsoft.com/office/drawing/2014/main" id="{45699D7D-C055-0DD7-1F0E-F43603DC116B}"/>
              </a:ext>
            </a:extLst>
          </p:cNvPr>
          <p:cNvSpPr>
            <a:spLocks noGrp="1"/>
          </p:cNvSpPr>
          <p:nvPr>
            <p:ph type="body" sz="quarter" idx="16"/>
          </p:nvPr>
        </p:nvSpPr>
        <p:spPr>
          <a:xfrm>
            <a:off x="0" y="0"/>
            <a:ext cx="7849590" cy="463138"/>
          </a:xfrm>
        </p:spPr>
        <p:txBody>
          <a:bodyPr>
            <a:noAutofit/>
          </a:bodyPr>
          <a:lstStyle/>
          <a:p>
            <a:r>
              <a:rPr lang="en-US" sz="3200" dirty="0"/>
              <a:t>WEEK 1 TUTORIAL GUIDELINE</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34BEBF3-0E42-6623-74E5-F6F6D42E6398}"/>
              </a:ext>
            </a:extLst>
          </p:cNvPr>
          <p:cNvSpPr txBox="1"/>
          <p:nvPr/>
        </p:nvSpPr>
        <p:spPr>
          <a:xfrm>
            <a:off x="0" y="1755080"/>
            <a:ext cx="9144000" cy="2805063"/>
          </a:xfrm>
          <a:prstGeom prst="rect">
            <a:avLst/>
          </a:prstGeom>
          <a:solidFill>
            <a:schemeClr val="bg1"/>
          </a:solidFill>
        </p:spPr>
        <p:txBody>
          <a:bodyPr wrap="square">
            <a:spAutoFit/>
          </a:bodyPr>
          <a:lstStyle/>
          <a:p>
            <a:pPr marL="320675" eaLnBrk="0" fontAlgn="base" hangingPunct="0">
              <a:lnSpc>
                <a:spcPct val="150000"/>
              </a:lnSpc>
              <a:spcBef>
                <a:spcPct val="0"/>
              </a:spcBef>
              <a:spcAft>
                <a:spcPct val="0"/>
              </a:spcAft>
            </a:pPr>
            <a:r>
              <a:rPr lang="en-US" sz="2400" dirty="0">
                <a:latin typeface="Calibri" panose="020F0502020204030204" pitchFamily="34" charset="0"/>
                <a:cs typeface="Calibri" panose="020F0502020204030204" pitchFamily="34" charset="0"/>
              </a:rPr>
              <a:t>This part is an optional guide created to help you understand and implement the steps from the official </a:t>
            </a:r>
            <a:r>
              <a:rPr lang="en-US" sz="2400" i="1" dirty="0">
                <a:latin typeface="Calibri" panose="020F0502020204030204" pitchFamily="34" charset="0"/>
                <a:cs typeface="Calibri" panose="020F0502020204030204" pitchFamily="34" charset="0"/>
              </a:rPr>
              <a:t>Week 1 – Tutorial</a:t>
            </a:r>
            <a:r>
              <a:rPr lang="en-US" sz="2400" dirty="0">
                <a:latin typeface="Calibri" panose="020F0502020204030204" pitchFamily="34" charset="0"/>
                <a:cs typeface="Calibri" panose="020F0502020204030204" pitchFamily="34" charset="0"/>
              </a:rPr>
              <a:t> instructions. It also includes a step-by-step walkthrough for Question 1. Please ensure you follow the official instructions and assessment on Canvas when completing your tutorial and submitting your work.</a:t>
            </a:r>
            <a:endParaRPr lang="en-US" alt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33341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D833D6B-1F2E-D313-57DC-4D929D81560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7819ED-7208-97EE-F0EE-32E72F35739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18C0979-1AB2-E6E4-87F1-EAD394420BCA}"/>
              </a:ext>
            </a:extLst>
          </p:cNvPr>
          <p:cNvSpPr>
            <a:spLocks noGrp="1"/>
          </p:cNvSpPr>
          <p:nvPr>
            <p:ph type="sldNum" sz="quarter" idx="4"/>
          </p:nvPr>
        </p:nvSpPr>
        <p:spPr/>
        <p:txBody>
          <a:bodyPr/>
          <a:lstStyle/>
          <a:p>
            <a:fld id="{16A89BA3-132D-40E1-AAB4-CDCD0A14C216}" type="slidenum">
              <a:rPr lang="en-AU" smtClean="0"/>
              <a:pPr/>
              <a:t>58</a:t>
            </a:fld>
            <a:r>
              <a:rPr lang="en-AU"/>
              <a:t>  |</a:t>
            </a:r>
            <a:endParaRPr lang="en-AU" dirty="0"/>
          </a:p>
        </p:txBody>
      </p:sp>
      <p:sp>
        <p:nvSpPr>
          <p:cNvPr id="9" name="Text Placeholder 3">
            <a:extLst>
              <a:ext uri="{FF2B5EF4-FFF2-40B4-BE49-F238E27FC236}">
                <a16:creationId xmlns:a16="http://schemas.microsoft.com/office/drawing/2014/main" id="{D58D2C42-9DCB-F9B3-92B0-8653179871B7}"/>
              </a:ext>
            </a:extLst>
          </p:cNvPr>
          <p:cNvSpPr>
            <a:spLocks noGrp="1"/>
          </p:cNvSpPr>
          <p:nvPr>
            <p:ph type="body" sz="quarter" idx="16"/>
          </p:nvPr>
        </p:nvSpPr>
        <p:spPr>
          <a:xfrm>
            <a:off x="0" y="0"/>
            <a:ext cx="7849590" cy="463138"/>
          </a:xfrm>
        </p:spPr>
        <p:txBody>
          <a:bodyPr>
            <a:noAutofit/>
          </a:bodyPr>
          <a:lstStyle/>
          <a:p>
            <a:r>
              <a:rPr lang="en-US" sz="3200" dirty="0"/>
              <a:t>WEEK 1 TUTORIAL GUIDELINE</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1AD40F6-E36F-4674-4EEC-30E1D7648D1F}"/>
              </a:ext>
            </a:extLst>
          </p:cNvPr>
          <p:cNvSpPr txBox="1"/>
          <p:nvPr/>
        </p:nvSpPr>
        <p:spPr>
          <a:xfrm>
            <a:off x="0" y="817469"/>
            <a:ext cx="9144000" cy="5021055"/>
          </a:xfrm>
          <a:prstGeom prst="rect">
            <a:avLst/>
          </a:prstGeom>
          <a:solidFill>
            <a:schemeClr val="bg1"/>
          </a:solidFill>
        </p:spPr>
        <p:txBody>
          <a:bodyPr wrap="square">
            <a:spAutoFit/>
          </a:bodyPr>
          <a:lstStyle/>
          <a:p>
            <a:pPr>
              <a:lnSpc>
                <a:spcPct val="150000"/>
              </a:lnSpc>
            </a:pPr>
            <a:r>
              <a:rPr lang="en-US" sz="2400" dirty="0">
                <a:latin typeface="Calibri" panose="020F0502020204030204" pitchFamily="34" charset="0"/>
                <a:cs typeface="Calibri" panose="020F0502020204030204" pitchFamily="34" charset="0"/>
              </a:rPr>
              <a:t>Instructions:</a:t>
            </a:r>
          </a:p>
          <a:p>
            <a:pPr>
              <a:lnSpc>
                <a:spcPct val="150000"/>
              </a:lnSpc>
            </a:pPr>
            <a:r>
              <a:rPr lang="en-US" sz="2400" dirty="0">
                <a:latin typeface="Calibri" panose="020F0502020204030204" pitchFamily="34" charset="0"/>
                <a:cs typeface="Calibri" panose="020F0502020204030204" pitchFamily="34" charset="0"/>
              </a:rPr>
              <a:t>Goal: Use Figure P1.1 (first image) to answer Questions 1–4.</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Submit your responses in a Word document via Canvas &gt; Module 1 &gt; Tutorial activities submission facility.</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Submission Format: Include:</a:t>
            </a:r>
          </a:p>
          <a:p>
            <a:pPr marL="800100" lvl="1"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Full Name</a:t>
            </a:r>
          </a:p>
          <a:p>
            <a:pPr marL="800100" lvl="1"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Student ID</a:t>
            </a:r>
          </a:p>
          <a:p>
            <a:pPr marL="800100" lvl="1"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Campus</a:t>
            </a:r>
          </a:p>
          <a:p>
            <a:pPr marL="800100" lvl="1"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Answers to Questions 1–4 in full sentences</a:t>
            </a:r>
          </a:p>
        </p:txBody>
      </p:sp>
    </p:spTree>
    <p:extLst>
      <p:ext uri="{BB962C8B-B14F-4D97-AF65-F5344CB8AC3E}">
        <p14:creationId xmlns:p14="http://schemas.microsoft.com/office/powerpoint/2010/main" val="30399582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7E16B68-2C77-C844-5D89-9684AC5D1B4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464A38F-15BC-948B-9C57-95D8AC2EECA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A5BBEA2-FBD7-382D-FF53-72CC0F6EFF3E}"/>
              </a:ext>
            </a:extLst>
          </p:cNvPr>
          <p:cNvSpPr>
            <a:spLocks noGrp="1"/>
          </p:cNvSpPr>
          <p:nvPr>
            <p:ph type="sldNum" sz="quarter" idx="4"/>
          </p:nvPr>
        </p:nvSpPr>
        <p:spPr/>
        <p:txBody>
          <a:bodyPr/>
          <a:lstStyle/>
          <a:p>
            <a:fld id="{16A89BA3-132D-40E1-AAB4-CDCD0A14C216}" type="slidenum">
              <a:rPr lang="en-AU" smtClean="0"/>
              <a:pPr/>
              <a:t>59</a:t>
            </a:fld>
            <a:r>
              <a:rPr lang="en-AU"/>
              <a:t>  |</a:t>
            </a:r>
            <a:endParaRPr lang="en-AU" dirty="0"/>
          </a:p>
        </p:txBody>
      </p:sp>
      <p:sp>
        <p:nvSpPr>
          <p:cNvPr id="9" name="Text Placeholder 3">
            <a:extLst>
              <a:ext uri="{FF2B5EF4-FFF2-40B4-BE49-F238E27FC236}">
                <a16:creationId xmlns:a16="http://schemas.microsoft.com/office/drawing/2014/main" id="{F4B8FF8F-8F0F-70E9-6470-CC0A2D3D656A}"/>
              </a:ext>
            </a:extLst>
          </p:cNvPr>
          <p:cNvSpPr>
            <a:spLocks noGrp="1"/>
          </p:cNvSpPr>
          <p:nvPr>
            <p:ph type="body" sz="quarter" idx="16"/>
          </p:nvPr>
        </p:nvSpPr>
        <p:spPr>
          <a:xfrm>
            <a:off x="0" y="0"/>
            <a:ext cx="7849590" cy="463138"/>
          </a:xfrm>
        </p:spPr>
        <p:txBody>
          <a:bodyPr>
            <a:noAutofit/>
          </a:bodyPr>
          <a:lstStyle/>
          <a:p>
            <a:r>
              <a:rPr lang="en-US" sz="3200" dirty="0"/>
              <a:t>WEEK 1 TUTORIAL GUIDELINE</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217D3A8-9FFA-F5EE-2B50-452456D26C58}"/>
              </a:ext>
            </a:extLst>
          </p:cNvPr>
          <p:cNvSpPr txBox="1"/>
          <p:nvPr/>
        </p:nvSpPr>
        <p:spPr>
          <a:xfrm>
            <a:off x="0" y="1078726"/>
            <a:ext cx="9144000" cy="2610843"/>
          </a:xfrm>
          <a:prstGeom prst="rect">
            <a:avLst/>
          </a:prstGeom>
          <a:solidFill>
            <a:schemeClr val="bg1"/>
          </a:solid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Step-by-Step: Do this</a:t>
            </a:r>
          </a:p>
          <a:p>
            <a:pPr>
              <a:lnSpc>
                <a:spcPct val="150000"/>
              </a:lnSpc>
            </a:pPr>
            <a:r>
              <a:rPr lang="en-US" sz="2800" dirty="0">
                <a:latin typeface="Calibri" panose="020F0502020204030204" pitchFamily="34" charset="0"/>
                <a:cs typeface="Calibri" panose="020F0502020204030204" pitchFamily="34" charset="0"/>
              </a:rPr>
              <a:t>1. Understand the file structure (Figure P1.1)</a:t>
            </a:r>
          </a:p>
          <a:p>
            <a:pPr>
              <a:lnSpc>
                <a:spcPct val="150000"/>
              </a:lnSpc>
            </a:pPr>
            <a:r>
              <a:rPr lang="en-US" sz="2800" dirty="0">
                <a:latin typeface="Calibri" panose="020F0502020204030204" pitchFamily="34" charset="0"/>
                <a:cs typeface="Calibri" panose="020F0502020204030204" pitchFamily="34" charset="0"/>
              </a:rPr>
              <a:t>Open the first image. Each row is a record, and each column is a field (PROJECT_CODE, PROJECT_MANAGER, etc.).</a:t>
            </a:r>
          </a:p>
        </p:txBody>
      </p:sp>
    </p:spTree>
    <p:extLst>
      <p:ext uri="{BB962C8B-B14F-4D97-AF65-F5344CB8AC3E}">
        <p14:creationId xmlns:p14="http://schemas.microsoft.com/office/powerpoint/2010/main" val="22110994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E64E4DB-1C0F-F5E6-48C9-FD51F96C89D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9306135-4EF7-5EBE-FFC1-813CDF4896F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16D2EB4-9823-BC28-69F5-A3D7206E1B31}"/>
              </a:ext>
            </a:extLst>
          </p:cNvPr>
          <p:cNvSpPr>
            <a:spLocks noGrp="1"/>
          </p:cNvSpPr>
          <p:nvPr>
            <p:ph type="sldNum" sz="quarter" idx="4"/>
          </p:nvPr>
        </p:nvSpPr>
        <p:spPr/>
        <p:txBody>
          <a:bodyPr/>
          <a:lstStyle/>
          <a:p>
            <a:fld id="{16A89BA3-132D-40E1-AAB4-CDCD0A14C216}" type="slidenum">
              <a:rPr lang="en-AU" smtClean="0"/>
              <a:pPr/>
              <a:t>60</a:t>
            </a:fld>
            <a:r>
              <a:rPr lang="en-AU"/>
              <a:t>  |</a:t>
            </a:r>
            <a:endParaRPr lang="en-AU" dirty="0"/>
          </a:p>
        </p:txBody>
      </p:sp>
      <p:sp>
        <p:nvSpPr>
          <p:cNvPr id="9" name="Text Placeholder 3">
            <a:extLst>
              <a:ext uri="{FF2B5EF4-FFF2-40B4-BE49-F238E27FC236}">
                <a16:creationId xmlns:a16="http://schemas.microsoft.com/office/drawing/2014/main" id="{CB676F3E-CCF8-A522-70DE-A56CE0C12AA2}"/>
              </a:ext>
            </a:extLst>
          </p:cNvPr>
          <p:cNvSpPr>
            <a:spLocks noGrp="1"/>
          </p:cNvSpPr>
          <p:nvPr>
            <p:ph type="body" sz="quarter" idx="16"/>
          </p:nvPr>
        </p:nvSpPr>
        <p:spPr>
          <a:xfrm>
            <a:off x="0" y="0"/>
            <a:ext cx="7849590" cy="463138"/>
          </a:xfrm>
        </p:spPr>
        <p:txBody>
          <a:bodyPr>
            <a:noAutofit/>
          </a:bodyPr>
          <a:lstStyle/>
          <a:p>
            <a:r>
              <a:rPr lang="en-US" sz="3200" dirty="0"/>
              <a:t>WEEK 1 TUTORIAL GUIDELINE</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9EDDD67-1F93-E66A-4DB7-CB72E7651E71}"/>
              </a:ext>
            </a:extLst>
          </p:cNvPr>
          <p:cNvSpPr txBox="1"/>
          <p:nvPr/>
        </p:nvSpPr>
        <p:spPr>
          <a:xfrm>
            <a:off x="0" y="1078726"/>
            <a:ext cx="9144000" cy="1964512"/>
          </a:xfrm>
          <a:prstGeom prst="rect">
            <a:avLst/>
          </a:prstGeom>
          <a:solidFill>
            <a:schemeClr val="bg1"/>
          </a:solidFill>
        </p:spPr>
        <p:txBody>
          <a:bodyPr wrap="square">
            <a:spAutoFit/>
          </a:bodyPr>
          <a:lstStyle/>
          <a:p>
            <a:pPr lvl="0" eaLnBrk="0" fontAlgn="base" hangingPunct="0">
              <a:lnSpc>
                <a:spcPct val="150000"/>
              </a:lnSpc>
              <a:spcBef>
                <a:spcPct val="0"/>
              </a:spcBef>
              <a:spcAft>
                <a:spcPct val="0"/>
              </a:spcAft>
            </a:pPr>
            <a:r>
              <a:rPr lang="en-US" altLang="en-US" sz="2800" b="1" dirty="0">
                <a:latin typeface="Calibri" panose="020F0502020204030204" pitchFamily="34" charset="0"/>
                <a:cs typeface="Calibri" panose="020F0502020204030204" pitchFamily="34" charset="0"/>
              </a:rPr>
              <a:t>2. Work on Question 1 only:</a:t>
            </a:r>
          </a:p>
          <a:p>
            <a:pPr lvl="0" eaLnBrk="0" fontAlgn="base" hangingPunct="0">
              <a:lnSpc>
                <a:spcPct val="150000"/>
              </a:lnSpc>
              <a:spcBef>
                <a:spcPct val="0"/>
              </a:spcBef>
              <a:spcAft>
                <a:spcPct val="0"/>
              </a:spcAft>
            </a:pPr>
            <a:r>
              <a:rPr lang="en-US" altLang="en-US" sz="2800" b="1" dirty="0">
                <a:latin typeface="Calibri" panose="020F0502020204030204" pitchFamily="34" charset="0"/>
                <a:cs typeface="Calibri" panose="020F0502020204030204" pitchFamily="34" charset="0"/>
              </a:rPr>
              <a:t>Q1. How many records does the file contain? How many fields are there per record?</a:t>
            </a:r>
            <a:endParaRPr lang="en-US" alt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83244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9502D56-3AA5-609F-4D05-A41DB7DE239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89BCFB-36D2-E2DE-8821-E7ACD1D2773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3D29AA3-F4B2-C9AE-82C5-EFCF3F0697EE}"/>
              </a:ext>
            </a:extLst>
          </p:cNvPr>
          <p:cNvSpPr>
            <a:spLocks noGrp="1"/>
          </p:cNvSpPr>
          <p:nvPr>
            <p:ph type="sldNum" sz="quarter" idx="4"/>
          </p:nvPr>
        </p:nvSpPr>
        <p:spPr/>
        <p:txBody>
          <a:bodyPr/>
          <a:lstStyle/>
          <a:p>
            <a:fld id="{16A89BA3-132D-40E1-AAB4-CDCD0A14C216}" type="slidenum">
              <a:rPr lang="en-AU" smtClean="0"/>
              <a:pPr/>
              <a:t>61</a:t>
            </a:fld>
            <a:r>
              <a:rPr lang="en-AU"/>
              <a:t>  |</a:t>
            </a:r>
            <a:endParaRPr lang="en-AU" dirty="0"/>
          </a:p>
        </p:txBody>
      </p:sp>
      <p:sp>
        <p:nvSpPr>
          <p:cNvPr id="9" name="Text Placeholder 3">
            <a:extLst>
              <a:ext uri="{FF2B5EF4-FFF2-40B4-BE49-F238E27FC236}">
                <a16:creationId xmlns:a16="http://schemas.microsoft.com/office/drawing/2014/main" id="{F48CE413-FC29-3BA0-A6B2-9062F6BAA92E}"/>
              </a:ext>
            </a:extLst>
          </p:cNvPr>
          <p:cNvSpPr>
            <a:spLocks noGrp="1"/>
          </p:cNvSpPr>
          <p:nvPr>
            <p:ph type="body" sz="quarter" idx="16"/>
          </p:nvPr>
        </p:nvSpPr>
        <p:spPr>
          <a:xfrm>
            <a:off x="0" y="0"/>
            <a:ext cx="7849590" cy="463138"/>
          </a:xfrm>
        </p:spPr>
        <p:txBody>
          <a:bodyPr>
            <a:noAutofit/>
          </a:bodyPr>
          <a:lstStyle/>
          <a:p>
            <a:r>
              <a:rPr lang="en-US" sz="3200" dirty="0"/>
              <a:t>WEEK 1 TUTORIAL GUIDELINE</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F4639D5-3F4B-96EA-90EE-48E037600D14}"/>
              </a:ext>
            </a:extLst>
          </p:cNvPr>
          <p:cNvSpPr txBox="1"/>
          <p:nvPr/>
        </p:nvSpPr>
        <p:spPr>
          <a:xfrm>
            <a:off x="0" y="1078726"/>
            <a:ext cx="9144000" cy="5118196"/>
          </a:xfrm>
          <a:prstGeom prst="rect">
            <a:avLst/>
          </a:prstGeom>
          <a:solidFill>
            <a:schemeClr val="bg1"/>
          </a:solidFill>
        </p:spPr>
        <p:txBody>
          <a:bodyPr wrap="square">
            <a:spAutoFit/>
          </a:bodyPr>
          <a:lstStyle/>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The file contains 8 records. Each row from the table represents one project record.</a:t>
            </a:r>
          </a:p>
          <a:p>
            <a:pPr marL="34290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There are 5 fields per record:</a:t>
            </a:r>
          </a:p>
          <a:p>
            <a:pPr marL="800100" lvl="1"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PROJECT_CODE</a:t>
            </a:r>
          </a:p>
          <a:p>
            <a:pPr marL="800100" lvl="1"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PROJECT_MANAGER</a:t>
            </a:r>
          </a:p>
          <a:p>
            <a:pPr marL="800100" lvl="1"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MANAGER_PHONE</a:t>
            </a:r>
          </a:p>
          <a:p>
            <a:pPr marL="800100" lvl="1"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MANAGER_ADDRESS</a:t>
            </a:r>
          </a:p>
          <a:p>
            <a:pPr marL="800100" lvl="1"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PROJECT_BID_PRICE</a:t>
            </a:r>
          </a:p>
          <a:p>
            <a:pPr>
              <a:lnSpc>
                <a:spcPct val="150000"/>
              </a:lnSpc>
            </a:pPr>
            <a:r>
              <a:rPr lang="en-US" sz="2200" dirty="0">
                <a:latin typeface="Calibri" panose="020F0502020204030204" pitchFamily="34" charset="0"/>
                <a:cs typeface="Calibri" panose="020F0502020204030204" pitchFamily="34" charset="0"/>
              </a:rPr>
              <a:t>You can count the number of rows (excluding headers) for total records and the number of columns for total fields.</a:t>
            </a:r>
          </a:p>
        </p:txBody>
      </p:sp>
    </p:spTree>
    <p:extLst>
      <p:ext uri="{BB962C8B-B14F-4D97-AF65-F5344CB8AC3E}">
        <p14:creationId xmlns:p14="http://schemas.microsoft.com/office/powerpoint/2010/main" val="361259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DF3ED2F-8821-8E57-8908-75B5430E0A6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F3AF5AC-D8CE-951E-B7D5-7B641CB7393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0B4D606-9F22-D2CF-2AA2-B7990BAA15A0}"/>
              </a:ext>
            </a:extLst>
          </p:cNvPr>
          <p:cNvSpPr>
            <a:spLocks noGrp="1"/>
          </p:cNvSpPr>
          <p:nvPr>
            <p:ph type="sldNum" sz="quarter" idx="4"/>
          </p:nvPr>
        </p:nvSpPr>
        <p:spPr/>
        <p:txBody>
          <a:bodyPr/>
          <a:lstStyle/>
          <a:p>
            <a:fld id="{16A89BA3-132D-40E1-AAB4-CDCD0A14C216}" type="slidenum">
              <a:rPr lang="en-AU" smtClean="0"/>
              <a:pPr/>
              <a:t>62</a:t>
            </a:fld>
            <a:r>
              <a:rPr lang="en-AU"/>
              <a:t>  |</a:t>
            </a:r>
            <a:endParaRPr lang="en-AU" dirty="0"/>
          </a:p>
        </p:txBody>
      </p:sp>
      <p:sp>
        <p:nvSpPr>
          <p:cNvPr id="9" name="Text Placeholder 3">
            <a:extLst>
              <a:ext uri="{FF2B5EF4-FFF2-40B4-BE49-F238E27FC236}">
                <a16:creationId xmlns:a16="http://schemas.microsoft.com/office/drawing/2014/main" id="{AB9DF19C-07F1-94E2-6A33-99BB5835D814}"/>
              </a:ext>
            </a:extLst>
          </p:cNvPr>
          <p:cNvSpPr>
            <a:spLocks noGrp="1"/>
          </p:cNvSpPr>
          <p:nvPr>
            <p:ph type="body" sz="quarter" idx="16"/>
          </p:nvPr>
        </p:nvSpPr>
        <p:spPr>
          <a:xfrm>
            <a:off x="0" y="0"/>
            <a:ext cx="7849590" cy="463138"/>
          </a:xfrm>
        </p:spPr>
        <p:txBody>
          <a:bodyPr>
            <a:noAutofit/>
          </a:bodyPr>
          <a:lstStyle/>
          <a:p>
            <a:r>
              <a:rPr lang="en-US" sz="3200" dirty="0"/>
              <a:t>WEEK 1 TUTORIAL GUIDELINE</a:t>
            </a:r>
            <a:endParaRPr lang="en-AU" sz="3000" dirty="0">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4329CBE0-093B-F58A-4A42-A86D96BB191C}"/>
              </a:ext>
            </a:extLst>
          </p:cNvPr>
          <p:cNvGraphicFramePr>
            <a:graphicFrameLocks noGrp="1"/>
          </p:cNvGraphicFramePr>
          <p:nvPr>
            <p:extLst>
              <p:ext uri="{D42A27DB-BD31-4B8C-83A1-F6EECF244321}">
                <p14:modId xmlns:p14="http://schemas.microsoft.com/office/powerpoint/2010/main" val="1625344204"/>
              </p:ext>
            </p:extLst>
          </p:nvPr>
        </p:nvGraphicFramePr>
        <p:xfrm>
          <a:off x="0" y="1165603"/>
          <a:ext cx="9084623" cy="5694810"/>
        </p:xfrm>
        <a:graphic>
          <a:graphicData uri="http://schemas.openxmlformats.org/drawingml/2006/table">
            <a:tbl>
              <a:tblPr>
                <a:tableStyleId>{ED083AE6-46FA-4A59-8FB0-9F97EB10719F}</a:tableStyleId>
              </a:tblPr>
              <a:tblGrid>
                <a:gridCol w="4275117">
                  <a:extLst>
                    <a:ext uri="{9D8B030D-6E8A-4147-A177-3AD203B41FA5}">
                      <a16:colId xmlns:a16="http://schemas.microsoft.com/office/drawing/2014/main" val="134740051"/>
                    </a:ext>
                  </a:extLst>
                </a:gridCol>
                <a:gridCol w="4809506">
                  <a:extLst>
                    <a:ext uri="{9D8B030D-6E8A-4147-A177-3AD203B41FA5}">
                      <a16:colId xmlns:a16="http://schemas.microsoft.com/office/drawing/2014/main" val="1943944466"/>
                    </a:ext>
                  </a:extLst>
                </a:gridCol>
              </a:tblGrid>
              <a:tr h="0">
                <a:tc>
                  <a:txBody>
                    <a:bodyPr/>
                    <a:lstStyle/>
                    <a:p>
                      <a:pPr>
                        <a:lnSpc>
                          <a:spcPct val="150000"/>
                        </a:lnSpc>
                      </a:pPr>
                      <a:r>
                        <a:rPr lang="en-US" sz="2400" dirty="0">
                          <a:latin typeface="Calibri" panose="020F0502020204030204" pitchFamily="34" charset="0"/>
                          <a:cs typeface="Calibri" panose="020F0502020204030204" pitchFamily="34" charset="0"/>
                        </a:rPr>
                        <a:t>Don’t do this</a:t>
                      </a:r>
                    </a:p>
                  </a:txBody>
                  <a:tcPr anchor="ctr">
                    <a:solidFill>
                      <a:schemeClr val="bg1"/>
                    </a:solidFill>
                  </a:tcPr>
                </a:tc>
                <a:tc>
                  <a:txBody>
                    <a:bodyPr/>
                    <a:lstStyle/>
                    <a:p>
                      <a:pPr>
                        <a:lnSpc>
                          <a:spcPct val="150000"/>
                        </a:lnSpc>
                      </a:pPr>
                      <a:r>
                        <a:rPr lang="en-US" sz="2400" dirty="0">
                          <a:latin typeface="Calibri" panose="020F0502020204030204" pitchFamily="34" charset="0"/>
                          <a:cs typeface="Calibri" panose="020F0502020204030204" pitchFamily="34" charset="0"/>
                        </a:rPr>
                        <a:t>Instead, do this</a:t>
                      </a:r>
                    </a:p>
                  </a:txBody>
                  <a:tcPr anchor="ctr">
                    <a:solidFill>
                      <a:schemeClr val="bg1"/>
                    </a:solidFill>
                  </a:tcPr>
                </a:tc>
                <a:extLst>
                  <a:ext uri="{0D108BD9-81ED-4DB2-BD59-A6C34878D82A}">
                    <a16:rowId xmlns:a16="http://schemas.microsoft.com/office/drawing/2014/main" val="1915539121"/>
                  </a:ext>
                </a:extLst>
              </a:tr>
              <a:tr h="0">
                <a:tc>
                  <a:txBody>
                    <a:bodyPr/>
                    <a:lstStyle/>
                    <a:p>
                      <a:pPr>
                        <a:lnSpc>
                          <a:spcPct val="150000"/>
                        </a:lnSpc>
                      </a:pPr>
                      <a:r>
                        <a:rPr lang="en-US" sz="2400">
                          <a:latin typeface="Calibri" panose="020F0502020204030204" pitchFamily="34" charset="0"/>
                          <a:cs typeface="Calibri" panose="020F0502020204030204" pitchFamily="34" charset="0"/>
                        </a:rPr>
                        <a:t>Don’t submit screenshots as answers</a:t>
                      </a:r>
                    </a:p>
                  </a:txBody>
                  <a:tcPr anchor="ctr">
                    <a:solidFill>
                      <a:schemeClr val="bg1"/>
                    </a:solidFill>
                  </a:tcPr>
                </a:tc>
                <a:tc>
                  <a:txBody>
                    <a:bodyPr/>
                    <a:lstStyle/>
                    <a:p>
                      <a:pPr>
                        <a:lnSpc>
                          <a:spcPct val="150000"/>
                        </a:lnSpc>
                      </a:pPr>
                      <a:r>
                        <a:rPr lang="en-US" sz="2400">
                          <a:latin typeface="Calibri" panose="020F0502020204030204" pitchFamily="34" charset="0"/>
                          <a:cs typeface="Calibri" panose="020F0502020204030204" pitchFamily="34" charset="0"/>
                        </a:rPr>
                        <a:t>Write clear text answers in Word</a:t>
                      </a:r>
                    </a:p>
                  </a:txBody>
                  <a:tcPr anchor="ctr">
                    <a:solidFill>
                      <a:schemeClr val="bg1"/>
                    </a:solidFill>
                  </a:tcPr>
                </a:tc>
                <a:extLst>
                  <a:ext uri="{0D108BD9-81ED-4DB2-BD59-A6C34878D82A}">
                    <a16:rowId xmlns:a16="http://schemas.microsoft.com/office/drawing/2014/main" val="221172207"/>
                  </a:ext>
                </a:extLst>
              </a:tr>
              <a:tr h="0">
                <a:tc>
                  <a:txBody>
                    <a:bodyPr/>
                    <a:lstStyle/>
                    <a:p>
                      <a:pPr>
                        <a:lnSpc>
                          <a:spcPct val="150000"/>
                        </a:lnSpc>
                      </a:pPr>
                      <a:r>
                        <a:rPr lang="en-US" sz="2400">
                          <a:latin typeface="Calibri" panose="020F0502020204030204" pitchFamily="34" charset="0"/>
                          <a:cs typeface="Calibri" panose="020F0502020204030204" pitchFamily="34" charset="0"/>
                        </a:rPr>
                        <a:t>Don’t leave questions blank</a:t>
                      </a:r>
                    </a:p>
                  </a:txBody>
                  <a:tcPr anchor="ctr">
                    <a:solidFill>
                      <a:schemeClr val="bg1"/>
                    </a:solidFill>
                  </a:tcPr>
                </a:tc>
                <a:tc>
                  <a:txBody>
                    <a:bodyPr/>
                    <a:lstStyle/>
                    <a:p>
                      <a:pPr>
                        <a:lnSpc>
                          <a:spcPct val="150000"/>
                        </a:lnSpc>
                      </a:pPr>
                      <a:r>
                        <a:rPr lang="en-US" sz="2400">
                          <a:latin typeface="Calibri" panose="020F0502020204030204" pitchFamily="34" charset="0"/>
                          <a:cs typeface="Calibri" panose="020F0502020204030204" pitchFamily="34" charset="0"/>
                        </a:rPr>
                        <a:t>Attempt all required questions (1–4 only)</a:t>
                      </a:r>
                    </a:p>
                  </a:txBody>
                  <a:tcPr anchor="ctr">
                    <a:solidFill>
                      <a:schemeClr val="bg1"/>
                    </a:solidFill>
                  </a:tcPr>
                </a:tc>
                <a:extLst>
                  <a:ext uri="{0D108BD9-81ED-4DB2-BD59-A6C34878D82A}">
                    <a16:rowId xmlns:a16="http://schemas.microsoft.com/office/drawing/2014/main" val="1455387623"/>
                  </a:ext>
                </a:extLst>
              </a:tr>
              <a:tr h="0">
                <a:tc>
                  <a:txBody>
                    <a:bodyPr/>
                    <a:lstStyle/>
                    <a:p>
                      <a:pPr>
                        <a:lnSpc>
                          <a:spcPct val="150000"/>
                        </a:lnSpc>
                      </a:pPr>
                      <a:r>
                        <a:rPr lang="en-US" sz="2400">
                          <a:latin typeface="Calibri" panose="020F0502020204030204" pitchFamily="34" charset="0"/>
                          <a:cs typeface="Calibri" panose="020F0502020204030204" pitchFamily="34" charset="0"/>
                        </a:rPr>
                        <a:t>Don’t copy exact wording without thinking</a:t>
                      </a:r>
                    </a:p>
                  </a:txBody>
                  <a:tcPr anchor="ctr">
                    <a:solidFill>
                      <a:schemeClr val="bg1"/>
                    </a:solidFill>
                  </a:tcPr>
                </a:tc>
                <a:tc>
                  <a:txBody>
                    <a:bodyPr/>
                    <a:lstStyle/>
                    <a:p>
                      <a:pPr>
                        <a:lnSpc>
                          <a:spcPct val="150000"/>
                        </a:lnSpc>
                      </a:pPr>
                      <a:r>
                        <a:rPr lang="en-US" sz="2400">
                          <a:latin typeface="Calibri" panose="020F0502020204030204" pitchFamily="34" charset="0"/>
                          <a:cs typeface="Calibri" panose="020F0502020204030204" pitchFamily="34" charset="0"/>
                        </a:rPr>
                        <a:t>Use your own understanding</a:t>
                      </a:r>
                    </a:p>
                  </a:txBody>
                  <a:tcPr anchor="ctr">
                    <a:solidFill>
                      <a:schemeClr val="bg1"/>
                    </a:solidFill>
                  </a:tcPr>
                </a:tc>
                <a:extLst>
                  <a:ext uri="{0D108BD9-81ED-4DB2-BD59-A6C34878D82A}">
                    <a16:rowId xmlns:a16="http://schemas.microsoft.com/office/drawing/2014/main" val="832983663"/>
                  </a:ext>
                </a:extLst>
              </a:tr>
              <a:tr h="0">
                <a:tc>
                  <a:txBody>
                    <a:bodyPr/>
                    <a:lstStyle/>
                    <a:p>
                      <a:pPr>
                        <a:lnSpc>
                          <a:spcPct val="150000"/>
                        </a:lnSpc>
                      </a:pPr>
                      <a:r>
                        <a:rPr lang="en-US" sz="2400">
                          <a:latin typeface="Calibri" panose="020F0502020204030204" pitchFamily="34" charset="0"/>
                          <a:cs typeface="Calibri" panose="020F0502020204030204" pitchFamily="34" charset="0"/>
                        </a:rPr>
                        <a:t>Don’t upload after Aug 10, 10 PM</a:t>
                      </a:r>
                    </a:p>
                  </a:txBody>
                  <a:tcPr anchor="ctr">
                    <a:solidFill>
                      <a:schemeClr val="bg1"/>
                    </a:solidFill>
                  </a:tcPr>
                </a:tc>
                <a:tc>
                  <a:txBody>
                    <a:bodyPr/>
                    <a:lstStyle/>
                    <a:p>
                      <a:pPr>
                        <a:lnSpc>
                          <a:spcPct val="150000"/>
                        </a:lnSpc>
                      </a:pPr>
                      <a:r>
                        <a:rPr lang="en-US" sz="2400">
                          <a:latin typeface="Calibri" panose="020F0502020204030204" pitchFamily="34" charset="0"/>
                          <a:cs typeface="Calibri" panose="020F0502020204030204" pitchFamily="34" charset="0"/>
                        </a:rPr>
                        <a:t>Submit early to avoid technical issues</a:t>
                      </a:r>
                    </a:p>
                  </a:txBody>
                  <a:tcPr anchor="ctr">
                    <a:solidFill>
                      <a:schemeClr val="bg1"/>
                    </a:solidFill>
                  </a:tcPr>
                </a:tc>
                <a:extLst>
                  <a:ext uri="{0D108BD9-81ED-4DB2-BD59-A6C34878D82A}">
                    <a16:rowId xmlns:a16="http://schemas.microsoft.com/office/drawing/2014/main" val="4158756761"/>
                  </a:ext>
                </a:extLst>
              </a:tr>
              <a:tr h="0">
                <a:tc>
                  <a:txBody>
                    <a:bodyPr/>
                    <a:lstStyle/>
                    <a:p>
                      <a:pPr>
                        <a:lnSpc>
                          <a:spcPct val="150000"/>
                        </a:lnSpc>
                      </a:pPr>
                      <a:r>
                        <a:rPr lang="en-US" sz="2400">
                          <a:latin typeface="Calibri" panose="020F0502020204030204" pitchFamily="34" charset="0"/>
                          <a:cs typeface="Calibri" panose="020F0502020204030204" pitchFamily="34" charset="0"/>
                        </a:rPr>
                        <a:t>Don’t email the file</a:t>
                      </a:r>
                    </a:p>
                  </a:txBody>
                  <a:tcPr anchor="ctr">
                    <a:solidFill>
                      <a:schemeClr val="bg1"/>
                    </a:solidFill>
                  </a:tcPr>
                </a:tc>
                <a:tc>
                  <a:txBody>
                    <a:bodyPr/>
                    <a:lstStyle/>
                    <a:p>
                      <a:pPr>
                        <a:lnSpc>
                          <a:spcPct val="150000"/>
                        </a:lnSpc>
                      </a:pPr>
                      <a:r>
                        <a:rPr lang="en-US" sz="2400" dirty="0">
                          <a:latin typeface="Calibri" panose="020F0502020204030204" pitchFamily="34" charset="0"/>
                          <a:cs typeface="Calibri" panose="020F0502020204030204" pitchFamily="34" charset="0"/>
                        </a:rPr>
                        <a:t>Submit </a:t>
                      </a:r>
                      <a:r>
                        <a:rPr lang="en-US" sz="2400" b="0" dirty="0">
                          <a:latin typeface="Calibri" panose="020F0502020204030204" pitchFamily="34" charset="0"/>
                          <a:cs typeface="Calibri" panose="020F0502020204030204" pitchFamily="34" charset="0"/>
                        </a:rPr>
                        <a:t>only via Canvas</a:t>
                      </a:r>
                    </a:p>
                  </a:txBody>
                  <a:tcPr anchor="ctr">
                    <a:solidFill>
                      <a:schemeClr val="bg1"/>
                    </a:solidFill>
                  </a:tcPr>
                </a:tc>
                <a:extLst>
                  <a:ext uri="{0D108BD9-81ED-4DB2-BD59-A6C34878D82A}">
                    <a16:rowId xmlns:a16="http://schemas.microsoft.com/office/drawing/2014/main" val="2851136440"/>
                  </a:ext>
                </a:extLst>
              </a:tr>
            </a:tbl>
          </a:graphicData>
        </a:graphic>
      </p:graphicFrame>
      <p:sp>
        <p:nvSpPr>
          <p:cNvPr id="5" name="Rectangle 1">
            <a:extLst>
              <a:ext uri="{FF2B5EF4-FFF2-40B4-BE49-F238E27FC236}">
                <a16:creationId xmlns:a16="http://schemas.microsoft.com/office/drawing/2014/main" id="{F200D648-BC2F-2520-C43A-B900F41D6B8C}"/>
              </a:ext>
            </a:extLst>
          </p:cNvPr>
          <p:cNvSpPr>
            <a:spLocks noChangeArrowheads="1"/>
          </p:cNvSpPr>
          <p:nvPr/>
        </p:nvSpPr>
        <p:spPr bwMode="auto">
          <a:xfrm>
            <a:off x="0" y="626324"/>
            <a:ext cx="25473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What to AVOID:</a:t>
            </a:r>
          </a:p>
        </p:txBody>
      </p:sp>
    </p:spTree>
    <p:extLst>
      <p:ext uri="{BB962C8B-B14F-4D97-AF65-F5344CB8AC3E}">
        <p14:creationId xmlns:p14="http://schemas.microsoft.com/office/powerpoint/2010/main" val="15637216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87AAA-CDD7-14D9-F3F2-7750965A9F05}"/>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5669F4BD-7260-8C96-81B2-B35F9DA1CF5A}"/>
              </a:ext>
            </a:extLst>
          </p:cNvPr>
          <p:cNvSpPr txBox="1">
            <a:spLocks noGrp="1"/>
          </p:cNvSpPr>
          <p:nvPr>
            <p:ph type="sldNum" sz="quarter" idx="7"/>
          </p:nvPr>
        </p:nvSpPr>
        <p:spPr>
          <a:prstGeom prst="rect">
            <a:avLst/>
          </a:prstGeom>
        </p:spPr>
        <p:txBody>
          <a:bodyPr vert="horz" wrap="square" lIns="0" tIns="476" rIns="0" bIns="0" rtlCol="0">
            <a:spAutoFit/>
          </a:bodyPr>
          <a:lstStyle/>
          <a:p>
            <a:pPr marL="28575" defTabSz="685800">
              <a:spcBef>
                <a:spcPts val="4"/>
              </a:spcBef>
            </a:pPr>
            <a:fld id="{81D60167-4931-47E6-BA6A-407CBD079E47}" type="slidenum">
              <a:rPr dirty="0"/>
              <a:pPr marL="28575" defTabSz="685800">
                <a:spcBef>
                  <a:spcPts val="4"/>
                </a:spcBef>
              </a:pPr>
              <a:t>63</a:t>
            </a:fld>
            <a:r>
              <a:rPr spc="176" dirty="0"/>
              <a:t> </a:t>
            </a:r>
            <a:r>
              <a:rPr dirty="0"/>
              <a:t>|</a:t>
            </a:r>
            <a:r>
              <a:rPr spc="300" dirty="0"/>
              <a:t> </a:t>
            </a:r>
            <a:r>
              <a:rPr dirty="0"/>
              <a:t>Faculty</a:t>
            </a:r>
            <a:r>
              <a:rPr spc="-11" dirty="0"/>
              <a:t> </a:t>
            </a:r>
            <a:r>
              <a:rPr dirty="0"/>
              <a:t>of</a:t>
            </a:r>
            <a:r>
              <a:rPr spc="-15" dirty="0"/>
              <a:t> </a:t>
            </a:r>
            <a:r>
              <a:rPr dirty="0"/>
              <a:t>Business</a:t>
            </a:r>
            <a:r>
              <a:rPr spc="-15" dirty="0"/>
              <a:t> </a:t>
            </a:r>
            <a:r>
              <a:rPr dirty="0"/>
              <a:t>and</a:t>
            </a:r>
            <a:r>
              <a:rPr spc="-15" dirty="0"/>
              <a:t> </a:t>
            </a:r>
            <a:r>
              <a:rPr dirty="0"/>
              <a:t>Law</a:t>
            </a:r>
            <a:r>
              <a:rPr spc="-11" dirty="0"/>
              <a:t> </a:t>
            </a:r>
            <a:r>
              <a:rPr dirty="0"/>
              <a:t>|</a:t>
            </a:r>
            <a:r>
              <a:rPr spc="-11" dirty="0"/>
              <a:t> </a:t>
            </a:r>
            <a:r>
              <a:rPr dirty="0"/>
              <a:t>Peter</a:t>
            </a:r>
            <a:r>
              <a:rPr spc="-8" dirty="0"/>
              <a:t> </a:t>
            </a:r>
            <a:r>
              <a:rPr dirty="0"/>
              <a:t>Faber</a:t>
            </a:r>
            <a:r>
              <a:rPr spc="-11" dirty="0"/>
              <a:t> </a:t>
            </a:r>
            <a:r>
              <a:rPr dirty="0"/>
              <a:t>Business</a:t>
            </a:r>
            <a:r>
              <a:rPr spc="-11" dirty="0"/>
              <a:t> </a:t>
            </a:r>
            <a:r>
              <a:rPr spc="-8" dirty="0"/>
              <a:t>School</a:t>
            </a:r>
          </a:p>
        </p:txBody>
      </p:sp>
      <p:sp>
        <p:nvSpPr>
          <p:cNvPr id="2" name="Rectangle 1">
            <a:extLst>
              <a:ext uri="{FF2B5EF4-FFF2-40B4-BE49-F238E27FC236}">
                <a16:creationId xmlns:a16="http://schemas.microsoft.com/office/drawing/2014/main" id="{AC5375A7-EFFE-CBBB-27C1-753C2CBECADF}"/>
              </a:ext>
            </a:extLst>
          </p:cNvPr>
          <p:cNvSpPr>
            <a:spLocks noChangeArrowheads="1"/>
          </p:cNvSpPr>
          <p:nvPr/>
        </p:nvSpPr>
        <p:spPr bwMode="auto">
          <a:xfrm>
            <a:off x="0" y="1811955"/>
            <a:ext cx="9144000" cy="323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marL="342900" indent="-342900" defTabSz="685800" eaLnBrk="0" fontAlgn="base" hangingPunct="0">
              <a:lnSpc>
                <a:spcPct val="150000"/>
              </a:lnSpc>
              <a:spcBef>
                <a:spcPct val="0"/>
              </a:spcBef>
              <a:spcAft>
                <a:spcPct val="0"/>
              </a:spcAft>
              <a:buFont typeface="Arial" panose="020B0604020202020204" pitchFamily="34" charset="0"/>
              <a:buChar char="•"/>
            </a:pPr>
            <a:r>
              <a:rPr lang="en-US" sz="2800" dirty="0">
                <a:solidFill>
                  <a:prstClr val="black"/>
                </a:solidFill>
                <a:latin typeface="Calibri"/>
              </a:rPr>
              <a:t>These guidelines are designed to support your learning and help you apply necessary techniques effectively. Please do the remaining problems and follow the instructions based on Canvas. If you have any questions, feel free to ask—I’m happy to help!</a:t>
            </a:r>
          </a:p>
        </p:txBody>
      </p:sp>
      <p:sp>
        <p:nvSpPr>
          <p:cNvPr id="4" name="object 2">
            <a:extLst>
              <a:ext uri="{FF2B5EF4-FFF2-40B4-BE49-F238E27FC236}">
                <a16:creationId xmlns:a16="http://schemas.microsoft.com/office/drawing/2014/main" id="{2EA3DD23-80EE-0261-9214-F4FC0F567A4A}"/>
              </a:ext>
            </a:extLst>
          </p:cNvPr>
          <p:cNvSpPr txBox="1">
            <a:spLocks/>
          </p:cNvSpPr>
          <p:nvPr/>
        </p:nvSpPr>
        <p:spPr>
          <a:xfrm>
            <a:off x="0" y="0"/>
            <a:ext cx="7240979" cy="994503"/>
          </a:xfrm>
          <a:prstGeom prst="rect">
            <a:avLst/>
          </a:prstGeom>
          <a:noFill/>
        </p:spPr>
        <p:txBody>
          <a:bodyPr vert="horz" wrap="square" lIns="0" tIns="9525" rIns="0" bIns="0" rtlCol="0">
            <a:spAutoFit/>
          </a:bodyPr>
          <a:lstStyle>
            <a:lvl1pPr>
              <a:defRPr sz="2900" b="1" i="0">
                <a:solidFill>
                  <a:srgbClr val="3D3935"/>
                </a:solidFill>
                <a:latin typeface="Arial"/>
                <a:ea typeface="+mj-ea"/>
                <a:cs typeface="Arial"/>
              </a:defRPr>
            </a:lvl1pPr>
          </a:lstStyle>
          <a:p>
            <a:pPr marL="9525" defTabSz="685800">
              <a:spcBef>
                <a:spcPts val="75"/>
              </a:spcBef>
            </a:pPr>
            <a:r>
              <a:rPr lang="en-US" sz="3200" kern="0" spc="-8" dirty="0"/>
              <a:t>Submission of Tutorials &amp; Assessments</a:t>
            </a:r>
          </a:p>
        </p:txBody>
      </p:sp>
    </p:spTree>
    <p:extLst>
      <p:ext uri="{BB962C8B-B14F-4D97-AF65-F5344CB8AC3E}">
        <p14:creationId xmlns:p14="http://schemas.microsoft.com/office/powerpoint/2010/main" val="29189837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379064" y="1272864"/>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4791089" y="931863"/>
            <a:ext cx="3898533" cy="4988642"/>
          </a:xfrm>
          <a:prstGeom prst="rect">
            <a:avLst/>
          </a:prstGeom>
        </p:spPr>
        <p:txBody>
          <a:bodyPr vert="horz" lIns="68580" tIns="34290" rIns="68580" bIns="34290" rtlCol="0" anchor="t">
            <a:noAutofit/>
          </a:bodyPr>
          <a:lstStyle/>
          <a:p>
            <a:pPr defTabSz="685800">
              <a:lnSpc>
                <a:spcPct val="150000"/>
              </a:lnSpc>
              <a:spcAft>
                <a:spcPts val="450"/>
              </a:spcAft>
              <a:defRPr/>
            </a:pPr>
            <a:r>
              <a:rPr lang="en-US" sz="2100" b="1" dirty="0">
                <a:solidFill>
                  <a:prstClr val="black">
                    <a:alpha val="80000"/>
                  </a:prstClr>
                </a:solidFill>
                <a:latin typeface="Calibri" panose="020F0502020204030204"/>
              </a:rPr>
              <a:t>Happy Learning and Bright Futures Ahead!</a:t>
            </a:r>
            <a:br>
              <a:rPr lang="en-US" sz="2100" dirty="0">
                <a:solidFill>
                  <a:prstClr val="black">
                    <a:alpha val="80000"/>
                  </a:prstClr>
                </a:solidFill>
                <a:latin typeface="Calibri" panose="020F0502020204030204"/>
              </a:rPr>
            </a:br>
            <a:r>
              <a:rPr lang="en-US" sz="2100" i="1" dirty="0">
                <a:solidFill>
                  <a:prstClr val="black">
                    <a:alpha val="80000"/>
                  </a:prstClr>
                </a:solidFill>
                <a:latin typeface="Calibri" panose="020F0502020204030204"/>
              </a:rPr>
              <a:t>Dr. Farshid Keivanian</a:t>
            </a:r>
            <a:br>
              <a:rPr lang="en-US" sz="2100" dirty="0">
                <a:solidFill>
                  <a:prstClr val="black">
                    <a:alpha val="80000"/>
                  </a:prstClr>
                </a:solidFill>
                <a:latin typeface="Calibri" panose="020F0502020204030204"/>
              </a:rPr>
            </a:br>
            <a:r>
              <a:rPr lang="en-US" sz="2100" b="1" dirty="0">
                <a:solidFill>
                  <a:prstClr val="black">
                    <a:alpha val="80000"/>
                  </a:prstClr>
                </a:solidFill>
                <a:latin typeface="Calibri" panose="020F0502020204030204"/>
              </a:rPr>
              <a:t>Stay Connected:</a:t>
            </a:r>
            <a:br>
              <a:rPr lang="en-US" sz="2100" dirty="0">
                <a:solidFill>
                  <a:prstClr val="black">
                    <a:alpha val="80000"/>
                  </a:prstClr>
                </a:solidFill>
                <a:latin typeface="Calibri" panose="020F0502020204030204"/>
              </a:rPr>
            </a:br>
            <a:r>
              <a:rPr lang="en-US" sz="2100" dirty="0">
                <a:solidFill>
                  <a:prstClr val="black">
                    <a:alpha val="80000"/>
                  </a:prstClr>
                </a:solidFill>
                <a:latin typeface="Calibri" panose="020F0502020204030204"/>
                <a:hlinkClick r:id="rId3"/>
              </a:rPr>
              <a:t>linkedin.com/in/farshid-keivanian</a:t>
            </a:r>
            <a:r>
              <a:rPr lang="en-US" sz="2100" dirty="0">
                <a:solidFill>
                  <a:prstClr val="black">
                    <a:alpha val="80000"/>
                  </a:prstClr>
                </a:solidFill>
                <a:latin typeface="Calibri" panose="020F0502020204030204"/>
              </a:rPr>
              <a:t> </a:t>
            </a:r>
            <a:br>
              <a:rPr lang="en-US" sz="2100">
                <a:solidFill>
                  <a:prstClr val="black">
                    <a:alpha val="80000"/>
                  </a:prstClr>
                </a:solidFill>
                <a:latin typeface="Calibri" panose="020F0502020204030204"/>
              </a:rPr>
            </a:br>
            <a:r>
              <a:rPr lang="en-US" sz="2100">
                <a:solidFill>
                  <a:prstClr val="black">
                    <a:alpha val="80000"/>
                  </a:prstClr>
                </a:solidFill>
                <a:latin typeface="Calibri" panose="020F0502020204030204"/>
                <a:hlinkClick r:id="rId4"/>
              </a:rPr>
              <a:t>github</a:t>
            </a:r>
            <a:r>
              <a:rPr lang="en-US" sz="2100" dirty="0">
                <a:solidFill>
                  <a:prstClr val="black">
                    <a:alpha val="80000"/>
                  </a:prstClr>
                </a:solidFill>
                <a:latin typeface="Calibri" panose="020F0502020204030204"/>
                <a:hlinkClick r:id="rId4"/>
              </a:rPr>
              <a:t>.com/FarshidKeivanian</a:t>
            </a:r>
            <a:r>
              <a:rPr lang="en-US" sz="2100" dirty="0">
                <a:solidFill>
                  <a:prstClr val="black">
                    <a:alpha val="80000"/>
                  </a:prstClr>
                </a:solidFill>
                <a:latin typeface="Calibri" panose="020F0502020204030204"/>
              </a:rPr>
              <a:t> </a:t>
            </a:r>
          </a:p>
          <a:p>
            <a:pPr indent="-171450" defTabSz="685800">
              <a:lnSpc>
                <a:spcPct val="150000"/>
              </a:lnSpc>
              <a:spcAft>
                <a:spcPts val="450"/>
              </a:spcAft>
              <a:buFont typeface="Arial" panose="020B0604020202020204" pitchFamily="34" charset="0"/>
              <a:buChar char="•"/>
              <a:defRPr/>
            </a:pPr>
            <a:r>
              <a:rPr lang="en-US" sz="2100" i="1" dirty="0">
                <a:solidFill>
                  <a:prstClr val="black">
                    <a:alpha val="80000"/>
                  </a:prstClr>
                </a:solidFill>
                <a:latin typeface="Calibri" panose="020F0502020204030204"/>
              </a:rPr>
              <a:t>Education is the most powerful weapon you can use to change the world. </a:t>
            </a:r>
            <a:r>
              <a:rPr lang="en-US" sz="2100" dirty="0">
                <a:solidFill>
                  <a:prstClr val="black">
                    <a:alpha val="80000"/>
                  </a:prstClr>
                </a:solidFill>
                <a:latin typeface="Calibri" panose="020F0502020204030204"/>
              </a:rPr>
              <a:t>— Nelson Mandela</a:t>
            </a:r>
          </a:p>
        </p:txBody>
      </p:sp>
      <p:sp>
        <p:nvSpPr>
          <p:cNvPr id="2" name="object 2">
            <a:extLst>
              <a:ext uri="{FF2B5EF4-FFF2-40B4-BE49-F238E27FC236}">
                <a16:creationId xmlns:a16="http://schemas.microsoft.com/office/drawing/2014/main" id="{3B0C04E4-D150-86DB-4A8F-C4AF9E5B2B43}"/>
              </a:ext>
            </a:extLst>
          </p:cNvPr>
          <p:cNvSpPr txBox="1">
            <a:spLocks noGrp="1"/>
          </p:cNvSpPr>
          <p:nvPr>
            <p:ph type="title"/>
          </p:nvPr>
        </p:nvSpPr>
        <p:spPr>
          <a:xfrm>
            <a:off x="0" y="13827"/>
            <a:ext cx="6553200" cy="502061"/>
          </a:xfrm>
          <a:prstGeom prst="rect">
            <a:avLst/>
          </a:prstGeom>
        </p:spPr>
        <p:txBody>
          <a:bodyPr vert="horz" wrap="square" lIns="0" tIns="9525" rIns="0" bIns="0" rtlCol="0">
            <a:spAutoFit/>
          </a:bodyPr>
          <a:lstStyle/>
          <a:p>
            <a:pPr marL="9525">
              <a:spcBef>
                <a:spcPts val="75"/>
              </a:spcBef>
            </a:pPr>
            <a:r>
              <a:rPr lang="en-US" sz="3200" dirty="0"/>
              <a:t>Thank You</a:t>
            </a:r>
            <a:endParaRPr sz="3200" spc="-8" dirty="0"/>
          </a:p>
        </p:txBody>
      </p:sp>
    </p:spTree>
    <p:extLst>
      <p:ext uri="{BB962C8B-B14F-4D97-AF65-F5344CB8AC3E}">
        <p14:creationId xmlns:p14="http://schemas.microsoft.com/office/powerpoint/2010/main" val="319086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U Presentation">
  <a:themeElements>
    <a:clrScheme name="ACUColourScheme">
      <a:dk1>
        <a:srgbClr val="3C1053"/>
      </a:dk1>
      <a:lt1>
        <a:srgbClr val="FFFFFF"/>
      </a:lt1>
      <a:dk2>
        <a:srgbClr val="3C1053"/>
      </a:dk2>
      <a:lt2>
        <a:srgbClr val="E8E3DB"/>
      </a:lt2>
      <a:accent1>
        <a:srgbClr val="F2120C"/>
      </a:accent1>
      <a:accent2>
        <a:srgbClr val="3D3935"/>
      </a:accent2>
      <a:accent3>
        <a:srgbClr val="8C857B"/>
      </a:accent3>
      <a:accent4>
        <a:srgbClr val="3C1053"/>
      </a:accent4>
      <a:accent5>
        <a:srgbClr val="E8E3DB"/>
      </a:accent5>
      <a:accent6>
        <a:srgbClr val="70AD47"/>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rgbClr val="3D3935"/>
            </a:solidFill>
          </a:defRPr>
        </a:defPPr>
      </a:lstStyle>
    </a:txDef>
  </a:objectDefaults>
  <a:extraClrSchemeLst/>
  <a:extLst>
    <a:ext uri="{05A4C25C-085E-4340-85A3-A5531E510DB2}">
      <thm15:themeFamily xmlns:thm15="http://schemas.microsoft.com/office/thememl/2012/main" name="PPT_Template_4_3_V2.potx" id="{F3B38964-EE74-4E1D-A3FE-21D8EB788CBF}" vid="{2C9D612A-0DB5-43BD-9B9F-0A9FAAF24DC0}"/>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DC8B17FFF79F46AB892AACDE15F09D" ma:contentTypeVersion="1" ma:contentTypeDescription="Create a new document." ma:contentTypeScope="" ma:versionID="a5ba99c893f738a110fead59b8aec548">
  <xsd:schema xmlns:xsd="http://www.w3.org/2001/XMLSchema" xmlns:xs="http://www.w3.org/2001/XMLSchema" xmlns:p="http://schemas.microsoft.com/office/2006/metadata/properties" targetNamespace="http://schemas.microsoft.com/office/2006/metadata/properties" ma:root="true" ma:fieldsID="6c96ba11fc0b0f11135d6dc28d8a2ff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60E499-BA5F-475B-94B4-A8CCAB2763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19D6D79-91EF-4340-8C3D-E484566A2E2F}">
  <ds:schemaRefs>
    <ds:schemaRef ds:uri="http://purl.org/dc/dcmitype/"/>
    <ds:schemaRef ds:uri="http://schemas.microsoft.com/office/2006/documentManagement/types"/>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05866CA7-3031-48D4-BC56-8127880CD3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PPT_Template_4_3_V2.potx</Template>
  <TotalTime>2409</TotalTime>
  <Words>2838</Words>
  <Application>Microsoft Office PowerPoint</Application>
  <PresentationFormat>On-screen Show (4:3)</PresentationFormat>
  <Paragraphs>914</Paragraphs>
  <Slides>64</Slides>
  <Notes>59</Notes>
  <HiddenSlides>0</HiddenSlides>
  <MMClips>0</MMClips>
  <ScaleCrop>false</ScaleCrop>
  <HeadingPairs>
    <vt:vector size="8" baseType="variant">
      <vt:variant>
        <vt:lpstr>Fonts Used</vt:lpstr>
      </vt:variant>
      <vt:variant>
        <vt:i4>2</vt:i4>
      </vt:variant>
      <vt:variant>
        <vt:lpstr>Theme</vt:lpstr>
      </vt:variant>
      <vt:variant>
        <vt:i4>2</vt:i4>
      </vt:variant>
      <vt:variant>
        <vt:lpstr>Embedded OLE Servers</vt:lpstr>
      </vt:variant>
      <vt:variant>
        <vt:i4>1</vt:i4>
      </vt:variant>
      <vt:variant>
        <vt:lpstr>Slide Titles</vt:lpstr>
      </vt:variant>
      <vt:variant>
        <vt:i4>64</vt:i4>
      </vt:variant>
    </vt:vector>
  </HeadingPairs>
  <TitlesOfParts>
    <vt:vector size="69" baseType="lpstr">
      <vt:lpstr>Arial</vt:lpstr>
      <vt:lpstr>Calibri</vt:lpstr>
      <vt:lpstr>ACU Presentation</vt:lpstr>
      <vt:lpstr>1_Office Theme</vt:lpstr>
      <vt:lpstr>think-cell Slide</vt:lpstr>
      <vt:lpstr>Database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 Presentation</dc:title>
  <dc:creator>Husnen Rupani;Simone.Byrnes@acu.edu.au</dc:creator>
  <cp:lastModifiedBy>Farshid Keivanian</cp:lastModifiedBy>
  <cp:revision>278</cp:revision>
  <cp:lastPrinted>2017-08-03T04:07:41Z</cp:lastPrinted>
  <dcterms:created xsi:type="dcterms:W3CDTF">2017-05-11T09:33:32Z</dcterms:created>
  <dcterms:modified xsi:type="dcterms:W3CDTF">2026-02-22T04:38:05Z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0x0101007CDC8B17FFF79F46AB892AACDE15F09D</vt:lpwstr>
  </property>
</Properties>
</file>