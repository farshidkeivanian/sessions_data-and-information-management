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0" r:id="rId4"/>
    <p:sldMasterId id="2147483769" r:id="rId5"/>
  </p:sldMasterIdLst>
  <p:notesMasterIdLst>
    <p:notesMasterId r:id="rId97"/>
  </p:notesMasterIdLst>
  <p:sldIdLst>
    <p:sldId id="421" r:id="rId6"/>
    <p:sldId id="925" r:id="rId7"/>
    <p:sldId id="1135" r:id="rId8"/>
    <p:sldId id="1136" r:id="rId9"/>
    <p:sldId id="258" r:id="rId10"/>
    <p:sldId id="1089" r:id="rId11"/>
    <p:sldId id="1090" r:id="rId12"/>
    <p:sldId id="1091" r:id="rId13"/>
    <p:sldId id="1092" r:id="rId14"/>
    <p:sldId id="1093" r:id="rId15"/>
    <p:sldId id="1062" r:id="rId16"/>
    <p:sldId id="1094" r:id="rId17"/>
    <p:sldId id="1095" r:id="rId18"/>
    <p:sldId id="1096" r:id="rId19"/>
    <p:sldId id="1097" r:id="rId20"/>
    <p:sldId id="1098" r:id="rId21"/>
    <p:sldId id="1099" r:id="rId22"/>
    <p:sldId id="1100" r:id="rId23"/>
    <p:sldId id="1101" r:id="rId24"/>
    <p:sldId id="1102" r:id="rId25"/>
    <p:sldId id="1103" r:id="rId26"/>
    <p:sldId id="1063" r:id="rId27"/>
    <p:sldId id="1064" r:id="rId28"/>
    <p:sldId id="1065" r:id="rId29"/>
    <p:sldId id="1066" r:id="rId30"/>
    <p:sldId id="1067" r:id="rId31"/>
    <p:sldId id="1068" r:id="rId32"/>
    <p:sldId id="1104" r:id="rId33"/>
    <p:sldId id="1105" r:id="rId34"/>
    <p:sldId id="1071" r:id="rId35"/>
    <p:sldId id="1072" r:id="rId36"/>
    <p:sldId id="1106" r:id="rId37"/>
    <p:sldId id="1107" r:id="rId38"/>
    <p:sldId id="1108" r:id="rId39"/>
    <p:sldId id="1127" r:id="rId40"/>
    <p:sldId id="1128" r:id="rId41"/>
    <p:sldId id="1129" r:id="rId42"/>
    <p:sldId id="1130" r:id="rId43"/>
    <p:sldId id="1131" r:id="rId44"/>
    <p:sldId id="1132" r:id="rId45"/>
    <p:sldId id="1133" r:id="rId46"/>
    <p:sldId id="1134" r:id="rId47"/>
    <p:sldId id="1109" r:id="rId48"/>
    <p:sldId id="1110" r:id="rId49"/>
    <p:sldId id="1111" r:id="rId50"/>
    <p:sldId id="1112" r:id="rId51"/>
    <p:sldId id="1113" r:id="rId52"/>
    <p:sldId id="1114" r:id="rId53"/>
    <p:sldId id="1074" r:id="rId54"/>
    <p:sldId id="1115" r:id="rId55"/>
    <p:sldId id="1116" r:id="rId56"/>
    <p:sldId id="1117" r:id="rId57"/>
    <p:sldId id="1119" r:id="rId58"/>
    <p:sldId id="1120" r:id="rId59"/>
    <p:sldId id="1121" r:id="rId60"/>
    <p:sldId id="1122" r:id="rId61"/>
    <p:sldId id="1123" r:id="rId62"/>
    <p:sldId id="1124" r:id="rId63"/>
    <p:sldId id="1069" r:id="rId64"/>
    <p:sldId id="1070" r:id="rId65"/>
    <p:sldId id="1075" r:id="rId66"/>
    <p:sldId id="1076" r:id="rId67"/>
    <p:sldId id="1085" r:id="rId68"/>
    <p:sldId id="1137" r:id="rId69"/>
    <p:sldId id="1077" r:id="rId70"/>
    <p:sldId id="1087" r:id="rId71"/>
    <p:sldId id="1086" r:id="rId72"/>
    <p:sldId id="1083" r:id="rId73"/>
    <p:sldId id="1078" r:id="rId74"/>
    <p:sldId id="1079" r:id="rId75"/>
    <p:sldId id="1080" r:id="rId76"/>
    <p:sldId id="1851" r:id="rId77"/>
    <p:sldId id="1852" r:id="rId78"/>
    <p:sldId id="1853" r:id="rId79"/>
    <p:sldId id="1854" r:id="rId80"/>
    <p:sldId id="1855" r:id="rId81"/>
    <p:sldId id="1856" r:id="rId82"/>
    <p:sldId id="1857" r:id="rId83"/>
    <p:sldId id="1858" r:id="rId84"/>
    <p:sldId id="1859" r:id="rId85"/>
    <p:sldId id="1860" r:id="rId86"/>
    <p:sldId id="1861" r:id="rId87"/>
    <p:sldId id="1862" r:id="rId88"/>
    <p:sldId id="1863" r:id="rId89"/>
    <p:sldId id="1864" r:id="rId90"/>
    <p:sldId id="1081" r:id="rId91"/>
    <p:sldId id="1084" r:id="rId92"/>
    <p:sldId id="1865" r:id="rId93"/>
    <p:sldId id="1126" r:id="rId94"/>
    <p:sldId id="1817" r:id="rId95"/>
    <p:sldId id="1850" r:id="rId96"/>
  </p:sldIdLst>
  <p:sldSz cx="9144000" cy="6858000" type="screen4x3"/>
  <p:notesSz cx="6805613" cy="9939338"/>
  <p:custDataLst>
    <p:tags r:id="rId98"/>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2120C"/>
    <a:srgbClr val="3C1053"/>
    <a:srgbClr val="3D3935"/>
    <a:srgbClr val="8C857B"/>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7BB521D-F265-714B-8FCA-CDEFF71AA4E0}" v="4" dt="2022-02-20T13:33:14.81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0115" autoAdjust="0"/>
    <p:restoredTop sz="94694"/>
  </p:normalViewPr>
  <p:slideViewPr>
    <p:cSldViewPr snapToGrid="0">
      <p:cViewPr varScale="1">
        <p:scale>
          <a:sx n="70" d="100"/>
          <a:sy n="70" d="100"/>
        </p:scale>
        <p:origin x="1396" y="88"/>
      </p:cViewPr>
      <p:guideLst>
        <p:guide orient="horz" pos="2160"/>
        <p:guide pos="2880"/>
      </p:guideLst>
    </p:cSldViewPr>
  </p:slideViewPr>
  <p:notesTextViewPr>
    <p:cViewPr>
      <p:scale>
        <a:sx n="1" d="1"/>
        <a:sy n="1" d="1"/>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1.xml"/><Relationship Id="rId21" Type="http://schemas.openxmlformats.org/officeDocument/2006/relationships/slide" Target="slides/slide16.xml"/><Relationship Id="rId42" Type="http://schemas.openxmlformats.org/officeDocument/2006/relationships/slide" Target="slides/slide37.xml"/><Relationship Id="rId47" Type="http://schemas.openxmlformats.org/officeDocument/2006/relationships/slide" Target="slides/slide42.xml"/><Relationship Id="rId63" Type="http://schemas.openxmlformats.org/officeDocument/2006/relationships/slide" Target="slides/slide58.xml"/><Relationship Id="rId68" Type="http://schemas.openxmlformats.org/officeDocument/2006/relationships/slide" Target="slides/slide63.xml"/><Relationship Id="rId84" Type="http://schemas.openxmlformats.org/officeDocument/2006/relationships/slide" Target="slides/slide79.xml"/><Relationship Id="rId89" Type="http://schemas.openxmlformats.org/officeDocument/2006/relationships/slide" Target="slides/slide84.xml"/><Relationship Id="rId16" Type="http://schemas.openxmlformats.org/officeDocument/2006/relationships/slide" Target="slides/slide11.xml"/><Relationship Id="rId11" Type="http://schemas.openxmlformats.org/officeDocument/2006/relationships/slide" Target="slides/slide6.xml"/><Relationship Id="rId32" Type="http://schemas.openxmlformats.org/officeDocument/2006/relationships/slide" Target="slides/slide27.xml"/><Relationship Id="rId37" Type="http://schemas.openxmlformats.org/officeDocument/2006/relationships/slide" Target="slides/slide32.xml"/><Relationship Id="rId53" Type="http://schemas.openxmlformats.org/officeDocument/2006/relationships/slide" Target="slides/slide48.xml"/><Relationship Id="rId58" Type="http://schemas.openxmlformats.org/officeDocument/2006/relationships/slide" Target="slides/slide53.xml"/><Relationship Id="rId74" Type="http://schemas.openxmlformats.org/officeDocument/2006/relationships/slide" Target="slides/slide69.xml"/><Relationship Id="rId79" Type="http://schemas.openxmlformats.org/officeDocument/2006/relationships/slide" Target="slides/slide74.xml"/><Relationship Id="rId102" Type="http://schemas.openxmlformats.org/officeDocument/2006/relationships/tableStyles" Target="tableStyles.xml"/><Relationship Id="rId5" Type="http://schemas.openxmlformats.org/officeDocument/2006/relationships/slideMaster" Target="slideMasters/slideMaster2.xml"/><Relationship Id="rId90" Type="http://schemas.openxmlformats.org/officeDocument/2006/relationships/slide" Target="slides/slide85.xml"/><Relationship Id="rId95" Type="http://schemas.openxmlformats.org/officeDocument/2006/relationships/slide" Target="slides/slide90.xml"/><Relationship Id="rId22" Type="http://schemas.openxmlformats.org/officeDocument/2006/relationships/slide" Target="slides/slide17.xml"/><Relationship Id="rId27" Type="http://schemas.openxmlformats.org/officeDocument/2006/relationships/slide" Target="slides/slide22.xml"/><Relationship Id="rId43" Type="http://schemas.openxmlformats.org/officeDocument/2006/relationships/slide" Target="slides/slide38.xml"/><Relationship Id="rId48" Type="http://schemas.openxmlformats.org/officeDocument/2006/relationships/slide" Target="slides/slide43.xml"/><Relationship Id="rId64" Type="http://schemas.openxmlformats.org/officeDocument/2006/relationships/slide" Target="slides/slide59.xml"/><Relationship Id="rId69" Type="http://schemas.openxmlformats.org/officeDocument/2006/relationships/slide" Target="slides/slide64.xml"/><Relationship Id="rId80" Type="http://schemas.openxmlformats.org/officeDocument/2006/relationships/slide" Target="slides/slide75.xml"/><Relationship Id="rId85" Type="http://schemas.openxmlformats.org/officeDocument/2006/relationships/slide" Target="slides/slide80.xml"/><Relationship Id="rId12" Type="http://schemas.openxmlformats.org/officeDocument/2006/relationships/slide" Target="slides/slide7.xml"/><Relationship Id="rId17" Type="http://schemas.openxmlformats.org/officeDocument/2006/relationships/slide" Target="slides/slide12.xml"/><Relationship Id="rId25" Type="http://schemas.openxmlformats.org/officeDocument/2006/relationships/slide" Target="slides/slide20.xml"/><Relationship Id="rId33" Type="http://schemas.openxmlformats.org/officeDocument/2006/relationships/slide" Target="slides/slide28.xml"/><Relationship Id="rId38" Type="http://schemas.openxmlformats.org/officeDocument/2006/relationships/slide" Target="slides/slide33.xml"/><Relationship Id="rId46" Type="http://schemas.openxmlformats.org/officeDocument/2006/relationships/slide" Target="slides/slide41.xml"/><Relationship Id="rId59" Type="http://schemas.openxmlformats.org/officeDocument/2006/relationships/slide" Target="slides/slide54.xml"/><Relationship Id="rId67" Type="http://schemas.openxmlformats.org/officeDocument/2006/relationships/slide" Target="slides/slide62.xml"/><Relationship Id="rId103" Type="http://schemas.microsoft.com/office/2016/11/relationships/changesInfo" Target="changesInfos/changesInfo1.xml"/><Relationship Id="rId20" Type="http://schemas.openxmlformats.org/officeDocument/2006/relationships/slide" Target="slides/slide15.xml"/><Relationship Id="rId41" Type="http://schemas.openxmlformats.org/officeDocument/2006/relationships/slide" Target="slides/slide36.xml"/><Relationship Id="rId54" Type="http://schemas.openxmlformats.org/officeDocument/2006/relationships/slide" Target="slides/slide49.xml"/><Relationship Id="rId62" Type="http://schemas.openxmlformats.org/officeDocument/2006/relationships/slide" Target="slides/slide57.xml"/><Relationship Id="rId70" Type="http://schemas.openxmlformats.org/officeDocument/2006/relationships/slide" Target="slides/slide65.xml"/><Relationship Id="rId75" Type="http://schemas.openxmlformats.org/officeDocument/2006/relationships/slide" Target="slides/slide70.xml"/><Relationship Id="rId83" Type="http://schemas.openxmlformats.org/officeDocument/2006/relationships/slide" Target="slides/slide78.xml"/><Relationship Id="rId88" Type="http://schemas.openxmlformats.org/officeDocument/2006/relationships/slide" Target="slides/slide83.xml"/><Relationship Id="rId91" Type="http://schemas.openxmlformats.org/officeDocument/2006/relationships/slide" Target="slides/slide86.xml"/><Relationship Id="rId96" Type="http://schemas.openxmlformats.org/officeDocument/2006/relationships/slide" Target="slides/slide91.xml"/><Relationship Id="rId1" Type="http://schemas.openxmlformats.org/officeDocument/2006/relationships/customXml" Target="../customXml/item1.xml"/><Relationship Id="rId6" Type="http://schemas.openxmlformats.org/officeDocument/2006/relationships/slide" Target="slides/slide1.xml"/><Relationship Id="rId15" Type="http://schemas.openxmlformats.org/officeDocument/2006/relationships/slide" Target="slides/slide10.xml"/><Relationship Id="rId23" Type="http://schemas.openxmlformats.org/officeDocument/2006/relationships/slide" Target="slides/slide18.xml"/><Relationship Id="rId28" Type="http://schemas.openxmlformats.org/officeDocument/2006/relationships/slide" Target="slides/slide23.xml"/><Relationship Id="rId36" Type="http://schemas.openxmlformats.org/officeDocument/2006/relationships/slide" Target="slides/slide31.xml"/><Relationship Id="rId49" Type="http://schemas.openxmlformats.org/officeDocument/2006/relationships/slide" Target="slides/slide44.xml"/><Relationship Id="rId57" Type="http://schemas.openxmlformats.org/officeDocument/2006/relationships/slide" Target="slides/slide52.xml"/><Relationship Id="rId10" Type="http://schemas.openxmlformats.org/officeDocument/2006/relationships/slide" Target="slides/slide5.xml"/><Relationship Id="rId31" Type="http://schemas.openxmlformats.org/officeDocument/2006/relationships/slide" Target="slides/slide26.xml"/><Relationship Id="rId44" Type="http://schemas.openxmlformats.org/officeDocument/2006/relationships/slide" Target="slides/slide39.xml"/><Relationship Id="rId52" Type="http://schemas.openxmlformats.org/officeDocument/2006/relationships/slide" Target="slides/slide47.xml"/><Relationship Id="rId60" Type="http://schemas.openxmlformats.org/officeDocument/2006/relationships/slide" Target="slides/slide55.xml"/><Relationship Id="rId65" Type="http://schemas.openxmlformats.org/officeDocument/2006/relationships/slide" Target="slides/slide60.xml"/><Relationship Id="rId73" Type="http://schemas.openxmlformats.org/officeDocument/2006/relationships/slide" Target="slides/slide68.xml"/><Relationship Id="rId78" Type="http://schemas.openxmlformats.org/officeDocument/2006/relationships/slide" Target="slides/slide73.xml"/><Relationship Id="rId81" Type="http://schemas.openxmlformats.org/officeDocument/2006/relationships/slide" Target="slides/slide76.xml"/><Relationship Id="rId86" Type="http://schemas.openxmlformats.org/officeDocument/2006/relationships/slide" Target="slides/slide81.xml"/><Relationship Id="rId94" Type="http://schemas.openxmlformats.org/officeDocument/2006/relationships/slide" Target="slides/slide89.xml"/><Relationship Id="rId99" Type="http://schemas.openxmlformats.org/officeDocument/2006/relationships/presProps" Target="presProps.xml"/><Relationship Id="rId101"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4.xml"/><Relationship Id="rId13" Type="http://schemas.openxmlformats.org/officeDocument/2006/relationships/slide" Target="slides/slide8.xml"/><Relationship Id="rId18" Type="http://schemas.openxmlformats.org/officeDocument/2006/relationships/slide" Target="slides/slide13.xml"/><Relationship Id="rId39" Type="http://schemas.openxmlformats.org/officeDocument/2006/relationships/slide" Target="slides/slide34.xml"/><Relationship Id="rId34" Type="http://schemas.openxmlformats.org/officeDocument/2006/relationships/slide" Target="slides/slide29.xml"/><Relationship Id="rId50" Type="http://schemas.openxmlformats.org/officeDocument/2006/relationships/slide" Target="slides/slide45.xml"/><Relationship Id="rId55" Type="http://schemas.openxmlformats.org/officeDocument/2006/relationships/slide" Target="slides/slide50.xml"/><Relationship Id="rId76" Type="http://schemas.openxmlformats.org/officeDocument/2006/relationships/slide" Target="slides/slide71.xml"/><Relationship Id="rId97" Type="http://schemas.openxmlformats.org/officeDocument/2006/relationships/notesMaster" Target="notesMasters/notesMaster1.xml"/><Relationship Id="rId104" Type="http://schemas.microsoft.com/office/2015/10/relationships/revisionInfo" Target="revisionInfo.xml"/><Relationship Id="rId7" Type="http://schemas.openxmlformats.org/officeDocument/2006/relationships/slide" Target="slides/slide2.xml"/><Relationship Id="rId71" Type="http://schemas.openxmlformats.org/officeDocument/2006/relationships/slide" Target="slides/slide66.xml"/><Relationship Id="rId92" Type="http://schemas.openxmlformats.org/officeDocument/2006/relationships/slide" Target="slides/slide87.xml"/><Relationship Id="rId2" Type="http://schemas.openxmlformats.org/officeDocument/2006/relationships/customXml" Target="../customXml/item2.xml"/><Relationship Id="rId29" Type="http://schemas.openxmlformats.org/officeDocument/2006/relationships/slide" Target="slides/slide24.xml"/><Relationship Id="rId24" Type="http://schemas.openxmlformats.org/officeDocument/2006/relationships/slide" Target="slides/slide19.xml"/><Relationship Id="rId40" Type="http://schemas.openxmlformats.org/officeDocument/2006/relationships/slide" Target="slides/slide35.xml"/><Relationship Id="rId45" Type="http://schemas.openxmlformats.org/officeDocument/2006/relationships/slide" Target="slides/slide40.xml"/><Relationship Id="rId66" Type="http://schemas.openxmlformats.org/officeDocument/2006/relationships/slide" Target="slides/slide61.xml"/><Relationship Id="rId87" Type="http://schemas.openxmlformats.org/officeDocument/2006/relationships/slide" Target="slides/slide82.xml"/><Relationship Id="rId61" Type="http://schemas.openxmlformats.org/officeDocument/2006/relationships/slide" Target="slides/slide56.xml"/><Relationship Id="rId82" Type="http://schemas.openxmlformats.org/officeDocument/2006/relationships/slide" Target="slides/slide77.xml"/><Relationship Id="rId19" Type="http://schemas.openxmlformats.org/officeDocument/2006/relationships/slide" Target="slides/slide14.xml"/><Relationship Id="rId14" Type="http://schemas.openxmlformats.org/officeDocument/2006/relationships/slide" Target="slides/slide9.xml"/><Relationship Id="rId30" Type="http://schemas.openxmlformats.org/officeDocument/2006/relationships/slide" Target="slides/slide25.xml"/><Relationship Id="rId35" Type="http://schemas.openxmlformats.org/officeDocument/2006/relationships/slide" Target="slides/slide30.xml"/><Relationship Id="rId56" Type="http://schemas.openxmlformats.org/officeDocument/2006/relationships/slide" Target="slides/slide51.xml"/><Relationship Id="rId77" Type="http://schemas.openxmlformats.org/officeDocument/2006/relationships/slide" Target="slides/slide72.xml"/><Relationship Id="rId100" Type="http://schemas.openxmlformats.org/officeDocument/2006/relationships/viewProps" Target="viewProps.xml"/><Relationship Id="rId8" Type="http://schemas.openxmlformats.org/officeDocument/2006/relationships/slide" Target="slides/slide3.xml"/><Relationship Id="rId51" Type="http://schemas.openxmlformats.org/officeDocument/2006/relationships/slide" Target="slides/slide46.xml"/><Relationship Id="rId72" Type="http://schemas.openxmlformats.org/officeDocument/2006/relationships/slide" Target="slides/slide67.xml"/><Relationship Id="rId93" Type="http://schemas.openxmlformats.org/officeDocument/2006/relationships/slide" Target="slides/slide88.xml"/><Relationship Id="rId98" Type="http://schemas.openxmlformats.org/officeDocument/2006/relationships/tags" Target="tags/tag1.xml"/><Relationship Id="rId3" Type="http://schemas.openxmlformats.org/officeDocument/2006/relationships/customXml" Target="../customXml/item3.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ehdi Rajaeian" userId="e10da06b-5817-4dd1-ad34-42f38efef7bd" providerId="ADAL" clId="{B7BB521D-F265-714B-8FCA-CDEFF71AA4E0}"/>
    <pc:docChg chg="addSld delSld modSld">
      <pc:chgData name="Mehdi Rajaeian" userId="e10da06b-5817-4dd1-ad34-42f38efef7bd" providerId="ADAL" clId="{B7BB521D-F265-714B-8FCA-CDEFF71AA4E0}" dt="2022-02-20T13:35:17.726" v="11" actId="14100"/>
      <pc:docMkLst>
        <pc:docMk/>
      </pc:docMkLst>
      <pc:sldChg chg="del">
        <pc:chgData name="Mehdi Rajaeian" userId="e10da06b-5817-4dd1-ad34-42f38efef7bd" providerId="ADAL" clId="{B7BB521D-F265-714B-8FCA-CDEFF71AA4E0}" dt="2022-02-20T13:32:42.926" v="1" actId="2696"/>
        <pc:sldMkLst>
          <pc:docMk/>
          <pc:sldMk cId="0" sldId="257"/>
        </pc:sldMkLst>
      </pc:sldChg>
      <pc:sldChg chg="add">
        <pc:chgData name="Mehdi Rajaeian" userId="e10da06b-5817-4dd1-ad34-42f38efef7bd" providerId="ADAL" clId="{B7BB521D-F265-714B-8FCA-CDEFF71AA4E0}" dt="2022-02-20T13:32:54.646" v="2"/>
        <pc:sldMkLst>
          <pc:docMk/>
          <pc:sldMk cId="0" sldId="260"/>
        </pc:sldMkLst>
      </pc:sldChg>
      <pc:sldChg chg="add del setBg">
        <pc:chgData name="Mehdi Rajaeian" userId="e10da06b-5817-4dd1-ad34-42f38efef7bd" providerId="ADAL" clId="{B7BB521D-F265-714B-8FCA-CDEFF71AA4E0}" dt="2022-02-20T13:33:17.512" v="5" actId="2696"/>
        <pc:sldMkLst>
          <pc:docMk/>
          <pc:sldMk cId="0" sldId="261"/>
        </pc:sldMkLst>
      </pc:sldChg>
      <pc:sldChg chg="modSp add mod">
        <pc:chgData name="Mehdi Rajaeian" userId="e10da06b-5817-4dd1-ad34-42f38efef7bd" providerId="ADAL" clId="{B7BB521D-F265-714B-8FCA-CDEFF71AA4E0}" dt="2022-02-20T13:34:57.827" v="8" actId="14100"/>
        <pc:sldMkLst>
          <pc:docMk/>
          <pc:sldMk cId="0" sldId="262"/>
        </pc:sldMkLst>
        <pc:spChg chg="mod">
          <ac:chgData name="Mehdi Rajaeian" userId="e10da06b-5817-4dd1-ad34-42f38efef7bd" providerId="ADAL" clId="{B7BB521D-F265-714B-8FCA-CDEFF71AA4E0}" dt="2022-02-20T13:34:57.827" v="8" actId="14100"/>
          <ac:spMkLst>
            <pc:docMk/>
            <pc:sldMk cId="0" sldId="262"/>
            <ac:spMk id="10241" creationId="{FB578DD4-163E-DA47-AA29-CAC11E14669F}"/>
          </ac:spMkLst>
        </pc:spChg>
      </pc:sldChg>
      <pc:sldChg chg="modSp add mod">
        <pc:chgData name="Mehdi Rajaeian" userId="e10da06b-5817-4dd1-ad34-42f38efef7bd" providerId="ADAL" clId="{B7BB521D-F265-714B-8FCA-CDEFF71AA4E0}" dt="2022-02-20T13:35:09.730" v="10" actId="1036"/>
        <pc:sldMkLst>
          <pc:docMk/>
          <pc:sldMk cId="0" sldId="263"/>
        </pc:sldMkLst>
        <pc:spChg chg="mod">
          <ac:chgData name="Mehdi Rajaeian" userId="e10da06b-5817-4dd1-ad34-42f38efef7bd" providerId="ADAL" clId="{B7BB521D-F265-714B-8FCA-CDEFF71AA4E0}" dt="2022-02-20T13:35:09.730" v="10" actId="1036"/>
          <ac:spMkLst>
            <pc:docMk/>
            <pc:sldMk cId="0" sldId="263"/>
            <ac:spMk id="11265" creationId="{B419234F-7759-0C46-B90C-1801D22E960B}"/>
          </ac:spMkLst>
        </pc:spChg>
      </pc:sldChg>
      <pc:sldChg chg="add">
        <pc:chgData name="Mehdi Rajaeian" userId="e10da06b-5817-4dd1-ad34-42f38efef7bd" providerId="ADAL" clId="{B7BB521D-F265-714B-8FCA-CDEFF71AA4E0}" dt="2022-02-20T13:32:54.646" v="2"/>
        <pc:sldMkLst>
          <pc:docMk/>
          <pc:sldMk cId="0" sldId="264"/>
        </pc:sldMkLst>
      </pc:sldChg>
      <pc:sldChg chg="modSp add mod">
        <pc:chgData name="Mehdi Rajaeian" userId="e10da06b-5817-4dd1-ad34-42f38efef7bd" providerId="ADAL" clId="{B7BB521D-F265-714B-8FCA-CDEFF71AA4E0}" dt="2022-02-20T13:35:17.726" v="11" actId="14100"/>
        <pc:sldMkLst>
          <pc:docMk/>
          <pc:sldMk cId="0" sldId="265"/>
        </pc:sldMkLst>
        <pc:spChg chg="mod">
          <ac:chgData name="Mehdi Rajaeian" userId="e10da06b-5817-4dd1-ad34-42f38efef7bd" providerId="ADAL" clId="{B7BB521D-F265-714B-8FCA-CDEFF71AA4E0}" dt="2022-02-20T13:35:17.726" v="11" actId="14100"/>
          <ac:spMkLst>
            <pc:docMk/>
            <pc:sldMk cId="0" sldId="265"/>
            <ac:spMk id="13313" creationId="{5FAE3488-2F29-0F4E-8879-B91C4C246234}"/>
          </ac:spMkLst>
        </pc:spChg>
      </pc:sldChg>
      <pc:sldChg chg="add del">
        <pc:chgData name="Mehdi Rajaeian" userId="e10da06b-5817-4dd1-ad34-42f38efef7bd" providerId="ADAL" clId="{B7BB521D-F265-714B-8FCA-CDEFF71AA4E0}" dt="2022-02-20T13:33:31.634" v="6" actId="2696"/>
        <pc:sldMkLst>
          <pc:docMk/>
          <pc:sldMk cId="0" sldId="266"/>
        </pc:sldMkLst>
      </pc:sldChg>
      <pc:sldChg chg="modSp add mod">
        <pc:chgData name="Mehdi Rajaeian" userId="e10da06b-5817-4dd1-ad34-42f38efef7bd" providerId="ADAL" clId="{B7BB521D-F265-714B-8FCA-CDEFF71AA4E0}" dt="2022-02-20T13:33:36.847" v="7" actId="1076"/>
        <pc:sldMkLst>
          <pc:docMk/>
          <pc:sldMk cId="0" sldId="267"/>
        </pc:sldMkLst>
        <pc:spChg chg="mod">
          <ac:chgData name="Mehdi Rajaeian" userId="e10da06b-5817-4dd1-ad34-42f38efef7bd" providerId="ADAL" clId="{B7BB521D-F265-714B-8FCA-CDEFF71AA4E0}" dt="2022-02-20T13:33:36.847" v="7" actId="1076"/>
          <ac:spMkLst>
            <pc:docMk/>
            <pc:sldMk cId="0" sldId="267"/>
            <ac:spMk id="15361" creationId="{8C300C68-1EC3-9C45-B8EE-92BD86ABBF56}"/>
          </ac:spMkLst>
        </pc:spChg>
      </pc:sldChg>
      <pc:sldChg chg="add">
        <pc:chgData name="Mehdi Rajaeian" userId="e10da06b-5817-4dd1-ad34-42f38efef7bd" providerId="ADAL" clId="{B7BB521D-F265-714B-8FCA-CDEFF71AA4E0}" dt="2022-02-20T13:32:54.646" v="2"/>
        <pc:sldMkLst>
          <pc:docMk/>
          <pc:sldMk cId="0" sldId="268"/>
        </pc:sldMkLst>
      </pc:sldChg>
      <pc:sldChg chg="add">
        <pc:chgData name="Mehdi Rajaeian" userId="e10da06b-5817-4dd1-ad34-42f38efef7bd" providerId="ADAL" clId="{B7BB521D-F265-714B-8FCA-CDEFF71AA4E0}" dt="2022-02-20T13:33:14.810" v="4"/>
        <pc:sldMkLst>
          <pc:docMk/>
          <pc:sldMk cId="2757106827" sldId="284"/>
        </pc:sldMkLst>
      </pc:sldChg>
      <pc:sldChg chg="add">
        <pc:chgData name="Mehdi Rajaeian" userId="e10da06b-5817-4dd1-ad34-42f38efef7bd" providerId="ADAL" clId="{B7BB521D-F265-714B-8FCA-CDEFF71AA4E0}" dt="2022-02-20T13:33:14.810" v="4"/>
        <pc:sldMkLst>
          <pc:docMk/>
          <pc:sldMk cId="979744807" sldId="285"/>
        </pc:sldMkLst>
      </pc:sldChg>
      <pc:sldChg chg="modSp">
        <pc:chgData name="Mehdi Rajaeian" userId="e10da06b-5817-4dd1-ad34-42f38efef7bd" providerId="ADAL" clId="{B7BB521D-F265-714B-8FCA-CDEFF71AA4E0}" dt="2022-02-20T13:32:16.315" v="0"/>
        <pc:sldMkLst>
          <pc:docMk/>
          <pc:sldMk cId="2148014906" sldId="925"/>
        </pc:sldMkLst>
        <pc:spChg chg="mod">
          <ac:chgData name="Mehdi Rajaeian" userId="e10da06b-5817-4dd1-ad34-42f38efef7bd" providerId="ADAL" clId="{B7BB521D-F265-714B-8FCA-CDEFF71AA4E0}" dt="2022-02-20T13:32:16.315" v="0"/>
          <ac:spMkLst>
            <pc:docMk/>
            <pc:sldMk cId="2148014906" sldId="925"/>
            <ac:spMk id="7" creationId="{FAE72FDF-B21D-43D1-9CDB-2AEBCC5BA976}"/>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49099" cy="498693"/>
          </a:xfrm>
          <a:prstGeom prst="rect">
            <a:avLst/>
          </a:prstGeom>
        </p:spPr>
        <p:txBody>
          <a:bodyPr vert="horz" lIns="91440" tIns="45720" rIns="91440" bIns="45720" rtlCol="0"/>
          <a:lstStyle>
            <a:lvl1pPr algn="l">
              <a:defRPr sz="1200"/>
            </a:lvl1pPr>
          </a:lstStyle>
          <a:p>
            <a:endParaRPr lang="en-AU"/>
          </a:p>
        </p:txBody>
      </p:sp>
      <p:sp>
        <p:nvSpPr>
          <p:cNvPr id="3" name="Date Placeholder 2"/>
          <p:cNvSpPr>
            <a:spLocks noGrp="1"/>
          </p:cNvSpPr>
          <p:nvPr>
            <p:ph type="dt" idx="1"/>
          </p:nvPr>
        </p:nvSpPr>
        <p:spPr>
          <a:xfrm>
            <a:off x="3854939" y="0"/>
            <a:ext cx="2949099" cy="498693"/>
          </a:xfrm>
          <a:prstGeom prst="rect">
            <a:avLst/>
          </a:prstGeom>
        </p:spPr>
        <p:txBody>
          <a:bodyPr vert="horz" lIns="91440" tIns="45720" rIns="91440" bIns="45720" rtlCol="0"/>
          <a:lstStyle>
            <a:lvl1pPr algn="r">
              <a:defRPr sz="1200"/>
            </a:lvl1pPr>
          </a:lstStyle>
          <a:p>
            <a:fld id="{6F69E031-7821-4947-9A91-EC03C15F7566}" type="datetimeFigureOut">
              <a:rPr lang="en-AU" smtClean="0"/>
              <a:t>3/03/2026</a:t>
            </a:fld>
            <a:endParaRPr lang="en-AU"/>
          </a:p>
        </p:txBody>
      </p:sp>
      <p:sp>
        <p:nvSpPr>
          <p:cNvPr id="4" name="Slide Image Placeholder 3"/>
          <p:cNvSpPr>
            <a:spLocks noGrp="1" noRot="1" noChangeAspect="1"/>
          </p:cNvSpPr>
          <p:nvPr>
            <p:ph type="sldImg" idx="2"/>
          </p:nvPr>
        </p:nvSpPr>
        <p:spPr>
          <a:xfrm>
            <a:off x="1166813" y="1243013"/>
            <a:ext cx="4471987" cy="3354387"/>
          </a:xfrm>
          <a:prstGeom prst="rect">
            <a:avLst/>
          </a:prstGeom>
          <a:noFill/>
          <a:ln w="12700">
            <a:solidFill>
              <a:prstClr val="black"/>
            </a:solidFill>
          </a:ln>
        </p:spPr>
        <p:txBody>
          <a:bodyPr vert="horz" lIns="91440" tIns="45720" rIns="91440" bIns="45720" rtlCol="0" anchor="ctr"/>
          <a:lstStyle/>
          <a:p>
            <a:endParaRPr lang="en-AU"/>
          </a:p>
        </p:txBody>
      </p:sp>
      <p:sp>
        <p:nvSpPr>
          <p:cNvPr id="5" name="Notes Placeholder 4"/>
          <p:cNvSpPr>
            <a:spLocks noGrp="1"/>
          </p:cNvSpPr>
          <p:nvPr>
            <p:ph type="body" sz="quarter" idx="3"/>
          </p:nvPr>
        </p:nvSpPr>
        <p:spPr>
          <a:xfrm>
            <a:off x="680562" y="4783307"/>
            <a:ext cx="5444490" cy="3913614"/>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6" name="Footer Placeholder 5"/>
          <p:cNvSpPr>
            <a:spLocks noGrp="1"/>
          </p:cNvSpPr>
          <p:nvPr>
            <p:ph type="ftr" sz="quarter" idx="4"/>
          </p:nvPr>
        </p:nvSpPr>
        <p:spPr>
          <a:xfrm>
            <a:off x="0" y="9440647"/>
            <a:ext cx="2949099" cy="498692"/>
          </a:xfrm>
          <a:prstGeom prst="rect">
            <a:avLst/>
          </a:prstGeom>
        </p:spPr>
        <p:txBody>
          <a:bodyPr vert="horz" lIns="91440" tIns="45720" rIns="91440" bIns="45720" rtlCol="0" anchor="b"/>
          <a:lstStyle>
            <a:lvl1pPr algn="l">
              <a:defRPr sz="1200"/>
            </a:lvl1pPr>
          </a:lstStyle>
          <a:p>
            <a:endParaRPr lang="en-AU"/>
          </a:p>
        </p:txBody>
      </p:sp>
      <p:sp>
        <p:nvSpPr>
          <p:cNvPr id="7" name="Slide Number Placeholder 6"/>
          <p:cNvSpPr>
            <a:spLocks noGrp="1"/>
          </p:cNvSpPr>
          <p:nvPr>
            <p:ph type="sldNum" sz="quarter" idx="5"/>
          </p:nvPr>
        </p:nvSpPr>
        <p:spPr>
          <a:xfrm>
            <a:off x="3854939" y="9440647"/>
            <a:ext cx="2949099" cy="498692"/>
          </a:xfrm>
          <a:prstGeom prst="rect">
            <a:avLst/>
          </a:prstGeom>
        </p:spPr>
        <p:txBody>
          <a:bodyPr vert="horz" lIns="91440" tIns="45720" rIns="91440" bIns="45720" rtlCol="0" anchor="b"/>
          <a:lstStyle>
            <a:lvl1pPr algn="r">
              <a:defRPr sz="1200"/>
            </a:lvl1pPr>
          </a:lstStyle>
          <a:p>
            <a:fld id="{4C98A5C1-1CB9-4F08-9AE0-90C38B1EBB91}" type="slidenum">
              <a:rPr lang="en-AU" smtClean="0"/>
              <a:t>‹#›</a:t>
            </a:fld>
            <a:endParaRPr lang="en-AU"/>
          </a:p>
        </p:txBody>
      </p:sp>
    </p:spTree>
    <p:extLst>
      <p:ext uri="{BB962C8B-B14F-4D97-AF65-F5344CB8AC3E}">
        <p14:creationId xmlns:p14="http://schemas.microsoft.com/office/powerpoint/2010/main" val="14525596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p:cNvGrpSpPr/>
        <p:nvPr/>
      </p:nvGrpSpPr>
      <p:grpSpPr>
        <a:xfrm>
          <a:off x="0" y="0"/>
          <a:ext cx="0" cy="0"/>
          <a:chOff x="0" y="0"/>
          <a:chExt cx="0" cy="0"/>
        </a:xfrm>
      </p:grpSpPr>
      <p:sp>
        <p:nvSpPr>
          <p:cNvPr id="86" name="Google Shape;86;g165105c655_0_7: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056364DA-F71F-EBF9-D01C-37509743AF31}"/>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3BE9E141-BD6E-46A0-6082-A1AB4D85CABF}"/>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DF81331F-49CA-0E23-861B-B7AC17DDF5B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394FF090-BCF1-8E49-678F-8F03E9B466F5}"/>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76108364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6358819C-26B7-5508-698B-14DFA3EC7610}"/>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57D7EEEA-BFE9-95A3-5B8E-3BE5B2E98403}"/>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C031112E-A759-650E-84F6-53F11FF0FA6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CD9E8162-50A6-CF49-EA1E-EF67BD9062F6}"/>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85751983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DF4CA0DC-F5EE-BB87-FE3C-9BE647F6DF17}"/>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1C20B095-001C-BF8E-1512-D72E0EF2B1CB}"/>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8183320A-62FE-77F7-49C5-28D053119DF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01D4B768-473A-940C-BFD0-68CF256E2DF6}"/>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47716258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6FB3BF70-DCB4-D487-25DA-AB9DB7024326}"/>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035BFC5A-821A-69B1-D689-8637ECEED3AD}"/>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1AECA883-9B9D-F7BC-BD90-9CC494B9EEE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378FAC4C-FC55-0C97-9696-202D482E91EA}"/>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427035794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703E5013-4756-9095-70C8-24A36DB196D6}"/>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C9E8132C-5FAB-C674-6176-73ABA5A8E7F4}"/>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2EA2C448-9417-8EB6-2256-56ED21DA499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E892C11E-09F6-1754-014F-9CA4B1CAD23F}"/>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47633859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843BA873-5C9C-39A3-00B6-067964EFA815}"/>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6706B44D-1BAC-DB71-4DB6-7993494F9601}"/>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DFCEDD46-07A0-69CF-6A10-085ADD5D3CC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5C2A7B1D-BC7D-5C6D-1688-7D5FDBE0AC0E}"/>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72465627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2ACB170-B1B4-EA66-8191-5BE4EE19CEEC}"/>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8772E85D-7291-6E7E-896C-C9EA540F1C42}"/>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BF34F373-A0D3-1350-DCEE-FEFDF2373C5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9C604C58-0087-188E-30E9-ACEB1443318D}"/>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88471767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D60A92FA-D817-ED27-2F32-1A4F3D646B37}"/>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8F2D5D5B-C376-5148-7F69-C187C4AEDDF0}"/>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B1985BC5-9EEC-1226-7D61-7197E8F2F35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959E9F98-84C5-C053-0FC1-533A1CC93031}"/>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7410972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7A9BC923-6BD2-0A91-D72E-803F341F71F4}"/>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D84C2CAA-7300-0B21-AA25-92ADD5D1FDD7}"/>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7F50A986-2121-E22E-CC07-658AF07B526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55F2D595-B7B7-478D-1E4D-6730CF557544}"/>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57829123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8A3896B0-3407-3DA6-D53F-E9FDFCECBBB7}"/>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1F0CBE31-237F-26A1-E794-63941412D543}"/>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44A6F443-8BDF-3CCC-A238-2408C5CD601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BD6FCDEE-16FE-19DB-62EE-6C96843ED474}"/>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67188800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90C1B23D-4D60-69B1-ED70-E68492CA2065}"/>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62786BE2-2A6A-1696-37B8-16872D5FDD0C}"/>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F3F25E90-9394-3A49-B98E-D62A4E3E4D4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9A4689DE-B8B4-5E04-61A8-FECB49213E73}"/>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33671219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EA7F8884-C613-18F4-DEAB-27D33B285074}"/>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AA70DBEE-7EC3-E745-00BB-510504AC2DC9}"/>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9C9BB7B9-5745-51B8-D74F-6041D2CA5AB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B51630AA-9F48-F886-81C6-D646FDA32589}"/>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47309459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32E9B60E-50DB-1DC4-0F27-4267F9DB83AA}"/>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DA75E174-7671-1BF5-D5F7-083FA7BF1648}"/>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F3FCEB84-6BFF-C107-63C8-8439801AE61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1B4A92A0-1077-119C-D618-B972C5A46BB7}"/>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70000543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E24B5F91-8F90-60F2-3794-47CA3317892A}"/>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3AD53933-77FB-6214-D668-198AD8E81D06}"/>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2925EC4E-EF3F-441F-BE10-9E062C35599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38C66262-3614-759B-2441-7EB6EF5136A6}"/>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6536413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79AB183E-49B3-943B-7078-C5A0E79F0C2F}"/>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A218FCFA-51FA-5C2F-A3A7-23EE6F6B8EAF}"/>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C906F3CA-4FEF-752A-8F7C-BBFE251C4CC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AE803EF4-7B7B-BAF9-623F-91A92259C7DD}"/>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55632867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114B5856-123A-A1E2-DE00-E725E0E62D00}"/>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F4BA811C-451E-76B1-7F43-E7E6E8992FE7}"/>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5366D0EC-102C-829F-35BC-4DAEC4FD6F9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55A5FA0A-EA89-2A66-6251-38409E4E9572}"/>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87205339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98E1396C-2B88-2F4A-1FCB-4F4B8EDF5B9D}"/>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326F1E39-8215-F95D-2273-160B9122A419}"/>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7DC4FD28-8A37-6272-20DD-126AB3172D2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41B90655-0499-8808-AB99-7EE842DE30DB}"/>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58247732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2598AB75-44A8-6409-FE97-A92C2E1A180E}"/>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86E133BE-1F8B-ACE2-A65B-FF2244E3DC07}"/>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60CA10A2-F15B-F9A9-45EC-8E613A5CF80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F8C380BF-7586-1D32-8103-E3BE9B1090E4}"/>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48410912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89172E9E-8457-D0FC-4D18-628F070E3A59}"/>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B145FDC9-C255-3A81-8F70-1B377CCD46B1}"/>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48672DEE-9EE7-852F-A5D1-3A8DFC46C8F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E1674D41-F01A-7330-52C8-1F294D008BF1}"/>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63085037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EAB397B6-AB57-4E25-D7D0-AFF00A86E866}"/>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2DB8158E-0473-464B-C792-F403F133A46E}"/>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DFC2D60A-4BA6-4B71-479E-44522FAED0E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30957D39-E59F-EDFC-B32A-36C2F926AB3A}"/>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94548156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DDEBBBC9-1E53-D5E6-A861-BC93047E26D2}"/>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7EA41A37-5A9F-1E78-CD90-3F2603410D72}"/>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9C64E24C-CB2B-80CB-02BE-D040BF04D02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36705166-199B-9D8D-AD68-88C6810CFDEF}"/>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96976999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4582DF1C-C516-0C8B-0183-3945F38B194F}"/>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C84B1AA2-AE73-EC5E-5F34-086F8A038748}"/>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910367A3-115E-561A-02D8-DA6C61A39AD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93E7EDCB-5E96-3884-BA97-256FCCF53049}"/>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73677158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90F7B73E-540B-94C5-C1FD-4F96B983CAAA}"/>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8DD68BE0-0370-1D31-2AAD-F8E956276BF6}"/>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11615B58-376E-879A-664F-3670CE6E8B0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85E6630B-5423-7425-AA1B-1A83A1F24FA3}"/>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82291163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CB645D3A-8BF6-39CD-6603-ED93473EE0BA}"/>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32EB0ED9-7FDB-6E1A-4CA0-659913373003}"/>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D90E5CB1-4B36-1520-25D5-A27217EA06E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EB533F91-C22B-EE4B-46F0-231D4A1A0BFE}"/>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62317215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706F6C46-D1C5-BF28-BC43-A4825DF1547D}"/>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CC7C60D3-8BD8-F193-282D-564BA48CB4CA}"/>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65254FAB-ECBE-2622-C59C-5AACB6AAADB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23A785BE-9A6D-F1E9-1009-132523ACF578}"/>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97357019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1729533C-BE3B-1EDD-AB4D-CE17427D07AD}"/>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629E1B50-AACB-98F3-4D88-83AB51C1B689}"/>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B95A8721-0680-4538-0115-52C57E65A3A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958731A3-4E7C-A574-41CB-C7116FF28D08}"/>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44788189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1CB9B637-59F2-3666-15F2-D8E40A7DDA99}"/>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1F5187FF-9076-B653-78D0-1CD37D4419C4}"/>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F1867D26-5445-9EDF-B755-C8D2786C508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AA15A98B-A858-CC5E-8AFD-E3C2A2C323D5}"/>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96635471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F7C92EE4-8BBF-D1C3-4D64-D8F84E0E3063}"/>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657104BD-1301-5EEE-E33E-31BF43986748}"/>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737E7756-3234-06AC-310C-ABE5A30AF0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735D23A8-382C-9337-DA1C-86EB53B9AAB9}"/>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45489507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2BED853B-2C74-AC29-AB4B-843FE674E25B}"/>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87EF5EC5-8A06-4E79-CF65-6BBA15B9BB24}"/>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3C090EBB-C70D-5414-0AB6-7C6749FD5D5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6F4C3612-C9AE-0222-D447-AC7672959403}"/>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82373058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64CF60C2-391A-025E-2922-3B693611B6BA}"/>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E5382131-AF14-81A1-64F8-FF175F024A77}"/>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F0BC11BF-6D1D-305F-5B6A-F77FD4DB9FC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7E87E59B-AFA1-F7B8-87C2-43D031DDDAB0}"/>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14171324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EA3D3BA4-C3F1-574E-15DF-36016BBD8A9A}"/>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82BDB5F7-8B55-C8BC-14B4-CFD86C0919B3}"/>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C6FFC465-AB37-FCBC-7F38-19FA716B5A8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0695A1F2-909B-A1FE-6ECD-0026D2C2FE0E}"/>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4266606956"/>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B100D1B4-5F2C-734C-B304-054BAA771AFC}"/>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D0CD33E7-94F4-219C-9329-25160490792E}"/>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FABEE810-C3FB-BB81-E4CD-723ED03EDF2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6A516804-0F6E-8DB8-BA9C-9D472E57C82F}"/>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684136342"/>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EEAAF1D9-54E3-ECA1-F5F9-68D745079C95}"/>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7173463C-395B-0749-B15E-AA06C4982C2A}"/>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ADD39156-D0F5-1099-E238-BF95B6C919C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AA737303-05D0-4BB5-863E-D395C0C970E2}"/>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51819178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1CED2ADB-94DD-2634-2DC4-326B01825FEE}"/>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3130ED2D-BD59-A0F5-1D8D-C9D6A533C242}"/>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4043F66F-755D-C69A-13DB-0B0A24A697E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58BAE1C2-117E-9171-2037-50EBC354C7F4}"/>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74577423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E9F85134-DA20-58B1-BAF1-A7BCFEEF8521}"/>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EFD0158A-2533-E8BB-1F44-5DE1D1BCAAC1}"/>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C871059E-AF22-FAA4-FA5E-94EA450B0B3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092673E4-78A1-0937-D1B6-DBAFBDF5A826}"/>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53822962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73DC375A-D6BF-92EB-70B4-F72256CC5AF2}"/>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058379F3-629E-EFA9-4D8D-A0FDE93CC004}"/>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F31B9D19-A677-F492-EFFA-B3ACE6E3748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BFE9B756-955A-AB20-3B84-6254D42F8553}"/>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89812075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4DE9945E-F4A7-8F7E-B40E-57DFF9F7CA93}"/>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B33299AE-10E6-6D2F-3C4D-074BD0DBBCC0}"/>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6A7B0151-61F9-CC02-9D5E-66A2355122B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A05A3616-C23B-178D-93C5-22F2A76A43F0}"/>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62363264"/>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FC887ABA-1F12-997B-12AF-2096ABF9A8E3}"/>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E0A848A0-D97C-F102-7F7F-978A98690FFF}"/>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FBB23C8E-11F0-3786-8716-9696017860A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09DF5AB3-A266-D40D-98F0-BF852974D4D6}"/>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146245240"/>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6135DAA-58A5-3AE2-B3E1-5BBD5F922598}"/>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4B875CC5-1CC7-0768-FEBE-879346B1CADF}"/>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69F5B94C-DDB2-8E73-3FB4-C53B37F62DE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AEC1B202-B627-CC12-BE09-3AC561D450A4}"/>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4027880665"/>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87F2EC44-3DEB-8B91-B2A3-AA010346644D}"/>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7CADAEA3-D432-526F-1F2D-E020981BD66D}"/>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8148FCC5-BF18-1D84-076D-785EC70A480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6C97E937-51CE-270E-E1CB-68A51BC1A487}"/>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5253842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603CB619-6E79-F824-56C4-EE576CAB366D}"/>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951BED26-BC78-CBCB-2737-A1264361728E}"/>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2CDBF3A0-85F6-1835-F251-9CC5E522AD6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017D0A67-55A4-E771-4CCD-CDDC9F715B6F}"/>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672312039"/>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347F844E-8771-41FC-EFAE-1B832E2422C6}"/>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99611B8F-C3BB-666F-03E4-7A4EF55D9D60}"/>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3344EB00-F044-F319-C5A1-CEAEABA7F58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00E9D3B3-0516-1269-8DE2-8FBA0AC9897A}"/>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965545607"/>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781EE438-975B-1F61-ED08-E1A36C6894C9}"/>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D1D0E2C8-2A0F-5DD0-40D6-FB90FA470F2D}"/>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F76B75E2-EE35-A464-128A-3976C9B18D6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180AD648-1D70-D7C6-1F53-2B4F292DDC71}"/>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301659907"/>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E781B4AF-935D-439B-E8E6-922AF2626742}"/>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9005298E-3BB9-47DC-21ED-B6A80290424E}"/>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467ADFBC-004A-42C6-5CB2-7F394C556F8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3341237A-B484-2F19-7D51-F4E0479584C8}"/>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10777211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0873F690-4E87-D033-F456-BE78A14B73C3}"/>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BB763062-0737-826C-1F13-FA4B9FDA9BCC}"/>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0C8C781C-A73D-AB5F-028E-CB0E6E86424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2C96DDAD-743F-6B29-DFC3-51026D403717}"/>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888065365"/>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94AAB215-4269-FF61-889A-D1B90E565107}"/>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66349C21-85F0-3ED5-BE4C-31781924E02A}"/>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6DFCDB7F-06A3-855A-9FBC-B58FB8BCB3B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BD95D1E2-D6B5-4921-D211-4BCEE20DCACB}"/>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481848382"/>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88B09198-393C-EA75-694F-5ADE33ACA5C1}"/>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B3C2A403-3477-39AF-E23F-FE133F4C541E}"/>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5DE6CAF5-16CF-1762-FAF6-E219FA3EF8C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FF1F2D80-85FE-E6FB-E0A3-C549611EE8E3}"/>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721035306"/>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3E5033E3-6CCF-74D4-902C-55CA2C0B4BB9}"/>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4D7EE5A5-B947-2B9A-E2D1-6506BCFCD7DE}"/>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60A9EE76-AC5C-4DF6-2286-108731735D3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4DBF2F95-757C-01EA-8723-097BE17AB017}"/>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424794796"/>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B101CA40-5546-73F9-6102-2A0FB29E31E2}"/>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13629863-CEEB-7159-D6EF-C4744F104D5C}"/>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D520B1D8-D871-D480-C7CE-938C993AC6A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1488FF35-5E02-BF3A-8648-B69188EA5274}"/>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003679706"/>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9110A060-7C2F-75D2-A6EA-032E82CEF7E8}"/>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A9747D3F-FD54-784F-2C1A-655C4990EF57}"/>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483CC698-ABA5-0E2D-6503-32BEF6FDFE7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616FAB6A-A456-D5DF-4124-8217D5E75B44}"/>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459635448"/>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B1EB5329-455B-AFF1-2785-1E3ED9935271}"/>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564C9FA7-9B75-305A-D9F5-7B4308142D94}"/>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46666A51-94F5-AA3F-439E-4339A2E60E2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EF365192-6EAC-4354-B76B-0E290CA8B1F2}"/>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64403656"/>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22F40C5F-961F-7463-8B72-9C6BF63663A5}"/>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B3452A62-E910-795F-144C-7E056011456E}"/>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D817FB25-84F0-CDFB-216C-CDBACB16BF8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9B89D647-0C79-39A0-D813-D25ED8D48D02}"/>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27642917"/>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1904E850-D8A1-5CC8-946D-F1BA5779E718}"/>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057E1F2F-8805-A7CC-515E-930C13B71103}"/>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1C35FCEF-4A66-1E24-A0FC-84A4CBFCF07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7440D5CA-2CDE-BB1E-C7E3-C732A01A1102}"/>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7857565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E4ADBA54-9F24-1F22-68C4-CA0F7F974DF2}"/>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B11A8FA2-661D-C71C-FCDC-B1CEBA09F820}"/>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645F5024-71D9-67AB-7AD0-6D4EE20E23A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0B03BCAC-D057-5733-A562-BDEE06969E67}"/>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426464559"/>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04E115F1-4CCF-65BB-4A6B-C1736FCC8BCB}"/>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2F9444A9-B3A5-FDC5-474A-664D9FB7C4F4}"/>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DEB4FAA0-DFFA-8BEB-2297-6A86677ABFA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EDD012AB-B714-CB4B-E1EC-83DDDF91D18E}"/>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458729498"/>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EEC8D6C7-DA02-5BC9-D6C1-C2A0F314EB66}"/>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F6B99B6B-8808-81DD-7609-5257148ADE6A}"/>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1C699493-B458-E258-671D-6495DF4D397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3C736131-B091-328B-DE28-FD17A2276A80}"/>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707982705"/>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21EC444A-30A2-3CF1-0E53-09F9F2766799}"/>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6A2FD1ED-3356-251A-F709-95C1814A52BD}"/>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7E58AC54-4645-DBD4-6608-B0EF1572271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EE283AB9-9793-09BA-BBF4-282B12B52A5B}"/>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546590203"/>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D87E17C5-2F76-484C-F4E5-8D08E1DD8C1C}"/>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B57CDC71-C82A-2A6F-F829-02BD25147BC5}"/>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11D9241D-C893-E738-DC59-0390C1DEACB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351B745F-3FA9-3758-B60A-6DDD60CEAEBB}"/>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70260692"/>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5CDAA132-6354-398C-3FF3-F0239DA774F0}"/>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C1747F08-9458-E960-8C14-36755A06F399}"/>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CFC32FB8-8AE9-840D-C4F0-3F029401FF7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FB5B0142-12FF-166B-E74A-2E0ED1BD3DA4}"/>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528447952"/>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4A4B3BC3-0A7C-CD79-B21C-AE5971C4B527}"/>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7348EC43-B27E-C151-F4D0-7190F96791AA}"/>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BA03F9C8-FDBF-25FC-37B2-A995AF4A99E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35BE0C37-FF80-F6F3-FD1C-71B1D0E785E1}"/>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083652282"/>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360A481B-04B7-01C7-D86E-F0DAB34B070F}"/>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3D8314B9-FEED-E128-EA7F-70E02E5712DF}"/>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569D102A-E3FA-E6B0-8B6E-D882AE534DB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F33A2A32-A614-2F11-63D7-EFA35D2570C8}"/>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764473174"/>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66E3D1A6-E4B7-E3C7-0293-BE2FB6F417C2}"/>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37D11CCC-F780-6180-A669-6940E0189CA9}"/>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D8816DDC-4C37-8C1C-98E2-49FA4977C8D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55D4AC8A-93E5-784B-2562-3CB7762F0546}"/>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005054689"/>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91BE0762-C7FF-49FB-FBFE-2D466BA76FB5}"/>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5EB876F7-2037-6AD8-82EF-A677290806EE}"/>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B7B8EC86-68D2-DC8B-4793-F076F678BDF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76132F28-0DC4-0349-4D3B-F5F472AE278E}"/>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7823023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1356E8EF-2986-CFC7-866F-FA80C2AA92E5}"/>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5642EE8A-5892-D9B2-2E68-D9AF92196872}"/>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108660C5-8AE5-18D2-B1D9-4385740A21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CD004AEB-C25B-ED28-041A-F792525C1A21}"/>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4096941536"/>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4115338D-84A4-683F-DDD4-C3D25449298C}"/>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A64A38A7-6630-918F-ADF4-62EC2F88BD81}"/>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1E944E63-B867-2A89-FB21-5E3E6075E32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82651687-B326-7784-11E7-0EB55B257DC4}"/>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989045195"/>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8EC79193-2446-14DC-FF9A-3433DC0A73D8}"/>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F15C711D-88D2-C0DE-C14E-03A646E3320E}"/>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A845E87D-873B-2B36-4EB1-4152D0701B4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D1A678D3-52E9-708E-B623-3DC64DE3C53C}"/>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072561005"/>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13EC0202-E6E4-40D3-1C3A-6C1D18C27DA1}"/>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25CAEE80-0FB1-DD95-AE25-38C9E7B4F397}"/>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05E619F2-FA92-004C-913B-7B2FB0E86CB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C4A2EFF7-CA52-3F65-5C6E-FA2E171CF74D}"/>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940985699"/>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8B36E745-816F-24E4-2BF9-12C46CD007FC}"/>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55CC5059-1477-4B58-A8D1-E2A5B7219E0A}"/>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52E56F1C-7B2E-5593-3E75-F24E2A3F35F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0A84C1E2-0C1C-58CE-780E-5E32E46FDB33}"/>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121517296"/>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3C88C1DA-37CD-B4F7-8385-96ABE604E7B4}"/>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2FDEDE30-CFC2-EBC2-5B3B-FCD003176350}"/>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90B72EA5-564B-9E97-A6B6-786897F87E9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1A027563-578E-42D8-0DFC-01653A493FF5}"/>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749221173"/>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0077ECF-CA94-B483-2244-CC45DC768516}"/>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55E7B8C9-0F7F-8128-989F-275E647C84DC}"/>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48C97DE0-2244-13B9-AD02-12E810D1F02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C271B9AA-4591-C8C6-49C3-81C09C1E244A}"/>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449990208"/>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1579A91-72A7-8476-A3DB-AB8F05A5626B}"/>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D3A3C830-75EC-1E45-330D-03022401D803}"/>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A68DF6DC-D106-A00C-6E95-F771AE43DED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6F208879-8340-1D38-A659-C61FD3355751}"/>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15890840"/>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2B4FCD98-068D-C401-2840-40DEE000FC94}"/>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8653E74C-1CA2-740C-1926-49607DEB3B43}"/>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4847C95F-B471-000E-E86D-38AD491B300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04B24652-9709-2182-F42E-5771054B4613}"/>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365801769"/>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6F9D7D0F-A597-B49E-260A-3DD71E120852}"/>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F54E493B-CE97-1E84-6149-5786E0545153}"/>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BC154BE2-E733-93D1-EC14-BB01260EFD1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064A0F6D-FACA-3A61-B505-67326FD44B82}"/>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443329242"/>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5032D0E2-D7D0-5BCD-371E-B6CEA25E397F}"/>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955CDF29-021C-B51D-68CB-2A8F5E3ADC3C}"/>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1757A3BA-816E-FCE3-E599-BAB2401DC52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26882D6A-5B66-8CEC-F599-D3443AA099B4}"/>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927203005"/>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9203F35F-CF91-AE4C-863A-9F6822097BE3}"/>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E2C33229-F910-D971-37FD-3954E69F51EA}"/>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85EB4E8D-55B2-D3F8-E978-4C3F62B0888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F041E373-25C5-AA55-D878-96C495072B27}"/>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913423803"/>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938ACC2F-2725-9715-4617-212EB0C51F94}"/>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E3529301-25A7-8D42-1213-A85A24446DCB}"/>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186FB4FE-C1D4-4757-8BB2-393C7969583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E3CE1827-039B-16FE-E7AC-6C1132E96DA0}"/>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5684783"/>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CB7047E3-0786-1314-A082-31071F2112E3}"/>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42FA3C21-9A0F-41DB-BE40-8B4AC6C1ADB6}"/>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6C6FB123-DE21-CC69-0AEE-FA9125C0BF9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0FF0E479-77CF-1180-C5B1-9D70B52AB550}"/>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44355448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0EC38439-8832-DA96-8326-2A7E7F7D9BB6}"/>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7CF14C47-B3A1-3850-1E18-B3C8B92CB0ED}"/>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CEBD54AF-4E8B-3BD7-C63A-BD5676B4C46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EDCD83F7-A0FA-5F97-B55A-118A0D5E289E}"/>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557046817"/>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FFC7F37B-6139-057B-F266-2C13EE0A9E8A}"/>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46AED17B-D68B-17D2-08BE-C365DC7C6039}"/>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2FFAFB85-EE3A-D92F-43DA-C4EBE2A4D07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674E8137-7F00-973F-1784-9C5E4766A9AC}"/>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4159158127"/>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548DB6DE-9AC5-87ED-E56B-18859BD02A12}"/>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135E82F5-678A-6FB9-AF4F-E9AF62ACADEC}"/>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AFD944C7-4E79-AAE0-4B62-FAB06C43513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C2380F30-4D09-5854-3986-5422AC529AB6}"/>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446398479"/>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1376D6E4-2683-B2E3-5672-928B76C8BCA6}"/>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615E447F-6D0B-A9DE-F29A-3FCEC8736D66}"/>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4A651046-90F3-CD9D-8F30-43924AE91D5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049D9090-A93B-9770-F651-92D7BFA71273}"/>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75789807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slideMaster" Target="../slideMasters/slideMaster1.xml"/><Relationship Id="rId1" Type="http://schemas.openxmlformats.org/officeDocument/2006/relationships/tags" Target="../tags/tag3.xml"/><Relationship Id="rId4" Type="http://schemas.openxmlformats.org/officeDocument/2006/relationships/image" Target="../media/image1.emf"/></Relationships>
</file>

<file path=ppt/slideLayouts/_rels/slideLayout5.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slideMaster" Target="../slideMasters/slideMaster1.xml"/><Relationship Id="rId1" Type="http://schemas.openxmlformats.org/officeDocument/2006/relationships/tags" Target="../tags/tag4.xml"/><Relationship Id="rId4" Type="http://schemas.openxmlformats.org/officeDocument/2006/relationships/image" Target="../media/image1.emf"/></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25.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26.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30.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31.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32.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33.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34.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36.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37.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38.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39.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40.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41.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42.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43.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44.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45.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46.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47.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48.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49.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50.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51.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52.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53.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54.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55.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56.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57.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58.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59.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60.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61.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62.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63.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64.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65.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66.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67.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68.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69.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70.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71.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72.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73.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74.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75.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76.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77.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78.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79.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80.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81.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1">
    <p:bg>
      <p:bgPr>
        <a:solidFill>
          <a:schemeClr val="bg1"/>
        </a:solidFill>
        <a:effectLst/>
      </p:bgPr>
    </p:bg>
    <p:spTree>
      <p:nvGrpSpPr>
        <p:cNvPr id="1" name=""/>
        <p:cNvGrpSpPr/>
        <p:nvPr/>
      </p:nvGrpSpPr>
      <p:grpSpPr>
        <a:xfrm>
          <a:off x="0" y="0"/>
          <a:ext cx="0" cy="0"/>
          <a:chOff x="0" y="0"/>
          <a:chExt cx="0" cy="0"/>
        </a:xfrm>
      </p:grpSpPr>
      <p:sp>
        <p:nvSpPr>
          <p:cNvPr id="48" name="Rectangle 47"/>
          <p:cNvSpPr/>
          <p:nvPr userDrawn="1"/>
        </p:nvSpPr>
        <p:spPr>
          <a:xfrm>
            <a:off x="0" y="-3175"/>
            <a:ext cx="9142413" cy="68580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5" name="Group 4"/>
          <p:cNvGrpSpPr>
            <a:grpSpLocks noChangeAspect="1"/>
          </p:cNvGrpSpPr>
          <p:nvPr userDrawn="1"/>
        </p:nvGrpSpPr>
        <p:grpSpPr bwMode="auto">
          <a:xfrm>
            <a:off x="0" y="0"/>
            <a:ext cx="9144227" cy="6858000"/>
            <a:chOff x="5" y="0"/>
            <a:chExt cx="5750" cy="4320"/>
          </a:xfrm>
        </p:grpSpPr>
        <p:sp>
          <p:nvSpPr>
            <p:cNvPr id="6" name="AutoShape 3"/>
            <p:cNvSpPr>
              <a:spLocks noChangeAspect="1" noChangeArrowheads="1" noTextEdit="1"/>
            </p:cNvSpPr>
            <p:nvPr userDrawn="1"/>
          </p:nvSpPr>
          <p:spPr bwMode="auto">
            <a:xfrm>
              <a:off x="5" y="0"/>
              <a:ext cx="5750" cy="432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7" name="Freeform 5"/>
            <p:cNvSpPr>
              <a:spLocks/>
            </p:cNvSpPr>
            <p:nvPr userDrawn="1"/>
          </p:nvSpPr>
          <p:spPr bwMode="auto">
            <a:xfrm>
              <a:off x="5" y="288"/>
              <a:ext cx="2875" cy="1871"/>
            </a:xfrm>
            <a:custGeom>
              <a:avLst/>
              <a:gdLst>
                <a:gd name="T0" fmla="*/ 2875 w 2875"/>
                <a:gd name="T1" fmla="*/ 0 h 1871"/>
                <a:gd name="T2" fmla="*/ 2875 w 2875"/>
                <a:gd name="T3" fmla="*/ 1871 h 1871"/>
                <a:gd name="T4" fmla="*/ 0 w 2875"/>
                <a:gd name="T5" fmla="*/ 1871 h 1871"/>
                <a:gd name="T6" fmla="*/ 0 w 2875"/>
                <a:gd name="T7" fmla="*/ 0 h 1871"/>
                <a:gd name="T8" fmla="*/ 2875 w 2875"/>
                <a:gd name="T9" fmla="*/ 0 h 1871"/>
                <a:gd name="T10" fmla="*/ 2875 w 2875"/>
                <a:gd name="T11" fmla="*/ 0 h 1871"/>
              </a:gdLst>
              <a:ahLst/>
              <a:cxnLst>
                <a:cxn ang="0">
                  <a:pos x="T0" y="T1"/>
                </a:cxn>
                <a:cxn ang="0">
                  <a:pos x="T2" y="T3"/>
                </a:cxn>
                <a:cxn ang="0">
                  <a:pos x="T4" y="T5"/>
                </a:cxn>
                <a:cxn ang="0">
                  <a:pos x="T6" y="T7"/>
                </a:cxn>
                <a:cxn ang="0">
                  <a:pos x="T8" y="T9"/>
                </a:cxn>
                <a:cxn ang="0">
                  <a:pos x="T10" y="T11"/>
                </a:cxn>
              </a:cxnLst>
              <a:rect l="0" t="0" r="r" b="b"/>
              <a:pathLst>
                <a:path w="2875" h="1871">
                  <a:moveTo>
                    <a:pt x="2875" y="0"/>
                  </a:moveTo>
                  <a:lnTo>
                    <a:pt x="2875" y="1871"/>
                  </a:lnTo>
                  <a:lnTo>
                    <a:pt x="0" y="1871"/>
                  </a:lnTo>
                  <a:lnTo>
                    <a:pt x="0" y="0"/>
                  </a:lnTo>
                  <a:lnTo>
                    <a:pt x="2875" y="0"/>
                  </a:lnTo>
                  <a:lnTo>
                    <a:pt x="2875" y="0"/>
                  </a:lnTo>
                  <a:close/>
                </a:path>
              </a:pathLst>
            </a:custGeom>
            <a:solidFill>
              <a:srgbClr val="3D3935"/>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 name="Freeform 6"/>
            <p:cNvSpPr>
              <a:spLocks/>
            </p:cNvSpPr>
            <p:nvPr userDrawn="1"/>
          </p:nvSpPr>
          <p:spPr bwMode="auto">
            <a:xfrm>
              <a:off x="2880" y="2159"/>
              <a:ext cx="2875" cy="2159"/>
            </a:xfrm>
            <a:custGeom>
              <a:avLst/>
              <a:gdLst>
                <a:gd name="T0" fmla="*/ 2875 w 2875"/>
                <a:gd name="T1" fmla="*/ 0 h 2159"/>
                <a:gd name="T2" fmla="*/ 2875 w 2875"/>
                <a:gd name="T3" fmla="*/ 1869 h 2159"/>
                <a:gd name="T4" fmla="*/ 290 w 2875"/>
                <a:gd name="T5" fmla="*/ 1869 h 2159"/>
                <a:gd name="T6" fmla="*/ 0 w 2875"/>
                <a:gd name="T7" fmla="*/ 2159 h 2159"/>
                <a:gd name="T8" fmla="*/ 0 w 2875"/>
                <a:gd name="T9" fmla="*/ 0 h 2159"/>
                <a:gd name="T10" fmla="*/ 2875 w 2875"/>
                <a:gd name="T11" fmla="*/ 0 h 2159"/>
                <a:gd name="T12" fmla="*/ 2875 w 2875"/>
                <a:gd name="T13" fmla="*/ 0 h 2159"/>
              </a:gdLst>
              <a:ahLst/>
              <a:cxnLst>
                <a:cxn ang="0">
                  <a:pos x="T0" y="T1"/>
                </a:cxn>
                <a:cxn ang="0">
                  <a:pos x="T2" y="T3"/>
                </a:cxn>
                <a:cxn ang="0">
                  <a:pos x="T4" y="T5"/>
                </a:cxn>
                <a:cxn ang="0">
                  <a:pos x="T6" y="T7"/>
                </a:cxn>
                <a:cxn ang="0">
                  <a:pos x="T8" y="T9"/>
                </a:cxn>
                <a:cxn ang="0">
                  <a:pos x="T10" y="T11"/>
                </a:cxn>
                <a:cxn ang="0">
                  <a:pos x="T12" y="T13"/>
                </a:cxn>
              </a:cxnLst>
              <a:rect l="0" t="0" r="r" b="b"/>
              <a:pathLst>
                <a:path w="2875" h="2159">
                  <a:moveTo>
                    <a:pt x="2875" y="0"/>
                  </a:moveTo>
                  <a:lnTo>
                    <a:pt x="2875" y="1869"/>
                  </a:lnTo>
                  <a:lnTo>
                    <a:pt x="290" y="1869"/>
                  </a:lnTo>
                  <a:lnTo>
                    <a:pt x="0" y="2159"/>
                  </a:lnTo>
                  <a:lnTo>
                    <a:pt x="0" y="0"/>
                  </a:lnTo>
                  <a:lnTo>
                    <a:pt x="2875" y="0"/>
                  </a:lnTo>
                  <a:lnTo>
                    <a:pt x="2875" y="0"/>
                  </a:lnTo>
                  <a:close/>
                </a:path>
              </a:pathLst>
            </a:custGeom>
            <a:solidFill>
              <a:srgbClr val="F2120D"/>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2" name="Freeform 7"/>
            <p:cNvSpPr>
              <a:spLocks/>
            </p:cNvSpPr>
            <p:nvPr userDrawn="1"/>
          </p:nvSpPr>
          <p:spPr bwMode="auto">
            <a:xfrm>
              <a:off x="5" y="2159"/>
              <a:ext cx="2875" cy="2155"/>
            </a:xfrm>
            <a:custGeom>
              <a:avLst/>
              <a:gdLst>
                <a:gd name="T0" fmla="*/ 2875 w 2875"/>
                <a:gd name="T1" fmla="*/ 0 h 2155"/>
                <a:gd name="T2" fmla="*/ 2875 w 2875"/>
                <a:gd name="T3" fmla="*/ 2155 h 2155"/>
                <a:gd name="T4" fmla="*/ 0 w 2875"/>
                <a:gd name="T5" fmla="*/ 2155 h 2155"/>
                <a:gd name="T6" fmla="*/ 0 w 2875"/>
                <a:gd name="T7" fmla="*/ 0 h 2155"/>
                <a:gd name="T8" fmla="*/ 2875 w 2875"/>
                <a:gd name="T9" fmla="*/ 0 h 2155"/>
                <a:gd name="T10" fmla="*/ 2875 w 2875"/>
                <a:gd name="T11" fmla="*/ 0 h 2155"/>
              </a:gdLst>
              <a:ahLst/>
              <a:cxnLst>
                <a:cxn ang="0">
                  <a:pos x="T0" y="T1"/>
                </a:cxn>
                <a:cxn ang="0">
                  <a:pos x="T2" y="T3"/>
                </a:cxn>
                <a:cxn ang="0">
                  <a:pos x="T4" y="T5"/>
                </a:cxn>
                <a:cxn ang="0">
                  <a:pos x="T6" y="T7"/>
                </a:cxn>
                <a:cxn ang="0">
                  <a:pos x="T8" y="T9"/>
                </a:cxn>
                <a:cxn ang="0">
                  <a:pos x="T10" y="T11"/>
                </a:cxn>
              </a:cxnLst>
              <a:rect l="0" t="0" r="r" b="b"/>
              <a:pathLst>
                <a:path w="2875" h="2155">
                  <a:moveTo>
                    <a:pt x="2875" y="0"/>
                  </a:moveTo>
                  <a:lnTo>
                    <a:pt x="2875" y="2155"/>
                  </a:lnTo>
                  <a:lnTo>
                    <a:pt x="0" y="2155"/>
                  </a:lnTo>
                  <a:lnTo>
                    <a:pt x="0" y="0"/>
                  </a:lnTo>
                  <a:lnTo>
                    <a:pt x="2875" y="0"/>
                  </a:lnTo>
                  <a:lnTo>
                    <a:pt x="2875" y="0"/>
                  </a:lnTo>
                  <a:close/>
                </a:path>
              </a:pathLst>
            </a:custGeom>
            <a:solidFill>
              <a:srgbClr val="8C857B"/>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4" name="Freeform 8"/>
            <p:cNvSpPr>
              <a:spLocks/>
            </p:cNvSpPr>
            <p:nvPr userDrawn="1"/>
          </p:nvSpPr>
          <p:spPr bwMode="auto">
            <a:xfrm>
              <a:off x="2880" y="-2"/>
              <a:ext cx="2875" cy="2161"/>
            </a:xfrm>
            <a:custGeom>
              <a:avLst/>
              <a:gdLst>
                <a:gd name="T0" fmla="*/ 2875 w 2875"/>
                <a:gd name="T1" fmla="*/ 0 h 2161"/>
                <a:gd name="T2" fmla="*/ 2875 w 2875"/>
                <a:gd name="T3" fmla="*/ 2161 h 2161"/>
                <a:gd name="T4" fmla="*/ 0 w 2875"/>
                <a:gd name="T5" fmla="*/ 2161 h 2161"/>
                <a:gd name="T6" fmla="*/ 0 w 2875"/>
                <a:gd name="T7" fmla="*/ 290 h 2161"/>
                <a:gd name="T8" fmla="*/ 290 w 2875"/>
                <a:gd name="T9" fmla="*/ 0 h 2161"/>
                <a:gd name="T10" fmla="*/ 2875 w 2875"/>
                <a:gd name="T11" fmla="*/ 0 h 2161"/>
                <a:gd name="T12" fmla="*/ 2875 w 2875"/>
                <a:gd name="T13" fmla="*/ 0 h 2161"/>
              </a:gdLst>
              <a:ahLst/>
              <a:cxnLst>
                <a:cxn ang="0">
                  <a:pos x="T0" y="T1"/>
                </a:cxn>
                <a:cxn ang="0">
                  <a:pos x="T2" y="T3"/>
                </a:cxn>
                <a:cxn ang="0">
                  <a:pos x="T4" y="T5"/>
                </a:cxn>
                <a:cxn ang="0">
                  <a:pos x="T6" y="T7"/>
                </a:cxn>
                <a:cxn ang="0">
                  <a:pos x="T8" y="T9"/>
                </a:cxn>
                <a:cxn ang="0">
                  <a:pos x="T10" y="T11"/>
                </a:cxn>
                <a:cxn ang="0">
                  <a:pos x="T12" y="T13"/>
                </a:cxn>
              </a:cxnLst>
              <a:rect l="0" t="0" r="r" b="b"/>
              <a:pathLst>
                <a:path w="2875" h="2161">
                  <a:moveTo>
                    <a:pt x="2875" y="0"/>
                  </a:moveTo>
                  <a:lnTo>
                    <a:pt x="2875" y="2161"/>
                  </a:lnTo>
                  <a:lnTo>
                    <a:pt x="0" y="2161"/>
                  </a:lnTo>
                  <a:lnTo>
                    <a:pt x="0" y="290"/>
                  </a:lnTo>
                  <a:lnTo>
                    <a:pt x="290" y="0"/>
                  </a:lnTo>
                  <a:lnTo>
                    <a:pt x="2875" y="0"/>
                  </a:lnTo>
                  <a:lnTo>
                    <a:pt x="2875" y="0"/>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5" name="Freeform 9"/>
            <p:cNvSpPr>
              <a:spLocks/>
            </p:cNvSpPr>
            <p:nvPr userDrawn="1"/>
          </p:nvSpPr>
          <p:spPr bwMode="auto">
            <a:xfrm>
              <a:off x="4659" y="234"/>
              <a:ext cx="182" cy="233"/>
            </a:xfrm>
            <a:custGeom>
              <a:avLst/>
              <a:gdLst>
                <a:gd name="T0" fmla="*/ 91 w 91"/>
                <a:gd name="T1" fmla="*/ 0 h 117"/>
                <a:gd name="T2" fmla="*/ 91 w 91"/>
                <a:gd name="T3" fmla="*/ 51 h 117"/>
                <a:gd name="T4" fmla="*/ 46 w 91"/>
                <a:gd name="T5" fmla="*/ 117 h 117"/>
                <a:gd name="T6" fmla="*/ 0 w 91"/>
                <a:gd name="T7" fmla="*/ 51 h 117"/>
                <a:gd name="T8" fmla="*/ 0 w 91"/>
                <a:gd name="T9" fmla="*/ 0 h 117"/>
                <a:gd name="T10" fmla="*/ 91 w 91"/>
                <a:gd name="T11" fmla="*/ 0 h 117"/>
              </a:gdLst>
              <a:ahLst/>
              <a:cxnLst>
                <a:cxn ang="0">
                  <a:pos x="T0" y="T1"/>
                </a:cxn>
                <a:cxn ang="0">
                  <a:pos x="T2" y="T3"/>
                </a:cxn>
                <a:cxn ang="0">
                  <a:pos x="T4" y="T5"/>
                </a:cxn>
                <a:cxn ang="0">
                  <a:pos x="T6" y="T7"/>
                </a:cxn>
                <a:cxn ang="0">
                  <a:pos x="T8" y="T9"/>
                </a:cxn>
                <a:cxn ang="0">
                  <a:pos x="T10" y="T11"/>
                </a:cxn>
              </a:cxnLst>
              <a:rect l="0" t="0" r="r" b="b"/>
              <a:pathLst>
                <a:path w="91" h="117">
                  <a:moveTo>
                    <a:pt x="91" y="0"/>
                  </a:moveTo>
                  <a:cubicBezTo>
                    <a:pt x="91" y="51"/>
                    <a:pt x="91" y="51"/>
                    <a:pt x="91" y="51"/>
                  </a:cubicBezTo>
                  <a:cubicBezTo>
                    <a:pt x="91" y="77"/>
                    <a:pt x="74" y="105"/>
                    <a:pt x="46" y="117"/>
                  </a:cubicBezTo>
                  <a:cubicBezTo>
                    <a:pt x="18" y="105"/>
                    <a:pt x="0" y="77"/>
                    <a:pt x="0" y="51"/>
                  </a:cubicBezTo>
                  <a:cubicBezTo>
                    <a:pt x="0" y="0"/>
                    <a:pt x="0" y="0"/>
                    <a:pt x="0" y="0"/>
                  </a:cubicBezTo>
                  <a:cubicBezTo>
                    <a:pt x="91" y="0"/>
                    <a:pt x="91" y="0"/>
                    <a:pt x="91" y="0"/>
                  </a:cubicBezTo>
                  <a:close/>
                </a:path>
              </a:pathLst>
            </a:custGeom>
            <a:solidFill>
              <a:srgbClr val="E2231A"/>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6" name="Freeform 10"/>
            <p:cNvSpPr>
              <a:spLocks/>
            </p:cNvSpPr>
            <p:nvPr userDrawn="1"/>
          </p:nvSpPr>
          <p:spPr bwMode="auto">
            <a:xfrm>
              <a:off x="4693" y="262"/>
              <a:ext cx="114" cy="149"/>
            </a:xfrm>
            <a:custGeom>
              <a:avLst/>
              <a:gdLst>
                <a:gd name="T0" fmla="*/ 0 w 114"/>
                <a:gd name="T1" fmla="*/ 74 h 149"/>
                <a:gd name="T2" fmla="*/ 58 w 114"/>
                <a:gd name="T3" fmla="*/ 0 h 149"/>
                <a:gd name="T4" fmla="*/ 114 w 114"/>
                <a:gd name="T5" fmla="*/ 74 h 149"/>
                <a:gd name="T6" fmla="*/ 58 w 114"/>
                <a:gd name="T7" fmla="*/ 149 h 149"/>
                <a:gd name="T8" fmla="*/ 0 w 114"/>
                <a:gd name="T9" fmla="*/ 74 h 149"/>
                <a:gd name="T10" fmla="*/ 0 w 114"/>
                <a:gd name="T11" fmla="*/ 74 h 149"/>
              </a:gdLst>
              <a:ahLst/>
              <a:cxnLst>
                <a:cxn ang="0">
                  <a:pos x="T0" y="T1"/>
                </a:cxn>
                <a:cxn ang="0">
                  <a:pos x="T2" y="T3"/>
                </a:cxn>
                <a:cxn ang="0">
                  <a:pos x="T4" y="T5"/>
                </a:cxn>
                <a:cxn ang="0">
                  <a:pos x="T6" y="T7"/>
                </a:cxn>
                <a:cxn ang="0">
                  <a:pos x="T8" y="T9"/>
                </a:cxn>
                <a:cxn ang="0">
                  <a:pos x="T10" y="T11"/>
                </a:cxn>
              </a:cxnLst>
              <a:rect l="0" t="0" r="r" b="b"/>
              <a:pathLst>
                <a:path w="114" h="149">
                  <a:moveTo>
                    <a:pt x="0" y="74"/>
                  </a:moveTo>
                  <a:lnTo>
                    <a:pt x="58" y="0"/>
                  </a:lnTo>
                  <a:lnTo>
                    <a:pt x="114" y="74"/>
                  </a:lnTo>
                  <a:lnTo>
                    <a:pt x="58" y="149"/>
                  </a:lnTo>
                  <a:lnTo>
                    <a:pt x="0" y="74"/>
                  </a:lnTo>
                  <a:lnTo>
                    <a:pt x="0" y="74"/>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7" name="Freeform 11"/>
            <p:cNvSpPr>
              <a:spLocks/>
            </p:cNvSpPr>
            <p:nvPr userDrawn="1"/>
          </p:nvSpPr>
          <p:spPr bwMode="auto">
            <a:xfrm>
              <a:off x="4709" y="294"/>
              <a:ext cx="82" cy="97"/>
            </a:xfrm>
            <a:custGeom>
              <a:avLst/>
              <a:gdLst>
                <a:gd name="T0" fmla="*/ 18 w 41"/>
                <a:gd name="T1" fmla="*/ 26 h 49"/>
                <a:gd name="T2" fmla="*/ 21 w 41"/>
                <a:gd name="T3" fmla="*/ 49 h 49"/>
                <a:gd name="T4" fmla="*/ 21 w 41"/>
                <a:gd name="T5" fmla="*/ 49 h 49"/>
                <a:gd name="T6" fmla="*/ 21 w 41"/>
                <a:gd name="T7" fmla="*/ 49 h 49"/>
                <a:gd name="T8" fmla="*/ 23 w 41"/>
                <a:gd name="T9" fmla="*/ 26 h 49"/>
                <a:gd name="T10" fmla="*/ 23 w 41"/>
                <a:gd name="T11" fmla="*/ 24 h 49"/>
                <a:gd name="T12" fmla="*/ 32 w 41"/>
                <a:gd name="T13" fmla="*/ 24 h 49"/>
                <a:gd name="T14" fmla="*/ 32 w 41"/>
                <a:gd name="T15" fmla="*/ 25 h 49"/>
                <a:gd name="T16" fmla="*/ 35 w 41"/>
                <a:gd name="T17" fmla="*/ 28 h 49"/>
                <a:gd name="T18" fmla="*/ 37 w 41"/>
                <a:gd name="T19" fmla="*/ 25 h 49"/>
                <a:gd name="T20" fmla="*/ 37 w 41"/>
                <a:gd name="T21" fmla="*/ 24 h 49"/>
                <a:gd name="T22" fmla="*/ 38 w 41"/>
                <a:gd name="T23" fmla="*/ 24 h 49"/>
                <a:gd name="T24" fmla="*/ 41 w 41"/>
                <a:gd name="T25" fmla="*/ 21 h 49"/>
                <a:gd name="T26" fmla="*/ 38 w 41"/>
                <a:gd name="T27" fmla="*/ 19 h 49"/>
                <a:gd name="T28" fmla="*/ 37 w 41"/>
                <a:gd name="T29" fmla="*/ 19 h 49"/>
                <a:gd name="T30" fmla="*/ 37 w 41"/>
                <a:gd name="T31" fmla="*/ 18 h 49"/>
                <a:gd name="T32" fmla="*/ 35 w 41"/>
                <a:gd name="T33" fmla="*/ 15 h 49"/>
                <a:gd name="T34" fmla="*/ 32 w 41"/>
                <a:gd name="T35" fmla="*/ 18 h 49"/>
                <a:gd name="T36" fmla="*/ 32 w 41"/>
                <a:gd name="T37" fmla="*/ 19 h 49"/>
                <a:gd name="T38" fmla="*/ 23 w 41"/>
                <a:gd name="T39" fmla="*/ 19 h 49"/>
                <a:gd name="T40" fmla="*/ 23 w 41"/>
                <a:gd name="T41" fmla="*/ 9 h 49"/>
                <a:gd name="T42" fmla="*/ 24 w 41"/>
                <a:gd name="T43" fmla="*/ 9 h 49"/>
                <a:gd name="T44" fmla="*/ 27 w 41"/>
                <a:gd name="T45" fmla="*/ 6 h 49"/>
                <a:gd name="T46" fmla="*/ 24 w 41"/>
                <a:gd name="T47" fmla="*/ 3 h 49"/>
                <a:gd name="T48" fmla="*/ 23 w 41"/>
                <a:gd name="T49" fmla="*/ 3 h 49"/>
                <a:gd name="T50" fmla="*/ 23 w 41"/>
                <a:gd name="T51" fmla="*/ 3 h 49"/>
                <a:gd name="T52" fmla="*/ 21 w 41"/>
                <a:gd name="T53" fmla="*/ 0 h 49"/>
                <a:gd name="T54" fmla="*/ 18 w 41"/>
                <a:gd name="T55" fmla="*/ 3 h 49"/>
                <a:gd name="T56" fmla="*/ 18 w 41"/>
                <a:gd name="T57" fmla="*/ 3 h 49"/>
                <a:gd name="T58" fmla="*/ 17 w 41"/>
                <a:gd name="T59" fmla="*/ 3 h 49"/>
                <a:gd name="T60" fmla="*/ 14 w 41"/>
                <a:gd name="T61" fmla="*/ 6 h 49"/>
                <a:gd name="T62" fmla="*/ 17 w 41"/>
                <a:gd name="T63" fmla="*/ 9 h 49"/>
                <a:gd name="T64" fmla="*/ 18 w 41"/>
                <a:gd name="T65" fmla="*/ 9 h 49"/>
                <a:gd name="T66" fmla="*/ 18 w 41"/>
                <a:gd name="T67" fmla="*/ 19 h 49"/>
                <a:gd name="T68" fmla="*/ 18 w 41"/>
                <a:gd name="T69" fmla="*/ 19 h 49"/>
                <a:gd name="T70" fmla="*/ 10 w 41"/>
                <a:gd name="T71" fmla="*/ 19 h 49"/>
                <a:gd name="T72" fmla="*/ 10 w 41"/>
                <a:gd name="T73" fmla="*/ 18 h 49"/>
                <a:gd name="T74" fmla="*/ 7 w 41"/>
                <a:gd name="T75" fmla="*/ 15 h 49"/>
                <a:gd name="T76" fmla="*/ 4 w 41"/>
                <a:gd name="T77" fmla="*/ 18 h 49"/>
                <a:gd name="T78" fmla="*/ 4 w 41"/>
                <a:gd name="T79" fmla="*/ 19 h 49"/>
                <a:gd name="T80" fmla="*/ 4 w 41"/>
                <a:gd name="T81" fmla="*/ 19 h 49"/>
                <a:gd name="T82" fmla="*/ 0 w 41"/>
                <a:gd name="T83" fmla="*/ 21 h 49"/>
                <a:gd name="T84" fmla="*/ 4 w 41"/>
                <a:gd name="T85" fmla="*/ 24 h 49"/>
                <a:gd name="T86" fmla="*/ 4 w 41"/>
                <a:gd name="T87" fmla="*/ 24 h 49"/>
                <a:gd name="T88" fmla="*/ 4 w 41"/>
                <a:gd name="T89" fmla="*/ 25 h 49"/>
                <a:gd name="T90" fmla="*/ 7 w 41"/>
                <a:gd name="T91" fmla="*/ 28 h 49"/>
                <a:gd name="T92" fmla="*/ 10 w 41"/>
                <a:gd name="T93" fmla="*/ 25 h 49"/>
                <a:gd name="T94" fmla="*/ 10 w 41"/>
                <a:gd name="T95" fmla="*/ 24 h 49"/>
                <a:gd name="T96" fmla="*/ 18 w 41"/>
                <a:gd name="T97" fmla="*/ 24 h 49"/>
                <a:gd name="T98" fmla="*/ 18 w 41"/>
                <a:gd name="T99" fmla="*/ 26 h 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1" h="49">
                  <a:moveTo>
                    <a:pt x="18" y="26"/>
                  </a:moveTo>
                  <a:cubicBezTo>
                    <a:pt x="18" y="36"/>
                    <a:pt x="20" y="48"/>
                    <a:pt x="21" y="49"/>
                  </a:cubicBezTo>
                  <a:cubicBezTo>
                    <a:pt x="21" y="49"/>
                    <a:pt x="21" y="49"/>
                    <a:pt x="21" y="49"/>
                  </a:cubicBezTo>
                  <a:cubicBezTo>
                    <a:pt x="21" y="49"/>
                    <a:pt x="21" y="49"/>
                    <a:pt x="21" y="49"/>
                  </a:cubicBezTo>
                  <a:cubicBezTo>
                    <a:pt x="21" y="48"/>
                    <a:pt x="23" y="36"/>
                    <a:pt x="23" y="26"/>
                  </a:cubicBezTo>
                  <a:cubicBezTo>
                    <a:pt x="23" y="24"/>
                    <a:pt x="23" y="24"/>
                    <a:pt x="23" y="24"/>
                  </a:cubicBezTo>
                  <a:cubicBezTo>
                    <a:pt x="32" y="24"/>
                    <a:pt x="32" y="24"/>
                    <a:pt x="32" y="24"/>
                  </a:cubicBezTo>
                  <a:cubicBezTo>
                    <a:pt x="32" y="25"/>
                    <a:pt x="32" y="25"/>
                    <a:pt x="32" y="25"/>
                  </a:cubicBezTo>
                  <a:cubicBezTo>
                    <a:pt x="32" y="26"/>
                    <a:pt x="33" y="28"/>
                    <a:pt x="35" y="28"/>
                  </a:cubicBezTo>
                  <a:cubicBezTo>
                    <a:pt x="36" y="28"/>
                    <a:pt x="37" y="26"/>
                    <a:pt x="37" y="25"/>
                  </a:cubicBezTo>
                  <a:cubicBezTo>
                    <a:pt x="37" y="24"/>
                    <a:pt x="37" y="24"/>
                    <a:pt x="37" y="24"/>
                  </a:cubicBezTo>
                  <a:cubicBezTo>
                    <a:pt x="38" y="24"/>
                    <a:pt x="38" y="24"/>
                    <a:pt x="38" y="24"/>
                  </a:cubicBezTo>
                  <a:cubicBezTo>
                    <a:pt x="39" y="24"/>
                    <a:pt x="41" y="23"/>
                    <a:pt x="41" y="21"/>
                  </a:cubicBezTo>
                  <a:cubicBezTo>
                    <a:pt x="41" y="20"/>
                    <a:pt x="39" y="19"/>
                    <a:pt x="38" y="19"/>
                  </a:cubicBezTo>
                  <a:cubicBezTo>
                    <a:pt x="37" y="19"/>
                    <a:pt x="37" y="19"/>
                    <a:pt x="37" y="19"/>
                  </a:cubicBezTo>
                  <a:cubicBezTo>
                    <a:pt x="37" y="18"/>
                    <a:pt x="37" y="18"/>
                    <a:pt x="37" y="18"/>
                  </a:cubicBezTo>
                  <a:cubicBezTo>
                    <a:pt x="37" y="17"/>
                    <a:pt x="36" y="15"/>
                    <a:pt x="35" y="15"/>
                  </a:cubicBezTo>
                  <a:cubicBezTo>
                    <a:pt x="33" y="15"/>
                    <a:pt x="32" y="17"/>
                    <a:pt x="32" y="18"/>
                  </a:cubicBezTo>
                  <a:cubicBezTo>
                    <a:pt x="32" y="19"/>
                    <a:pt x="32" y="19"/>
                    <a:pt x="32" y="19"/>
                  </a:cubicBezTo>
                  <a:cubicBezTo>
                    <a:pt x="23" y="19"/>
                    <a:pt x="23" y="19"/>
                    <a:pt x="23" y="19"/>
                  </a:cubicBezTo>
                  <a:cubicBezTo>
                    <a:pt x="23" y="9"/>
                    <a:pt x="23" y="9"/>
                    <a:pt x="23" y="9"/>
                  </a:cubicBezTo>
                  <a:cubicBezTo>
                    <a:pt x="24" y="9"/>
                    <a:pt x="24" y="9"/>
                    <a:pt x="24" y="9"/>
                  </a:cubicBezTo>
                  <a:cubicBezTo>
                    <a:pt x="25" y="9"/>
                    <a:pt x="27" y="8"/>
                    <a:pt x="27" y="6"/>
                  </a:cubicBezTo>
                  <a:cubicBezTo>
                    <a:pt x="27" y="5"/>
                    <a:pt x="25" y="3"/>
                    <a:pt x="24" y="3"/>
                  </a:cubicBezTo>
                  <a:cubicBezTo>
                    <a:pt x="23" y="3"/>
                    <a:pt x="23" y="3"/>
                    <a:pt x="23" y="3"/>
                  </a:cubicBezTo>
                  <a:cubicBezTo>
                    <a:pt x="23" y="3"/>
                    <a:pt x="23" y="3"/>
                    <a:pt x="23" y="3"/>
                  </a:cubicBezTo>
                  <a:cubicBezTo>
                    <a:pt x="23" y="1"/>
                    <a:pt x="22" y="0"/>
                    <a:pt x="21" y="0"/>
                  </a:cubicBezTo>
                  <a:cubicBezTo>
                    <a:pt x="19" y="0"/>
                    <a:pt x="18" y="1"/>
                    <a:pt x="18" y="3"/>
                  </a:cubicBezTo>
                  <a:cubicBezTo>
                    <a:pt x="18" y="3"/>
                    <a:pt x="18" y="3"/>
                    <a:pt x="18" y="3"/>
                  </a:cubicBezTo>
                  <a:cubicBezTo>
                    <a:pt x="17" y="3"/>
                    <a:pt x="17" y="3"/>
                    <a:pt x="17" y="3"/>
                  </a:cubicBezTo>
                  <a:cubicBezTo>
                    <a:pt x="16" y="3"/>
                    <a:pt x="14" y="5"/>
                    <a:pt x="14" y="6"/>
                  </a:cubicBezTo>
                  <a:cubicBezTo>
                    <a:pt x="14" y="8"/>
                    <a:pt x="16" y="9"/>
                    <a:pt x="17" y="9"/>
                  </a:cubicBezTo>
                  <a:cubicBezTo>
                    <a:pt x="18" y="9"/>
                    <a:pt x="18" y="9"/>
                    <a:pt x="18" y="9"/>
                  </a:cubicBezTo>
                  <a:cubicBezTo>
                    <a:pt x="18" y="19"/>
                    <a:pt x="18" y="19"/>
                    <a:pt x="18" y="19"/>
                  </a:cubicBezTo>
                  <a:cubicBezTo>
                    <a:pt x="18" y="19"/>
                    <a:pt x="18" y="19"/>
                    <a:pt x="18" y="19"/>
                  </a:cubicBezTo>
                  <a:cubicBezTo>
                    <a:pt x="10" y="19"/>
                    <a:pt x="10" y="19"/>
                    <a:pt x="10" y="19"/>
                  </a:cubicBezTo>
                  <a:cubicBezTo>
                    <a:pt x="10" y="18"/>
                    <a:pt x="10" y="18"/>
                    <a:pt x="10" y="18"/>
                  </a:cubicBezTo>
                  <a:cubicBezTo>
                    <a:pt x="10" y="17"/>
                    <a:pt x="8" y="15"/>
                    <a:pt x="7" y="15"/>
                  </a:cubicBezTo>
                  <a:cubicBezTo>
                    <a:pt x="5" y="15"/>
                    <a:pt x="4" y="17"/>
                    <a:pt x="4" y="18"/>
                  </a:cubicBezTo>
                  <a:cubicBezTo>
                    <a:pt x="4" y="19"/>
                    <a:pt x="4" y="19"/>
                    <a:pt x="4" y="19"/>
                  </a:cubicBezTo>
                  <a:cubicBezTo>
                    <a:pt x="4" y="19"/>
                    <a:pt x="4" y="19"/>
                    <a:pt x="4" y="19"/>
                  </a:cubicBezTo>
                  <a:cubicBezTo>
                    <a:pt x="2" y="19"/>
                    <a:pt x="0" y="20"/>
                    <a:pt x="0" y="21"/>
                  </a:cubicBezTo>
                  <a:cubicBezTo>
                    <a:pt x="0" y="23"/>
                    <a:pt x="2" y="24"/>
                    <a:pt x="4" y="24"/>
                  </a:cubicBezTo>
                  <a:cubicBezTo>
                    <a:pt x="4" y="24"/>
                    <a:pt x="4" y="24"/>
                    <a:pt x="4" y="24"/>
                  </a:cubicBezTo>
                  <a:cubicBezTo>
                    <a:pt x="4" y="25"/>
                    <a:pt x="4" y="25"/>
                    <a:pt x="4" y="25"/>
                  </a:cubicBezTo>
                  <a:cubicBezTo>
                    <a:pt x="4" y="26"/>
                    <a:pt x="5" y="28"/>
                    <a:pt x="7" y="28"/>
                  </a:cubicBezTo>
                  <a:cubicBezTo>
                    <a:pt x="8" y="28"/>
                    <a:pt x="10" y="26"/>
                    <a:pt x="10" y="25"/>
                  </a:cubicBezTo>
                  <a:cubicBezTo>
                    <a:pt x="10" y="24"/>
                    <a:pt x="10" y="24"/>
                    <a:pt x="10" y="24"/>
                  </a:cubicBezTo>
                  <a:cubicBezTo>
                    <a:pt x="18" y="24"/>
                    <a:pt x="18" y="24"/>
                    <a:pt x="18" y="24"/>
                  </a:cubicBezTo>
                  <a:cubicBezTo>
                    <a:pt x="18" y="26"/>
                    <a:pt x="18" y="26"/>
                    <a:pt x="18" y="26"/>
                  </a:cubicBezTo>
                  <a:close/>
                </a:path>
              </a:pathLst>
            </a:custGeom>
            <a:solidFill>
              <a:srgbClr val="E2231A"/>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8" name="Freeform 12"/>
            <p:cNvSpPr>
              <a:spLocks noEditPoints="1"/>
            </p:cNvSpPr>
            <p:nvPr userDrawn="1"/>
          </p:nvSpPr>
          <p:spPr bwMode="auto">
            <a:xfrm>
              <a:off x="4659" y="503"/>
              <a:ext cx="34" cy="32"/>
            </a:xfrm>
            <a:custGeom>
              <a:avLst/>
              <a:gdLst>
                <a:gd name="T0" fmla="*/ 20 w 34"/>
                <a:gd name="T1" fmla="*/ 0 h 32"/>
                <a:gd name="T2" fmla="*/ 14 w 34"/>
                <a:gd name="T3" fmla="*/ 0 h 32"/>
                <a:gd name="T4" fmla="*/ 0 w 34"/>
                <a:gd name="T5" fmla="*/ 32 h 32"/>
                <a:gd name="T6" fmla="*/ 6 w 34"/>
                <a:gd name="T7" fmla="*/ 32 h 32"/>
                <a:gd name="T8" fmla="*/ 10 w 34"/>
                <a:gd name="T9" fmla="*/ 26 h 32"/>
                <a:gd name="T10" fmla="*/ 26 w 34"/>
                <a:gd name="T11" fmla="*/ 26 h 32"/>
                <a:gd name="T12" fmla="*/ 30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2 w 34"/>
                <a:gd name="T25" fmla="*/ 20 h 32"/>
                <a:gd name="T26" fmla="*/ 18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10" y="26"/>
                  </a:lnTo>
                  <a:lnTo>
                    <a:pt x="26" y="26"/>
                  </a:lnTo>
                  <a:lnTo>
                    <a:pt x="30" y="32"/>
                  </a:lnTo>
                  <a:lnTo>
                    <a:pt x="34" y="32"/>
                  </a:lnTo>
                  <a:lnTo>
                    <a:pt x="20" y="0"/>
                  </a:lnTo>
                  <a:lnTo>
                    <a:pt x="20" y="0"/>
                  </a:lnTo>
                  <a:lnTo>
                    <a:pt x="20" y="0"/>
                  </a:lnTo>
                  <a:close/>
                  <a:moveTo>
                    <a:pt x="24" y="20"/>
                  </a:moveTo>
                  <a:lnTo>
                    <a:pt x="12" y="20"/>
                  </a:lnTo>
                  <a:lnTo>
                    <a:pt x="18" y="6"/>
                  </a:lnTo>
                  <a:lnTo>
                    <a:pt x="24" y="20"/>
                  </a:lnTo>
                  <a:lnTo>
                    <a:pt x="24" y="2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9" name="Freeform 13"/>
            <p:cNvSpPr>
              <a:spLocks/>
            </p:cNvSpPr>
            <p:nvPr userDrawn="1"/>
          </p:nvSpPr>
          <p:spPr bwMode="auto">
            <a:xfrm>
              <a:off x="4695" y="503"/>
              <a:ext cx="28" cy="32"/>
            </a:xfrm>
            <a:custGeom>
              <a:avLst/>
              <a:gdLst>
                <a:gd name="T0" fmla="*/ 11 w 14"/>
                <a:gd name="T1" fmla="*/ 9 h 16"/>
                <a:gd name="T2" fmla="*/ 7 w 14"/>
                <a:gd name="T3" fmla="*/ 14 h 16"/>
                <a:gd name="T4" fmla="*/ 3 w 14"/>
                <a:gd name="T5" fmla="*/ 9 h 16"/>
                <a:gd name="T6" fmla="*/ 3 w 14"/>
                <a:gd name="T7" fmla="*/ 0 h 16"/>
                <a:gd name="T8" fmla="*/ 0 w 14"/>
                <a:gd name="T9" fmla="*/ 0 h 16"/>
                <a:gd name="T10" fmla="*/ 0 w 14"/>
                <a:gd name="T11" fmla="*/ 9 h 16"/>
                <a:gd name="T12" fmla="*/ 7 w 14"/>
                <a:gd name="T13" fmla="*/ 16 h 16"/>
                <a:gd name="T14" fmla="*/ 14 w 14"/>
                <a:gd name="T15" fmla="*/ 9 h 16"/>
                <a:gd name="T16" fmla="*/ 14 w 14"/>
                <a:gd name="T17" fmla="*/ 0 h 16"/>
                <a:gd name="T18" fmla="*/ 11 w 14"/>
                <a:gd name="T19" fmla="*/ 0 h 16"/>
                <a:gd name="T20" fmla="*/ 11 w 14"/>
                <a:gd name="T21" fmla="*/ 9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4" h="16">
                  <a:moveTo>
                    <a:pt x="11" y="9"/>
                  </a:moveTo>
                  <a:cubicBezTo>
                    <a:pt x="11" y="12"/>
                    <a:pt x="9" y="14"/>
                    <a:pt x="7" y="14"/>
                  </a:cubicBezTo>
                  <a:cubicBezTo>
                    <a:pt x="5" y="14"/>
                    <a:pt x="3" y="12"/>
                    <a:pt x="3" y="9"/>
                  </a:cubicBezTo>
                  <a:cubicBezTo>
                    <a:pt x="3" y="0"/>
                    <a:pt x="3" y="0"/>
                    <a:pt x="3" y="0"/>
                  </a:cubicBezTo>
                  <a:cubicBezTo>
                    <a:pt x="0" y="0"/>
                    <a:pt x="0" y="0"/>
                    <a:pt x="0" y="0"/>
                  </a:cubicBezTo>
                  <a:cubicBezTo>
                    <a:pt x="0" y="9"/>
                    <a:pt x="0" y="9"/>
                    <a:pt x="0" y="9"/>
                  </a:cubicBezTo>
                  <a:cubicBezTo>
                    <a:pt x="0" y="14"/>
                    <a:pt x="4" y="16"/>
                    <a:pt x="7" y="16"/>
                  </a:cubicBezTo>
                  <a:cubicBezTo>
                    <a:pt x="10" y="16"/>
                    <a:pt x="14" y="14"/>
                    <a:pt x="14" y="9"/>
                  </a:cubicBezTo>
                  <a:cubicBezTo>
                    <a:pt x="14" y="0"/>
                    <a:pt x="14" y="0"/>
                    <a:pt x="14" y="0"/>
                  </a:cubicBezTo>
                  <a:cubicBezTo>
                    <a:pt x="11" y="0"/>
                    <a:pt x="11" y="0"/>
                    <a:pt x="11" y="0"/>
                  </a:cubicBezTo>
                  <a:cubicBezTo>
                    <a:pt x="11" y="9"/>
                    <a:pt x="11" y="9"/>
                    <a:pt x="11" y="9"/>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0" name="Freeform 14"/>
            <p:cNvSpPr>
              <a:spLocks/>
            </p:cNvSpPr>
            <p:nvPr userDrawn="1"/>
          </p:nvSpPr>
          <p:spPr bwMode="auto">
            <a:xfrm>
              <a:off x="4729" y="501"/>
              <a:ext cx="26" cy="34"/>
            </a:xfrm>
            <a:custGeom>
              <a:avLst/>
              <a:gdLst>
                <a:gd name="T0" fmla="*/ 7 w 13"/>
                <a:gd name="T1" fmla="*/ 7 h 17"/>
                <a:gd name="T2" fmla="*/ 3 w 13"/>
                <a:gd name="T3" fmla="*/ 5 h 17"/>
                <a:gd name="T4" fmla="*/ 7 w 13"/>
                <a:gd name="T5" fmla="*/ 3 h 17"/>
                <a:gd name="T6" fmla="*/ 11 w 13"/>
                <a:gd name="T7" fmla="*/ 5 h 17"/>
                <a:gd name="T8" fmla="*/ 11 w 13"/>
                <a:gd name="T9" fmla="*/ 5 h 17"/>
                <a:gd name="T10" fmla="*/ 13 w 13"/>
                <a:gd name="T11" fmla="*/ 4 h 17"/>
                <a:gd name="T12" fmla="*/ 13 w 13"/>
                <a:gd name="T13" fmla="*/ 3 h 17"/>
                <a:gd name="T14" fmla="*/ 7 w 13"/>
                <a:gd name="T15" fmla="*/ 0 h 17"/>
                <a:gd name="T16" fmla="*/ 2 w 13"/>
                <a:gd name="T17" fmla="*/ 2 h 17"/>
                <a:gd name="T18" fmla="*/ 0 w 13"/>
                <a:gd name="T19" fmla="*/ 5 h 17"/>
                <a:gd name="T20" fmla="*/ 7 w 13"/>
                <a:gd name="T21" fmla="*/ 10 h 17"/>
                <a:gd name="T22" fmla="*/ 11 w 13"/>
                <a:gd name="T23" fmla="*/ 12 h 17"/>
                <a:gd name="T24" fmla="*/ 7 w 13"/>
                <a:gd name="T25" fmla="*/ 15 h 17"/>
                <a:gd name="T26" fmla="*/ 2 w 13"/>
                <a:gd name="T27" fmla="*/ 12 h 17"/>
                <a:gd name="T28" fmla="*/ 2 w 13"/>
                <a:gd name="T29" fmla="*/ 12 h 17"/>
                <a:gd name="T30" fmla="*/ 0 w 13"/>
                <a:gd name="T31" fmla="*/ 13 h 17"/>
                <a:gd name="T32" fmla="*/ 0 w 13"/>
                <a:gd name="T33" fmla="*/ 14 h 17"/>
                <a:gd name="T34" fmla="*/ 7 w 13"/>
                <a:gd name="T35" fmla="*/ 17 h 17"/>
                <a:gd name="T36" fmla="*/ 13 w 13"/>
                <a:gd name="T37" fmla="*/ 12 h 17"/>
                <a:gd name="T38" fmla="*/ 7 w 13"/>
                <a:gd name="T39" fmla="*/ 7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3" h="17">
                  <a:moveTo>
                    <a:pt x="7" y="7"/>
                  </a:moveTo>
                  <a:cubicBezTo>
                    <a:pt x="5" y="7"/>
                    <a:pt x="3" y="6"/>
                    <a:pt x="3" y="5"/>
                  </a:cubicBezTo>
                  <a:cubicBezTo>
                    <a:pt x="3" y="4"/>
                    <a:pt x="5" y="3"/>
                    <a:pt x="7" y="3"/>
                  </a:cubicBezTo>
                  <a:cubicBezTo>
                    <a:pt x="9" y="3"/>
                    <a:pt x="10" y="3"/>
                    <a:pt x="11" y="5"/>
                  </a:cubicBezTo>
                  <a:cubicBezTo>
                    <a:pt x="11" y="5"/>
                    <a:pt x="11" y="5"/>
                    <a:pt x="11" y="5"/>
                  </a:cubicBezTo>
                  <a:cubicBezTo>
                    <a:pt x="13" y="4"/>
                    <a:pt x="13" y="4"/>
                    <a:pt x="13" y="4"/>
                  </a:cubicBezTo>
                  <a:cubicBezTo>
                    <a:pt x="13" y="3"/>
                    <a:pt x="13" y="3"/>
                    <a:pt x="13" y="3"/>
                  </a:cubicBezTo>
                  <a:cubicBezTo>
                    <a:pt x="12" y="1"/>
                    <a:pt x="10" y="0"/>
                    <a:pt x="7" y="0"/>
                  </a:cubicBezTo>
                  <a:cubicBezTo>
                    <a:pt x="5" y="0"/>
                    <a:pt x="3" y="1"/>
                    <a:pt x="2" y="2"/>
                  </a:cubicBezTo>
                  <a:cubicBezTo>
                    <a:pt x="1" y="3"/>
                    <a:pt x="0" y="4"/>
                    <a:pt x="0" y="5"/>
                  </a:cubicBezTo>
                  <a:cubicBezTo>
                    <a:pt x="0" y="9"/>
                    <a:pt x="4" y="9"/>
                    <a:pt x="7" y="10"/>
                  </a:cubicBezTo>
                  <a:cubicBezTo>
                    <a:pt x="9" y="10"/>
                    <a:pt x="11" y="11"/>
                    <a:pt x="11" y="12"/>
                  </a:cubicBezTo>
                  <a:cubicBezTo>
                    <a:pt x="11" y="15"/>
                    <a:pt x="8" y="15"/>
                    <a:pt x="7" y="15"/>
                  </a:cubicBezTo>
                  <a:cubicBezTo>
                    <a:pt x="5" y="15"/>
                    <a:pt x="3" y="14"/>
                    <a:pt x="2" y="12"/>
                  </a:cubicBezTo>
                  <a:cubicBezTo>
                    <a:pt x="2" y="12"/>
                    <a:pt x="2" y="12"/>
                    <a:pt x="2" y="12"/>
                  </a:cubicBezTo>
                  <a:cubicBezTo>
                    <a:pt x="0" y="13"/>
                    <a:pt x="0" y="13"/>
                    <a:pt x="0" y="13"/>
                  </a:cubicBezTo>
                  <a:cubicBezTo>
                    <a:pt x="0" y="14"/>
                    <a:pt x="0" y="14"/>
                    <a:pt x="0" y="14"/>
                  </a:cubicBezTo>
                  <a:cubicBezTo>
                    <a:pt x="1" y="16"/>
                    <a:pt x="3" y="17"/>
                    <a:pt x="7" y="17"/>
                  </a:cubicBezTo>
                  <a:cubicBezTo>
                    <a:pt x="10" y="17"/>
                    <a:pt x="13" y="16"/>
                    <a:pt x="13" y="12"/>
                  </a:cubicBezTo>
                  <a:cubicBezTo>
                    <a:pt x="13" y="9"/>
                    <a:pt x="10" y="8"/>
                    <a:pt x="7" y="7"/>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1" name="Freeform 15"/>
            <p:cNvSpPr>
              <a:spLocks/>
            </p:cNvSpPr>
            <p:nvPr userDrawn="1"/>
          </p:nvSpPr>
          <p:spPr bwMode="auto">
            <a:xfrm>
              <a:off x="4759" y="503"/>
              <a:ext cx="26" cy="32"/>
            </a:xfrm>
            <a:custGeom>
              <a:avLst/>
              <a:gdLst>
                <a:gd name="T0" fmla="*/ 0 w 26"/>
                <a:gd name="T1" fmla="*/ 4 h 32"/>
                <a:gd name="T2" fmla="*/ 10 w 26"/>
                <a:gd name="T3" fmla="*/ 4 h 32"/>
                <a:gd name="T4" fmla="*/ 10 w 26"/>
                <a:gd name="T5" fmla="*/ 32 h 32"/>
                <a:gd name="T6" fmla="*/ 16 w 26"/>
                <a:gd name="T7" fmla="*/ 32 h 32"/>
                <a:gd name="T8" fmla="*/ 16 w 26"/>
                <a:gd name="T9" fmla="*/ 4 h 32"/>
                <a:gd name="T10" fmla="*/ 26 w 26"/>
                <a:gd name="T11" fmla="*/ 4 h 32"/>
                <a:gd name="T12" fmla="*/ 26 w 26"/>
                <a:gd name="T13" fmla="*/ 0 h 32"/>
                <a:gd name="T14" fmla="*/ 0 w 26"/>
                <a:gd name="T15" fmla="*/ 0 h 32"/>
                <a:gd name="T16" fmla="*/ 0 w 26"/>
                <a:gd name="T17" fmla="*/ 4 h 32"/>
                <a:gd name="T18" fmla="*/ 0 w 26"/>
                <a:gd name="T19" fmla="*/ 4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6" h="32">
                  <a:moveTo>
                    <a:pt x="0" y="4"/>
                  </a:moveTo>
                  <a:lnTo>
                    <a:pt x="10" y="4"/>
                  </a:lnTo>
                  <a:lnTo>
                    <a:pt x="10" y="32"/>
                  </a:lnTo>
                  <a:lnTo>
                    <a:pt x="16" y="32"/>
                  </a:lnTo>
                  <a:lnTo>
                    <a:pt x="16" y="4"/>
                  </a:lnTo>
                  <a:lnTo>
                    <a:pt x="26" y="4"/>
                  </a:lnTo>
                  <a:lnTo>
                    <a:pt x="26" y="0"/>
                  </a:lnTo>
                  <a:lnTo>
                    <a:pt x="0" y="0"/>
                  </a:lnTo>
                  <a:lnTo>
                    <a:pt x="0" y="4"/>
                  </a:lnTo>
                  <a:lnTo>
                    <a:pt x="0" y="4"/>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2" name="Freeform 16"/>
            <p:cNvSpPr>
              <a:spLocks noEditPoints="1"/>
            </p:cNvSpPr>
            <p:nvPr userDrawn="1"/>
          </p:nvSpPr>
          <p:spPr bwMode="auto">
            <a:xfrm>
              <a:off x="4791" y="503"/>
              <a:ext cx="28" cy="32"/>
            </a:xfrm>
            <a:custGeom>
              <a:avLst/>
              <a:gdLst>
                <a:gd name="T0" fmla="*/ 13 w 14"/>
                <a:gd name="T1" fmla="*/ 5 h 16"/>
                <a:gd name="T2" fmla="*/ 7 w 14"/>
                <a:gd name="T3" fmla="*/ 0 h 16"/>
                <a:gd name="T4" fmla="*/ 0 w 14"/>
                <a:gd name="T5" fmla="*/ 0 h 16"/>
                <a:gd name="T6" fmla="*/ 0 w 14"/>
                <a:gd name="T7" fmla="*/ 16 h 16"/>
                <a:gd name="T8" fmla="*/ 2 w 14"/>
                <a:gd name="T9" fmla="*/ 16 h 16"/>
                <a:gd name="T10" fmla="*/ 2 w 14"/>
                <a:gd name="T11" fmla="*/ 10 h 16"/>
                <a:gd name="T12" fmla="*/ 6 w 14"/>
                <a:gd name="T13" fmla="*/ 10 h 16"/>
                <a:gd name="T14" fmla="*/ 10 w 14"/>
                <a:gd name="T15" fmla="*/ 16 h 16"/>
                <a:gd name="T16" fmla="*/ 14 w 14"/>
                <a:gd name="T17" fmla="*/ 16 h 16"/>
                <a:gd name="T18" fmla="*/ 8 w 14"/>
                <a:gd name="T19" fmla="*/ 10 h 16"/>
                <a:gd name="T20" fmla="*/ 13 w 14"/>
                <a:gd name="T21" fmla="*/ 5 h 16"/>
                <a:gd name="T22" fmla="*/ 2 w 14"/>
                <a:gd name="T23" fmla="*/ 2 h 16"/>
                <a:gd name="T24" fmla="*/ 7 w 14"/>
                <a:gd name="T25" fmla="*/ 2 h 16"/>
                <a:gd name="T26" fmla="*/ 10 w 14"/>
                <a:gd name="T27" fmla="*/ 5 h 16"/>
                <a:gd name="T28" fmla="*/ 7 w 14"/>
                <a:gd name="T29" fmla="*/ 8 h 16"/>
                <a:gd name="T30" fmla="*/ 2 w 14"/>
                <a:gd name="T31" fmla="*/ 8 h 16"/>
                <a:gd name="T32" fmla="*/ 2 w 14"/>
                <a:gd name="T33" fmla="*/ 2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4" h="16">
                  <a:moveTo>
                    <a:pt x="13" y="5"/>
                  </a:moveTo>
                  <a:cubicBezTo>
                    <a:pt x="13" y="2"/>
                    <a:pt x="11" y="0"/>
                    <a:pt x="7" y="0"/>
                  </a:cubicBezTo>
                  <a:cubicBezTo>
                    <a:pt x="0" y="0"/>
                    <a:pt x="0" y="0"/>
                    <a:pt x="0" y="0"/>
                  </a:cubicBezTo>
                  <a:cubicBezTo>
                    <a:pt x="0" y="16"/>
                    <a:pt x="0" y="16"/>
                    <a:pt x="0" y="16"/>
                  </a:cubicBezTo>
                  <a:cubicBezTo>
                    <a:pt x="2" y="16"/>
                    <a:pt x="2" y="16"/>
                    <a:pt x="2" y="16"/>
                  </a:cubicBezTo>
                  <a:cubicBezTo>
                    <a:pt x="2" y="10"/>
                    <a:pt x="2" y="10"/>
                    <a:pt x="2" y="10"/>
                  </a:cubicBezTo>
                  <a:cubicBezTo>
                    <a:pt x="6" y="10"/>
                    <a:pt x="6" y="10"/>
                    <a:pt x="6" y="10"/>
                  </a:cubicBezTo>
                  <a:cubicBezTo>
                    <a:pt x="10" y="16"/>
                    <a:pt x="10" y="16"/>
                    <a:pt x="10" y="16"/>
                  </a:cubicBezTo>
                  <a:cubicBezTo>
                    <a:pt x="14" y="16"/>
                    <a:pt x="14" y="16"/>
                    <a:pt x="14" y="16"/>
                  </a:cubicBezTo>
                  <a:cubicBezTo>
                    <a:pt x="8" y="10"/>
                    <a:pt x="8" y="10"/>
                    <a:pt x="8" y="10"/>
                  </a:cubicBezTo>
                  <a:cubicBezTo>
                    <a:pt x="11" y="10"/>
                    <a:pt x="13" y="8"/>
                    <a:pt x="13" y="5"/>
                  </a:cubicBezTo>
                  <a:close/>
                  <a:moveTo>
                    <a:pt x="2" y="2"/>
                  </a:moveTo>
                  <a:cubicBezTo>
                    <a:pt x="7" y="2"/>
                    <a:pt x="7" y="2"/>
                    <a:pt x="7" y="2"/>
                  </a:cubicBezTo>
                  <a:cubicBezTo>
                    <a:pt x="9" y="2"/>
                    <a:pt x="10" y="4"/>
                    <a:pt x="10" y="5"/>
                  </a:cubicBezTo>
                  <a:cubicBezTo>
                    <a:pt x="10" y="6"/>
                    <a:pt x="9" y="8"/>
                    <a:pt x="7" y="8"/>
                  </a:cubicBezTo>
                  <a:cubicBezTo>
                    <a:pt x="2" y="8"/>
                    <a:pt x="2" y="8"/>
                    <a:pt x="2" y="8"/>
                  </a:cubicBezTo>
                  <a:cubicBezTo>
                    <a:pt x="2" y="2"/>
                    <a:pt x="2" y="2"/>
                    <a:pt x="2" y="2"/>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3" name="Freeform 17"/>
            <p:cNvSpPr>
              <a:spLocks noEditPoints="1"/>
            </p:cNvSpPr>
            <p:nvPr userDrawn="1"/>
          </p:nvSpPr>
          <p:spPr bwMode="auto">
            <a:xfrm>
              <a:off x="4821" y="503"/>
              <a:ext cx="34" cy="32"/>
            </a:xfrm>
            <a:custGeom>
              <a:avLst/>
              <a:gdLst>
                <a:gd name="T0" fmla="*/ 18 w 34"/>
                <a:gd name="T1" fmla="*/ 0 h 32"/>
                <a:gd name="T2" fmla="*/ 14 w 34"/>
                <a:gd name="T3" fmla="*/ 0 h 32"/>
                <a:gd name="T4" fmla="*/ 0 w 34"/>
                <a:gd name="T5" fmla="*/ 32 h 32"/>
                <a:gd name="T6" fmla="*/ 4 w 34"/>
                <a:gd name="T7" fmla="*/ 32 h 32"/>
                <a:gd name="T8" fmla="*/ 8 w 34"/>
                <a:gd name="T9" fmla="*/ 26 h 32"/>
                <a:gd name="T10" fmla="*/ 24 w 34"/>
                <a:gd name="T11" fmla="*/ 26 h 32"/>
                <a:gd name="T12" fmla="*/ 28 w 34"/>
                <a:gd name="T13" fmla="*/ 32 h 32"/>
                <a:gd name="T14" fmla="*/ 34 w 34"/>
                <a:gd name="T15" fmla="*/ 32 h 32"/>
                <a:gd name="T16" fmla="*/ 20 w 34"/>
                <a:gd name="T17" fmla="*/ 0 h 32"/>
                <a:gd name="T18" fmla="*/ 18 w 34"/>
                <a:gd name="T19" fmla="*/ 0 h 32"/>
                <a:gd name="T20" fmla="*/ 18 w 34"/>
                <a:gd name="T21" fmla="*/ 0 h 32"/>
                <a:gd name="T22" fmla="*/ 22 w 34"/>
                <a:gd name="T23" fmla="*/ 20 h 32"/>
                <a:gd name="T24" fmla="*/ 10 w 34"/>
                <a:gd name="T25" fmla="*/ 20 h 32"/>
                <a:gd name="T26" fmla="*/ 16 w 34"/>
                <a:gd name="T27" fmla="*/ 6 h 32"/>
                <a:gd name="T28" fmla="*/ 22 w 34"/>
                <a:gd name="T29" fmla="*/ 20 h 32"/>
                <a:gd name="T30" fmla="*/ 22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18" y="0"/>
                  </a:moveTo>
                  <a:lnTo>
                    <a:pt x="14" y="0"/>
                  </a:lnTo>
                  <a:lnTo>
                    <a:pt x="0" y="32"/>
                  </a:lnTo>
                  <a:lnTo>
                    <a:pt x="4" y="32"/>
                  </a:lnTo>
                  <a:lnTo>
                    <a:pt x="8" y="26"/>
                  </a:lnTo>
                  <a:lnTo>
                    <a:pt x="24" y="26"/>
                  </a:lnTo>
                  <a:lnTo>
                    <a:pt x="28" y="32"/>
                  </a:lnTo>
                  <a:lnTo>
                    <a:pt x="34" y="32"/>
                  </a:lnTo>
                  <a:lnTo>
                    <a:pt x="20" y="0"/>
                  </a:lnTo>
                  <a:lnTo>
                    <a:pt x="18" y="0"/>
                  </a:lnTo>
                  <a:lnTo>
                    <a:pt x="18" y="0"/>
                  </a:lnTo>
                  <a:close/>
                  <a:moveTo>
                    <a:pt x="22" y="20"/>
                  </a:moveTo>
                  <a:lnTo>
                    <a:pt x="10" y="20"/>
                  </a:lnTo>
                  <a:lnTo>
                    <a:pt x="16" y="6"/>
                  </a:lnTo>
                  <a:lnTo>
                    <a:pt x="22" y="20"/>
                  </a:lnTo>
                  <a:lnTo>
                    <a:pt x="22" y="2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4" name="Freeform 18"/>
            <p:cNvSpPr>
              <a:spLocks/>
            </p:cNvSpPr>
            <p:nvPr userDrawn="1"/>
          </p:nvSpPr>
          <p:spPr bwMode="auto">
            <a:xfrm>
              <a:off x="4859" y="503"/>
              <a:ext cx="22" cy="32"/>
            </a:xfrm>
            <a:custGeom>
              <a:avLst/>
              <a:gdLst>
                <a:gd name="T0" fmla="*/ 6 w 22"/>
                <a:gd name="T1" fmla="*/ 0 h 32"/>
                <a:gd name="T2" fmla="*/ 0 w 22"/>
                <a:gd name="T3" fmla="*/ 0 h 32"/>
                <a:gd name="T4" fmla="*/ 0 w 22"/>
                <a:gd name="T5" fmla="*/ 32 h 32"/>
                <a:gd name="T6" fmla="*/ 22 w 22"/>
                <a:gd name="T7" fmla="*/ 32 h 32"/>
                <a:gd name="T8" fmla="*/ 22 w 22"/>
                <a:gd name="T9" fmla="*/ 28 h 32"/>
                <a:gd name="T10" fmla="*/ 6 w 22"/>
                <a:gd name="T11" fmla="*/ 28 h 32"/>
                <a:gd name="T12" fmla="*/ 6 w 22"/>
                <a:gd name="T13" fmla="*/ 0 h 32"/>
                <a:gd name="T14" fmla="*/ 6 w 22"/>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 h="32">
                  <a:moveTo>
                    <a:pt x="6" y="0"/>
                  </a:moveTo>
                  <a:lnTo>
                    <a:pt x="0" y="0"/>
                  </a:lnTo>
                  <a:lnTo>
                    <a:pt x="0" y="32"/>
                  </a:lnTo>
                  <a:lnTo>
                    <a:pt x="22" y="32"/>
                  </a:lnTo>
                  <a:lnTo>
                    <a:pt x="22" y="28"/>
                  </a:lnTo>
                  <a:lnTo>
                    <a:pt x="6" y="28"/>
                  </a:lnTo>
                  <a:lnTo>
                    <a:pt x="6" y="0"/>
                  </a:lnTo>
                  <a:lnTo>
                    <a:pt x="6" y="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5" name="Freeform 19"/>
            <p:cNvSpPr>
              <a:spLocks/>
            </p:cNvSpPr>
            <p:nvPr userDrawn="1"/>
          </p:nvSpPr>
          <p:spPr bwMode="auto">
            <a:xfrm>
              <a:off x="4887" y="503"/>
              <a:ext cx="4" cy="32"/>
            </a:xfrm>
            <a:custGeom>
              <a:avLst/>
              <a:gdLst>
                <a:gd name="T0" fmla="*/ 0 w 4"/>
                <a:gd name="T1" fmla="*/ 32 h 32"/>
                <a:gd name="T2" fmla="*/ 4 w 4"/>
                <a:gd name="T3" fmla="*/ 32 h 32"/>
                <a:gd name="T4" fmla="*/ 4 w 4"/>
                <a:gd name="T5" fmla="*/ 0 h 32"/>
                <a:gd name="T6" fmla="*/ 0 w 4"/>
                <a:gd name="T7" fmla="*/ 0 h 32"/>
                <a:gd name="T8" fmla="*/ 0 w 4"/>
                <a:gd name="T9" fmla="*/ 32 h 32"/>
                <a:gd name="T10" fmla="*/ 0 w 4"/>
                <a:gd name="T11" fmla="*/ 32 h 32"/>
              </a:gdLst>
              <a:ahLst/>
              <a:cxnLst>
                <a:cxn ang="0">
                  <a:pos x="T0" y="T1"/>
                </a:cxn>
                <a:cxn ang="0">
                  <a:pos x="T2" y="T3"/>
                </a:cxn>
                <a:cxn ang="0">
                  <a:pos x="T4" y="T5"/>
                </a:cxn>
                <a:cxn ang="0">
                  <a:pos x="T6" y="T7"/>
                </a:cxn>
                <a:cxn ang="0">
                  <a:pos x="T8" y="T9"/>
                </a:cxn>
                <a:cxn ang="0">
                  <a:pos x="T10" y="T11"/>
                </a:cxn>
              </a:cxnLst>
              <a:rect l="0" t="0" r="r" b="b"/>
              <a:pathLst>
                <a:path w="4" h="32">
                  <a:moveTo>
                    <a:pt x="0" y="32"/>
                  </a:moveTo>
                  <a:lnTo>
                    <a:pt x="4" y="32"/>
                  </a:lnTo>
                  <a:lnTo>
                    <a:pt x="4" y="0"/>
                  </a:lnTo>
                  <a:lnTo>
                    <a:pt x="0" y="0"/>
                  </a:lnTo>
                  <a:lnTo>
                    <a:pt x="0" y="32"/>
                  </a:lnTo>
                  <a:lnTo>
                    <a:pt x="0" y="32"/>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6" name="Freeform 20"/>
            <p:cNvSpPr>
              <a:spLocks noEditPoints="1"/>
            </p:cNvSpPr>
            <p:nvPr userDrawn="1"/>
          </p:nvSpPr>
          <p:spPr bwMode="auto">
            <a:xfrm>
              <a:off x="4897" y="503"/>
              <a:ext cx="33" cy="32"/>
            </a:xfrm>
            <a:custGeom>
              <a:avLst/>
              <a:gdLst>
                <a:gd name="T0" fmla="*/ 19 w 33"/>
                <a:gd name="T1" fmla="*/ 0 h 32"/>
                <a:gd name="T2" fmla="*/ 13 w 33"/>
                <a:gd name="T3" fmla="*/ 0 h 32"/>
                <a:gd name="T4" fmla="*/ 0 w 33"/>
                <a:gd name="T5" fmla="*/ 32 h 32"/>
                <a:gd name="T6" fmla="*/ 6 w 33"/>
                <a:gd name="T7" fmla="*/ 32 h 32"/>
                <a:gd name="T8" fmla="*/ 7 w 33"/>
                <a:gd name="T9" fmla="*/ 26 h 32"/>
                <a:gd name="T10" fmla="*/ 25 w 33"/>
                <a:gd name="T11" fmla="*/ 26 h 32"/>
                <a:gd name="T12" fmla="*/ 27 w 33"/>
                <a:gd name="T13" fmla="*/ 32 h 32"/>
                <a:gd name="T14" fmla="*/ 33 w 33"/>
                <a:gd name="T15" fmla="*/ 32 h 32"/>
                <a:gd name="T16" fmla="*/ 19 w 33"/>
                <a:gd name="T17" fmla="*/ 0 h 32"/>
                <a:gd name="T18" fmla="*/ 19 w 33"/>
                <a:gd name="T19" fmla="*/ 0 h 32"/>
                <a:gd name="T20" fmla="*/ 19 w 33"/>
                <a:gd name="T21" fmla="*/ 0 h 32"/>
                <a:gd name="T22" fmla="*/ 23 w 33"/>
                <a:gd name="T23" fmla="*/ 20 h 32"/>
                <a:gd name="T24" fmla="*/ 9 w 33"/>
                <a:gd name="T25" fmla="*/ 20 h 32"/>
                <a:gd name="T26" fmla="*/ 17 w 33"/>
                <a:gd name="T27" fmla="*/ 6 h 32"/>
                <a:gd name="T28" fmla="*/ 23 w 33"/>
                <a:gd name="T29" fmla="*/ 20 h 32"/>
                <a:gd name="T30" fmla="*/ 23 w 33"/>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3" h="32">
                  <a:moveTo>
                    <a:pt x="19" y="0"/>
                  </a:moveTo>
                  <a:lnTo>
                    <a:pt x="13" y="0"/>
                  </a:lnTo>
                  <a:lnTo>
                    <a:pt x="0" y="32"/>
                  </a:lnTo>
                  <a:lnTo>
                    <a:pt x="6" y="32"/>
                  </a:lnTo>
                  <a:lnTo>
                    <a:pt x="7" y="26"/>
                  </a:lnTo>
                  <a:lnTo>
                    <a:pt x="25" y="26"/>
                  </a:lnTo>
                  <a:lnTo>
                    <a:pt x="27" y="32"/>
                  </a:lnTo>
                  <a:lnTo>
                    <a:pt x="33" y="32"/>
                  </a:lnTo>
                  <a:lnTo>
                    <a:pt x="19" y="0"/>
                  </a:lnTo>
                  <a:lnTo>
                    <a:pt x="19" y="0"/>
                  </a:lnTo>
                  <a:lnTo>
                    <a:pt x="19" y="0"/>
                  </a:lnTo>
                  <a:close/>
                  <a:moveTo>
                    <a:pt x="23" y="20"/>
                  </a:moveTo>
                  <a:lnTo>
                    <a:pt x="9" y="20"/>
                  </a:lnTo>
                  <a:lnTo>
                    <a:pt x="17" y="6"/>
                  </a:lnTo>
                  <a:lnTo>
                    <a:pt x="23" y="20"/>
                  </a:lnTo>
                  <a:lnTo>
                    <a:pt x="23" y="2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7" name="Freeform 21"/>
            <p:cNvSpPr>
              <a:spLocks/>
            </p:cNvSpPr>
            <p:nvPr userDrawn="1"/>
          </p:nvSpPr>
          <p:spPr bwMode="auto">
            <a:xfrm>
              <a:off x="4936" y="503"/>
              <a:ext cx="26" cy="32"/>
            </a:xfrm>
            <a:custGeom>
              <a:avLst/>
              <a:gdLst>
                <a:gd name="T0" fmla="*/ 22 w 26"/>
                <a:gd name="T1" fmla="*/ 22 h 32"/>
                <a:gd name="T2" fmla="*/ 2 w 26"/>
                <a:gd name="T3" fmla="*/ 0 h 32"/>
                <a:gd name="T4" fmla="*/ 0 w 26"/>
                <a:gd name="T5" fmla="*/ 0 h 32"/>
                <a:gd name="T6" fmla="*/ 0 w 26"/>
                <a:gd name="T7" fmla="*/ 32 h 32"/>
                <a:gd name="T8" fmla="*/ 4 w 26"/>
                <a:gd name="T9" fmla="*/ 32 h 32"/>
                <a:gd name="T10" fmla="*/ 4 w 26"/>
                <a:gd name="T11" fmla="*/ 10 h 32"/>
                <a:gd name="T12" fmla="*/ 22 w 26"/>
                <a:gd name="T13" fmla="*/ 32 h 32"/>
                <a:gd name="T14" fmla="*/ 26 w 26"/>
                <a:gd name="T15" fmla="*/ 32 h 32"/>
                <a:gd name="T16" fmla="*/ 26 w 26"/>
                <a:gd name="T17" fmla="*/ 0 h 32"/>
                <a:gd name="T18" fmla="*/ 22 w 26"/>
                <a:gd name="T19" fmla="*/ 0 h 32"/>
                <a:gd name="T20" fmla="*/ 22 w 26"/>
                <a:gd name="T21" fmla="*/ 22 h 32"/>
                <a:gd name="T22" fmla="*/ 22 w 26"/>
                <a:gd name="T23" fmla="*/ 2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6" h="32">
                  <a:moveTo>
                    <a:pt x="22" y="22"/>
                  </a:moveTo>
                  <a:lnTo>
                    <a:pt x="2" y="0"/>
                  </a:lnTo>
                  <a:lnTo>
                    <a:pt x="0" y="0"/>
                  </a:lnTo>
                  <a:lnTo>
                    <a:pt x="0" y="32"/>
                  </a:lnTo>
                  <a:lnTo>
                    <a:pt x="4" y="32"/>
                  </a:lnTo>
                  <a:lnTo>
                    <a:pt x="4" y="10"/>
                  </a:lnTo>
                  <a:lnTo>
                    <a:pt x="22" y="32"/>
                  </a:lnTo>
                  <a:lnTo>
                    <a:pt x="26" y="32"/>
                  </a:lnTo>
                  <a:lnTo>
                    <a:pt x="26" y="0"/>
                  </a:lnTo>
                  <a:lnTo>
                    <a:pt x="22" y="0"/>
                  </a:lnTo>
                  <a:lnTo>
                    <a:pt x="22" y="22"/>
                  </a:lnTo>
                  <a:lnTo>
                    <a:pt x="22" y="22"/>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8" name="Freeform 22"/>
            <p:cNvSpPr>
              <a:spLocks/>
            </p:cNvSpPr>
            <p:nvPr userDrawn="1"/>
          </p:nvSpPr>
          <p:spPr bwMode="auto">
            <a:xfrm>
              <a:off x="4986" y="501"/>
              <a:ext cx="30" cy="34"/>
            </a:xfrm>
            <a:custGeom>
              <a:avLst/>
              <a:gdLst>
                <a:gd name="T0" fmla="*/ 13 w 15"/>
                <a:gd name="T1" fmla="*/ 13 h 17"/>
                <a:gd name="T2" fmla="*/ 9 w 15"/>
                <a:gd name="T3" fmla="*/ 15 h 17"/>
                <a:gd name="T4" fmla="*/ 3 w 15"/>
                <a:gd name="T5" fmla="*/ 9 h 17"/>
                <a:gd name="T6" fmla="*/ 9 w 15"/>
                <a:gd name="T7" fmla="*/ 3 h 17"/>
                <a:gd name="T8" fmla="*/ 13 w 15"/>
                <a:gd name="T9" fmla="*/ 5 h 17"/>
                <a:gd name="T10" fmla="*/ 13 w 15"/>
                <a:gd name="T11" fmla="*/ 5 h 17"/>
                <a:gd name="T12" fmla="*/ 15 w 15"/>
                <a:gd name="T13" fmla="*/ 3 h 17"/>
                <a:gd name="T14" fmla="*/ 15 w 15"/>
                <a:gd name="T15" fmla="*/ 3 h 17"/>
                <a:gd name="T16" fmla="*/ 9 w 15"/>
                <a:gd name="T17" fmla="*/ 0 h 17"/>
                <a:gd name="T18" fmla="*/ 2 w 15"/>
                <a:gd name="T19" fmla="*/ 3 h 17"/>
                <a:gd name="T20" fmla="*/ 0 w 15"/>
                <a:gd name="T21" fmla="*/ 9 h 17"/>
                <a:gd name="T22" fmla="*/ 9 w 15"/>
                <a:gd name="T23" fmla="*/ 17 h 17"/>
                <a:gd name="T24" fmla="*/ 15 w 15"/>
                <a:gd name="T25" fmla="*/ 15 h 17"/>
                <a:gd name="T26" fmla="*/ 15 w 15"/>
                <a:gd name="T27" fmla="*/ 15 h 17"/>
                <a:gd name="T28" fmla="*/ 13 w 15"/>
                <a:gd name="T29" fmla="*/ 13 h 17"/>
                <a:gd name="T30" fmla="*/ 13 w 15"/>
                <a:gd name="T31" fmla="*/ 13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5" h="17">
                  <a:moveTo>
                    <a:pt x="13" y="13"/>
                  </a:moveTo>
                  <a:cubicBezTo>
                    <a:pt x="12" y="14"/>
                    <a:pt x="10" y="15"/>
                    <a:pt x="9" y="15"/>
                  </a:cubicBezTo>
                  <a:cubicBezTo>
                    <a:pt x="4" y="15"/>
                    <a:pt x="3" y="12"/>
                    <a:pt x="3" y="9"/>
                  </a:cubicBezTo>
                  <a:cubicBezTo>
                    <a:pt x="3" y="6"/>
                    <a:pt x="4" y="3"/>
                    <a:pt x="9" y="3"/>
                  </a:cubicBezTo>
                  <a:cubicBezTo>
                    <a:pt x="10" y="3"/>
                    <a:pt x="12" y="3"/>
                    <a:pt x="13" y="5"/>
                  </a:cubicBezTo>
                  <a:cubicBezTo>
                    <a:pt x="13" y="5"/>
                    <a:pt x="13" y="5"/>
                    <a:pt x="13" y="5"/>
                  </a:cubicBezTo>
                  <a:cubicBezTo>
                    <a:pt x="15" y="3"/>
                    <a:pt x="15" y="3"/>
                    <a:pt x="15" y="3"/>
                  </a:cubicBezTo>
                  <a:cubicBezTo>
                    <a:pt x="15" y="3"/>
                    <a:pt x="15" y="3"/>
                    <a:pt x="15" y="3"/>
                  </a:cubicBezTo>
                  <a:cubicBezTo>
                    <a:pt x="13" y="1"/>
                    <a:pt x="11" y="0"/>
                    <a:pt x="9" y="0"/>
                  </a:cubicBezTo>
                  <a:cubicBezTo>
                    <a:pt x="6" y="0"/>
                    <a:pt x="4" y="1"/>
                    <a:pt x="2" y="3"/>
                  </a:cubicBezTo>
                  <a:cubicBezTo>
                    <a:pt x="1" y="4"/>
                    <a:pt x="0" y="7"/>
                    <a:pt x="0" y="9"/>
                  </a:cubicBezTo>
                  <a:cubicBezTo>
                    <a:pt x="0" y="13"/>
                    <a:pt x="3" y="17"/>
                    <a:pt x="9" y="17"/>
                  </a:cubicBezTo>
                  <a:cubicBezTo>
                    <a:pt x="11" y="17"/>
                    <a:pt x="13" y="16"/>
                    <a:pt x="15" y="15"/>
                  </a:cubicBezTo>
                  <a:cubicBezTo>
                    <a:pt x="15" y="15"/>
                    <a:pt x="15" y="15"/>
                    <a:pt x="15" y="15"/>
                  </a:cubicBezTo>
                  <a:cubicBezTo>
                    <a:pt x="13" y="13"/>
                    <a:pt x="13" y="13"/>
                    <a:pt x="13" y="13"/>
                  </a:cubicBezTo>
                  <a:cubicBezTo>
                    <a:pt x="13" y="13"/>
                    <a:pt x="13" y="13"/>
                    <a:pt x="13" y="13"/>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9" name="Freeform 23"/>
            <p:cNvSpPr>
              <a:spLocks noEditPoints="1"/>
            </p:cNvSpPr>
            <p:nvPr userDrawn="1"/>
          </p:nvSpPr>
          <p:spPr bwMode="auto">
            <a:xfrm>
              <a:off x="5018" y="503"/>
              <a:ext cx="34" cy="32"/>
            </a:xfrm>
            <a:custGeom>
              <a:avLst/>
              <a:gdLst>
                <a:gd name="T0" fmla="*/ 20 w 34"/>
                <a:gd name="T1" fmla="*/ 0 h 32"/>
                <a:gd name="T2" fmla="*/ 14 w 34"/>
                <a:gd name="T3" fmla="*/ 0 h 32"/>
                <a:gd name="T4" fmla="*/ 0 w 34"/>
                <a:gd name="T5" fmla="*/ 32 h 32"/>
                <a:gd name="T6" fmla="*/ 6 w 34"/>
                <a:gd name="T7" fmla="*/ 32 h 32"/>
                <a:gd name="T8" fmla="*/ 8 w 34"/>
                <a:gd name="T9" fmla="*/ 26 h 32"/>
                <a:gd name="T10" fmla="*/ 26 w 34"/>
                <a:gd name="T11" fmla="*/ 26 h 32"/>
                <a:gd name="T12" fmla="*/ 28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0 w 34"/>
                <a:gd name="T25" fmla="*/ 20 h 32"/>
                <a:gd name="T26" fmla="*/ 16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8" y="26"/>
                  </a:lnTo>
                  <a:lnTo>
                    <a:pt x="26" y="26"/>
                  </a:lnTo>
                  <a:lnTo>
                    <a:pt x="28" y="32"/>
                  </a:lnTo>
                  <a:lnTo>
                    <a:pt x="34" y="32"/>
                  </a:lnTo>
                  <a:lnTo>
                    <a:pt x="20" y="0"/>
                  </a:lnTo>
                  <a:lnTo>
                    <a:pt x="20" y="0"/>
                  </a:lnTo>
                  <a:lnTo>
                    <a:pt x="20" y="0"/>
                  </a:lnTo>
                  <a:close/>
                  <a:moveTo>
                    <a:pt x="24" y="20"/>
                  </a:moveTo>
                  <a:lnTo>
                    <a:pt x="10" y="20"/>
                  </a:lnTo>
                  <a:lnTo>
                    <a:pt x="16" y="6"/>
                  </a:lnTo>
                  <a:lnTo>
                    <a:pt x="24" y="20"/>
                  </a:lnTo>
                  <a:lnTo>
                    <a:pt x="24" y="2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0" name="Freeform 24"/>
            <p:cNvSpPr>
              <a:spLocks/>
            </p:cNvSpPr>
            <p:nvPr userDrawn="1"/>
          </p:nvSpPr>
          <p:spPr bwMode="auto">
            <a:xfrm>
              <a:off x="5050" y="503"/>
              <a:ext cx="28" cy="32"/>
            </a:xfrm>
            <a:custGeom>
              <a:avLst/>
              <a:gdLst>
                <a:gd name="T0" fmla="*/ 0 w 28"/>
                <a:gd name="T1" fmla="*/ 4 h 32"/>
                <a:gd name="T2" fmla="*/ 12 w 28"/>
                <a:gd name="T3" fmla="*/ 4 h 32"/>
                <a:gd name="T4" fmla="*/ 12 w 28"/>
                <a:gd name="T5" fmla="*/ 32 h 32"/>
                <a:gd name="T6" fmla="*/ 16 w 28"/>
                <a:gd name="T7" fmla="*/ 32 h 32"/>
                <a:gd name="T8" fmla="*/ 16 w 28"/>
                <a:gd name="T9" fmla="*/ 4 h 32"/>
                <a:gd name="T10" fmla="*/ 28 w 28"/>
                <a:gd name="T11" fmla="*/ 4 h 32"/>
                <a:gd name="T12" fmla="*/ 28 w 28"/>
                <a:gd name="T13" fmla="*/ 0 h 32"/>
                <a:gd name="T14" fmla="*/ 0 w 28"/>
                <a:gd name="T15" fmla="*/ 0 h 32"/>
                <a:gd name="T16" fmla="*/ 0 w 28"/>
                <a:gd name="T17" fmla="*/ 4 h 32"/>
                <a:gd name="T18" fmla="*/ 0 w 28"/>
                <a:gd name="T19" fmla="*/ 4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8" h="32">
                  <a:moveTo>
                    <a:pt x="0" y="4"/>
                  </a:moveTo>
                  <a:lnTo>
                    <a:pt x="12" y="4"/>
                  </a:lnTo>
                  <a:lnTo>
                    <a:pt x="12" y="32"/>
                  </a:lnTo>
                  <a:lnTo>
                    <a:pt x="16" y="32"/>
                  </a:lnTo>
                  <a:lnTo>
                    <a:pt x="16" y="4"/>
                  </a:lnTo>
                  <a:lnTo>
                    <a:pt x="28" y="4"/>
                  </a:lnTo>
                  <a:lnTo>
                    <a:pt x="28" y="0"/>
                  </a:lnTo>
                  <a:lnTo>
                    <a:pt x="0" y="0"/>
                  </a:lnTo>
                  <a:lnTo>
                    <a:pt x="0" y="4"/>
                  </a:lnTo>
                  <a:lnTo>
                    <a:pt x="0" y="4"/>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1" name="Freeform 25"/>
            <p:cNvSpPr>
              <a:spLocks/>
            </p:cNvSpPr>
            <p:nvPr userDrawn="1"/>
          </p:nvSpPr>
          <p:spPr bwMode="auto">
            <a:xfrm>
              <a:off x="5082" y="503"/>
              <a:ext cx="28" cy="32"/>
            </a:xfrm>
            <a:custGeom>
              <a:avLst/>
              <a:gdLst>
                <a:gd name="T0" fmla="*/ 22 w 28"/>
                <a:gd name="T1" fmla="*/ 12 h 32"/>
                <a:gd name="T2" fmla="*/ 6 w 28"/>
                <a:gd name="T3" fmla="*/ 12 h 32"/>
                <a:gd name="T4" fmla="*/ 6 w 28"/>
                <a:gd name="T5" fmla="*/ 0 h 32"/>
                <a:gd name="T6" fmla="*/ 0 w 28"/>
                <a:gd name="T7" fmla="*/ 0 h 32"/>
                <a:gd name="T8" fmla="*/ 0 w 28"/>
                <a:gd name="T9" fmla="*/ 32 h 32"/>
                <a:gd name="T10" fmla="*/ 6 w 28"/>
                <a:gd name="T11" fmla="*/ 32 h 32"/>
                <a:gd name="T12" fmla="*/ 6 w 28"/>
                <a:gd name="T13" fmla="*/ 18 h 32"/>
                <a:gd name="T14" fmla="*/ 22 w 28"/>
                <a:gd name="T15" fmla="*/ 18 h 32"/>
                <a:gd name="T16" fmla="*/ 22 w 28"/>
                <a:gd name="T17" fmla="*/ 32 h 32"/>
                <a:gd name="T18" fmla="*/ 28 w 28"/>
                <a:gd name="T19" fmla="*/ 32 h 32"/>
                <a:gd name="T20" fmla="*/ 28 w 28"/>
                <a:gd name="T21" fmla="*/ 0 h 32"/>
                <a:gd name="T22" fmla="*/ 22 w 28"/>
                <a:gd name="T23" fmla="*/ 0 h 32"/>
                <a:gd name="T24" fmla="*/ 22 w 28"/>
                <a:gd name="T25" fmla="*/ 12 h 32"/>
                <a:gd name="T26" fmla="*/ 22 w 28"/>
                <a:gd name="T27" fmla="*/ 1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8" h="32">
                  <a:moveTo>
                    <a:pt x="22" y="12"/>
                  </a:moveTo>
                  <a:lnTo>
                    <a:pt x="6" y="12"/>
                  </a:lnTo>
                  <a:lnTo>
                    <a:pt x="6" y="0"/>
                  </a:lnTo>
                  <a:lnTo>
                    <a:pt x="0" y="0"/>
                  </a:lnTo>
                  <a:lnTo>
                    <a:pt x="0" y="32"/>
                  </a:lnTo>
                  <a:lnTo>
                    <a:pt x="6" y="32"/>
                  </a:lnTo>
                  <a:lnTo>
                    <a:pt x="6" y="18"/>
                  </a:lnTo>
                  <a:lnTo>
                    <a:pt x="22" y="18"/>
                  </a:lnTo>
                  <a:lnTo>
                    <a:pt x="22" y="32"/>
                  </a:lnTo>
                  <a:lnTo>
                    <a:pt x="28" y="32"/>
                  </a:lnTo>
                  <a:lnTo>
                    <a:pt x="28" y="0"/>
                  </a:lnTo>
                  <a:lnTo>
                    <a:pt x="22" y="0"/>
                  </a:lnTo>
                  <a:lnTo>
                    <a:pt x="22" y="12"/>
                  </a:lnTo>
                  <a:lnTo>
                    <a:pt x="22" y="12"/>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2" name="Freeform 26"/>
            <p:cNvSpPr>
              <a:spLocks noEditPoints="1"/>
            </p:cNvSpPr>
            <p:nvPr userDrawn="1"/>
          </p:nvSpPr>
          <p:spPr bwMode="auto">
            <a:xfrm>
              <a:off x="5116" y="501"/>
              <a:ext cx="32" cy="34"/>
            </a:xfrm>
            <a:custGeom>
              <a:avLst/>
              <a:gdLst>
                <a:gd name="T0" fmla="*/ 8 w 16"/>
                <a:gd name="T1" fmla="*/ 0 h 17"/>
                <a:gd name="T2" fmla="*/ 0 w 16"/>
                <a:gd name="T3" fmla="*/ 9 h 17"/>
                <a:gd name="T4" fmla="*/ 8 w 16"/>
                <a:gd name="T5" fmla="*/ 17 h 17"/>
                <a:gd name="T6" fmla="*/ 16 w 16"/>
                <a:gd name="T7" fmla="*/ 9 h 17"/>
                <a:gd name="T8" fmla="*/ 8 w 16"/>
                <a:gd name="T9" fmla="*/ 0 h 17"/>
                <a:gd name="T10" fmla="*/ 8 w 16"/>
                <a:gd name="T11" fmla="*/ 15 h 17"/>
                <a:gd name="T12" fmla="*/ 2 w 16"/>
                <a:gd name="T13" fmla="*/ 9 h 17"/>
                <a:gd name="T14" fmla="*/ 8 w 16"/>
                <a:gd name="T15" fmla="*/ 3 h 17"/>
                <a:gd name="T16" fmla="*/ 14 w 16"/>
                <a:gd name="T17" fmla="*/ 9 h 17"/>
                <a:gd name="T18" fmla="*/ 8 w 16"/>
                <a:gd name="T19" fmla="*/ 15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6" h="17">
                  <a:moveTo>
                    <a:pt x="8" y="0"/>
                  </a:moveTo>
                  <a:cubicBezTo>
                    <a:pt x="3" y="0"/>
                    <a:pt x="0" y="4"/>
                    <a:pt x="0" y="9"/>
                  </a:cubicBezTo>
                  <a:cubicBezTo>
                    <a:pt x="0" y="13"/>
                    <a:pt x="2" y="17"/>
                    <a:pt x="8" y="17"/>
                  </a:cubicBezTo>
                  <a:cubicBezTo>
                    <a:pt x="14" y="17"/>
                    <a:pt x="16" y="13"/>
                    <a:pt x="16" y="9"/>
                  </a:cubicBezTo>
                  <a:cubicBezTo>
                    <a:pt x="16" y="5"/>
                    <a:pt x="14" y="0"/>
                    <a:pt x="8" y="0"/>
                  </a:cubicBezTo>
                  <a:close/>
                  <a:moveTo>
                    <a:pt x="8" y="15"/>
                  </a:moveTo>
                  <a:cubicBezTo>
                    <a:pt x="4" y="15"/>
                    <a:pt x="2" y="12"/>
                    <a:pt x="2" y="9"/>
                  </a:cubicBezTo>
                  <a:cubicBezTo>
                    <a:pt x="2" y="6"/>
                    <a:pt x="4" y="3"/>
                    <a:pt x="8" y="3"/>
                  </a:cubicBezTo>
                  <a:cubicBezTo>
                    <a:pt x="12" y="3"/>
                    <a:pt x="14" y="6"/>
                    <a:pt x="14" y="9"/>
                  </a:cubicBezTo>
                  <a:cubicBezTo>
                    <a:pt x="14" y="12"/>
                    <a:pt x="12" y="15"/>
                    <a:pt x="8" y="15"/>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3" name="Freeform 27"/>
            <p:cNvSpPr>
              <a:spLocks/>
            </p:cNvSpPr>
            <p:nvPr userDrawn="1"/>
          </p:nvSpPr>
          <p:spPr bwMode="auto">
            <a:xfrm>
              <a:off x="5154" y="503"/>
              <a:ext cx="22" cy="32"/>
            </a:xfrm>
            <a:custGeom>
              <a:avLst/>
              <a:gdLst>
                <a:gd name="T0" fmla="*/ 6 w 22"/>
                <a:gd name="T1" fmla="*/ 0 h 32"/>
                <a:gd name="T2" fmla="*/ 0 w 22"/>
                <a:gd name="T3" fmla="*/ 0 h 32"/>
                <a:gd name="T4" fmla="*/ 0 w 22"/>
                <a:gd name="T5" fmla="*/ 32 h 32"/>
                <a:gd name="T6" fmla="*/ 22 w 22"/>
                <a:gd name="T7" fmla="*/ 32 h 32"/>
                <a:gd name="T8" fmla="*/ 22 w 22"/>
                <a:gd name="T9" fmla="*/ 28 h 32"/>
                <a:gd name="T10" fmla="*/ 6 w 22"/>
                <a:gd name="T11" fmla="*/ 28 h 32"/>
                <a:gd name="T12" fmla="*/ 6 w 22"/>
                <a:gd name="T13" fmla="*/ 0 h 32"/>
                <a:gd name="T14" fmla="*/ 6 w 22"/>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 h="32">
                  <a:moveTo>
                    <a:pt x="6" y="0"/>
                  </a:moveTo>
                  <a:lnTo>
                    <a:pt x="0" y="0"/>
                  </a:lnTo>
                  <a:lnTo>
                    <a:pt x="0" y="32"/>
                  </a:lnTo>
                  <a:lnTo>
                    <a:pt x="22" y="32"/>
                  </a:lnTo>
                  <a:lnTo>
                    <a:pt x="22" y="28"/>
                  </a:lnTo>
                  <a:lnTo>
                    <a:pt x="6" y="28"/>
                  </a:lnTo>
                  <a:lnTo>
                    <a:pt x="6" y="0"/>
                  </a:lnTo>
                  <a:lnTo>
                    <a:pt x="6" y="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4" name="Freeform 28"/>
            <p:cNvSpPr>
              <a:spLocks/>
            </p:cNvSpPr>
            <p:nvPr userDrawn="1"/>
          </p:nvSpPr>
          <p:spPr bwMode="auto">
            <a:xfrm>
              <a:off x="5182" y="503"/>
              <a:ext cx="4" cy="32"/>
            </a:xfrm>
            <a:custGeom>
              <a:avLst/>
              <a:gdLst>
                <a:gd name="T0" fmla="*/ 0 w 4"/>
                <a:gd name="T1" fmla="*/ 32 h 32"/>
                <a:gd name="T2" fmla="*/ 4 w 4"/>
                <a:gd name="T3" fmla="*/ 32 h 32"/>
                <a:gd name="T4" fmla="*/ 4 w 4"/>
                <a:gd name="T5" fmla="*/ 0 h 32"/>
                <a:gd name="T6" fmla="*/ 0 w 4"/>
                <a:gd name="T7" fmla="*/ 0 h 32"/>
                <a:gd name="T8" fmla="*/ 0 w 4"/>
                <a:gd name="T9" fmla="*/ 32 h 32"/>
                <a:gd name="T10" fmla="*/ 0 w 4"/>
                <a:gd name="T11" fmla="*/ 32 h 32"/>
              </a:gdLst>
              <a:ahLst/>
              <a:cxnLst>
                <a:cxn ang="0">
                  <a:pos x="T0" y="T1"/>
                </a:cxn>
                <a:cxn ang="0">
                  <a:pos x="T2" y="T3"/>
                </a:cxn>
                <a:cxn ang="0">
                  <a:pos x="T4" y="T5"/>
                </a:cxn>
                <a:cxn ang="0">
                  <a:pos x="T6" y="T7"/>
                </a:cxn>
                <a:cxn ang="0">
                  <a:pos x="T8" y="T9"/>
                </a:cxn>
                <a:cxn ang="0">
                  <a:pos x="T10" y="T11"/>
                </a:cxn>
              </a:cxnLst>
              <a:rect l="0" t="0" r="r" b="b"/>
              <a:pathLst>
                <a:path w="4" h="32">
                  <a:moveTo>
                    <a:pt x="0" y="32"/>
                  </a:moveTo>
                  <a:lnTo>
                    <a:pt x="4" y="32"/>
                  </a:lnTo>
                  <a:lnTo>
                    <a:pt x="4" y="0"/>
                  </a:lnTo>
                  <a:lnTo>
                    <a:pt x="0" y="0"/>
                  </a:lnTo>
                  <a:lnTo>
                    <a:pt x="0" y="32"/>
                  </a:lnTo>
                  <a:lnTo>
                    <a:pt x="0" y="32"/>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5" name="Freeform 29"/>
            <p:cNvSpPr>
              <a:spLocks/>
            </p:cNvSpPr>
            <p:nvPr userDrawn="1"/>
          </p:nvSpPr>
          <p:spPr bwMode="auto">
            <a:xfrm>
              <a:off x="5192" y="501"/>
              <a:ext cx="30" cy="34"/>
            </a:xfrm>
            <a:custGeom>
              <a:avLst/>
              <a:gdLst>
                <a:gd name="T0" fmla="*/ 13 w 15"/>
                <a:gd name="T1" fmla="*/ 13 h 17"/>
                <a:gd name="T2" fmla="*/ 9 w 15"/>
                <a:gd name="T3" fmla="*/ 15 h 17"/>
                <a:gd name="T4" fmla="*/ 3 w 15"/>
                <a:gd name="T5" fmla="*/ 9 h 17"/>
                <a:gd name="T6" fmla="*/ 9 w 15"/>
                <a:gd name="T7" fmla="*/ 3 h 17"/>
                <a:gd name="T8" fmla="*/ 13 w 15"/>
                <a:gd name="T9" fmla="*/ 5 h 17"/>
                <a:gd name="T10" fmla="*/ 13 w 15"/>
                <a:gd name="T11" fmla="*/ 5 h 17"/>
                <a:gd name="T12" fmla="*/ 15 w 15"/>
                <a:gd name="T13" fmla="*/ 3 h 17"/>
                <a:gd name="T14" fmla="*/ 15 w 15"/>
                <a:gd name="T15" fmla="*/ 3 h 17"/>
                <a:gd name="T16" fmla="*/ 9 w 15"/>
                <a:gd name="T17" fmla="*/ 0 h 17"/>
                <a:gd name="T18" fmla="*/ 3 w 15"/>
                <a:gd name="T19" fmla="*/ 3 h 17"/>
                <a:gd name="T20" fmla="*/ 0 w 15"/>
                <a:gd name="T21" fmla="*/ 9 h 17"/>
                <a:gd name="T22" fmla="*/ 9 w 15"/>
                <a:gd name="T23" fmla="*/ 17 h 17"/>
                <a:gd name="T24" fmla="*/ 15 w 15"/>
                <a:gd name="T25" fmla="*/ 15 h 17"/>
                <a:gd name="T26" fmla="*/ 15 w 15"/>
                <a:gd name="T27" fmla="*/ 15 h 17"/>
                <a:gd name="T28" fmla="*/ 13 w 15"/>
                <a:gd name="T29" fmla="*/ 13 h 17"/>
                <a:gd name="T30" fmla="*/ 13 w 15"/>
                <a:gd name="T31" fmla="*/ 13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5" h="17">
                  <a:moveTo>
                    <a:pt x="13" y="13"/>
                  </a:moveTo>
                  <a:cubicBezTo>
                    <a:pt x="12" y="14"/>
                    <a:pt x="10" y="15"/>
                    <a:pt x="9" y="15"/>
                  </a:cubicBezTo>
                  <a:cubicBezTo>
                    <a:pt x="5" y="15"/>
                    <a:pt x="3" y="12"/>
                    <a:pt x="3" y="9"/>
                  </a:cubicBezTo>
                  <a:cubicBezTo>
                    <a:pt x="3" y="6"/>
                    <a:pt x="5" y="3"/>
                    <a:pt x="9" y="3"/>
                  </a:cubicBezTo>
                  <a:cubicBezTo>
                    <a:pt x="10" y="3"/>
                    <a:pt x="12" y="3"/>
                    <a:pt x="13" y="5"/>
                  </a:cubicBezTo>
                  <a:cubicBezTo>
                    <a:pt x="13" y="5"/>
                    <a:pt x="13" y="5"/>
                    <a:pt x="13" y="5"/>
                  </a:cubicBezTo>
                  <a:cubicBezTo>
                    <a:pt x="15" y="3"/>
                    <a:pt x="15" y="3"/>
                    <a:pt x="15" y="3"/>
                  </a:cubicBezTo>
                  <a:cubicBezTo>
                    <a:pt x="15" y="3"/>
                    <a:pt x="15" y="3"/>
                    <a:pt x="15" y="3"/>
                  </a:cubicBezTo>
                  <a:cubicBezTo>
                    <a:pt x="13" y="1"/>
                    <a:pt x="11" y="0"/>
                    <a:pt x="9" y="0"/>
                  </a:cubicBezTo>
                  <a:cubicBezTo>
                    <a:pt x="6" y="0"/>
                    <a:pt x="4" y="1"/>
                    <a:pt x="3" y="3"/>
                  </a:cubicBezTo>
                  <a:cubicBezTo>
                    <a:pt x="1" y="4"/>
                    <a:pt x="0" y="7"/>
                    <a:pt x="0" y="9"/>
                  </a:cubicBezTo>
                  <a:cubicBezTo>
                    <a:pt x="0" y="13"/>
                    <a:pt x="3" y="17"/>
                    <a:pt x="9" y="17"/>
                  </a:cubicBezTo>
                  <a:cubicBezTo>
                    <a:pt x="11" y="17"/>
                    <a:pt x="13" y="16"/>
                    <a:pt x="15" y="15"/>
                  </a:cubicBezTo>
                  <a:cubicBezTo>
                    <a:pt x="15" y="15"/>
                    <a:pt x="15" y="15"/>
                    <a:pt x="15" y="15"/>
                  </a:cubicBezTo>
                  <a:cubicBezTo>
                    <a:pt x="13" y="13"/>
                    <a:pt x="13" y="13"/>
                    <a:pt x="13" y="13"/>
                  </a:cubicBezTo>
                  <a:cubicBezTo>
                    <a:pt x="13" y="13"/>
                    <a:pt x="13" y="13"/>
                    <a:pt x="13" y="13"/>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6" name="Freeform 30"/>
            <p:cNvSpPr>
              <a:spLocks/>
            </p:cNvSpPr>
            <p:nvPr userDrawn="1"/>
          </p:nvSpPr>
          <p:spPr bwMode="auto">
            <a:xfrm>
              <a:off x="5244" y="503"/>
              <a:ext cx="26" cy="32"/>
            </a:xfrm>
            <a:custGeom>
              <a:avLst/>
              <a:gdLst>
                <a:gd name="T0" fmla="*/ 11 w 13"/>
                <a:gd name="T1" fmla="*/ 9 h 16"/>
                <a:gd name="T2" fmla="*/ 7 w 13"/>
                <a:gd name="T3" fmla="*/ 14 h 16"/>
                <a:gd name="T4" fmla="*/ 2 w 13"/>
                <a:gd name="T5" fmla="*/ 9 h 16"/>
                <a:gd name="T6" fmla="*/ 2 w 13"/>
                <a:gd name="T7" fmla="*/ 0 h 16"/>
                <a:gd name="T8" fmla="*/ 0 w 13"/>
                <a:gd name="T9" fmla="*/ 0 h 16"/>
                <a:gd name="T10" fmla="*/ 0 w 13"/>
                <a:gd name="T11" fmla="*/ 9 h 16"/>
                <a:gd name="T12" fmla="*/ 7 w 13"/>
                <a:gd name="T13" fmla="*/ 16 h 16"/>
                <a:gd name="T14" fmla="*/ 13 w 13"/>
                <a:gd name="T15" fmla="*/ 9 h 16"/>
                <a:gd name="T16" fmla="*/ 13 w 13"/>
                <a:gd name="T17" fmla="*/ 0 h 16"/>
                <a:gd name="T18" fmla="*/ 11 w 13"/>
                <a:gd name="T19" fmla="*/ 0 h 16"/>
                <a:gd name="T20" fmla="*/ 11 w 13"/>
                <a:gd name="T21" fmla="*/ 9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 h="16">
                  <a:moveTo>
                    <a:pt x="11" y="9"/>
                  </a:moveTo>
                  <a:cubicBezTo>
                    <a:pt x="11" y="12"/>
                    <a:pt x="9" y="14"/>
                    <a:pt x="7" y="14"/>
                  </a:cubicBezTo>
                  <a:cubicBezTo>
                    <a:pt x="5" y="14"/>
                    <a:pt x="2" y="12"/>
                    <a:pt x="2" y="9"/>
                  </a:cubicBezTo>
                  <a:cubicBezTo>
                    <a:pt x="2" y="0"/>
                    <a:pt x="2" y="0"/>
                    <a:pt x="2" y="0"/>
                  </a:cubicBezTo>
                  <a:cubicBezTo>
                    <a:pt x="0" y="0"/>
                    <a:pt x="0" y="0"/>
                    <a:pt x="0" y="0"/>
                  </a:cubicBezTo>
                  <a:cubicBezTo>
                    <a:pt x="0" y="9"/>
                    <a:pt x="0" y="9"/>
                    <a:pt x="0" y="9"/>
                  </a:cubicBezTo>
                  <a:cubicBezTo>
                    <a:pt x="0" y="14"/>
                    <a:pt x="3" y="16"/>
                    <a:pt x="7" y="16"/>
                  </a:cubicBezTo>
                  <a:cubicBezTo>
                    <a:pt x="10" y="16"/>
                    <a:pt x="13" y="14"/>
                    <a:pt x="13" y="9"/>
                  </a:cubicBezTo>
                  <a:cubicBezTo>
                    <a:pt x="13" y="0"/>
                    <a:pt x="13" y="0"/>
                    <a:pt x="13" y="0"/>
                  </a:cubicBezTo>
                  <a:cubicBezTo>
                    <a:pt x="11" y="0"/>
                    <a:pt x="11" y="0"/>
                    <a:pt x="11" y="0"/>
                  </a:cubicBezTo>
                  <a:cubicBezTo>
                    <a:pt x="11" y="9"/>
                    <a:pt x="11" y="9"/>
                    <a:pt x="11" y="9"/>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7" name="Freeform 31"/>
            <p:cNvSpPr>
              <a:spLocks/>
            </p:cNvSpPr>
            <p:nvPr userDrawn="1"/>
          </p:nvSpPr>
          <p:spPr bwMode="auto">
            <a:xfrm>
              <a:off x="5280" y="503"/>
              <a:ext cx="26" cy="32"/>
            </a:xfrm>
            <a:custGeom>
              <a:avLst/>
              <a:gdLst>
                <a:gd name="T0" fmla="*/ 20 w 26"/>
                <a:gd name="T1" fmla="*/ 22 h 32"/>
                <a:gd name="T2" fmla="*/ 2 w 26"/>
                <a:gd name="T3" fmla="*/ 0 h 32"/>
                <a:gd name="T4" fmla="*/ 0 w 26"/>
                <a:gd name="T5" fmla="*/ 0 h 32"/>
                <a:gd name="T6" fmla="*/ 0 w 26"/>
                <a:gd name="T7" fmla="*/ 32 h 32"/>
                <a:gd name="T8" fmla="*/ 4 w 26"/>
                <a:gd name="T9" fmla="*/ 32 h 32"/>
                <a:gd name="T10" fmla="*/ 4 w 26"/>
                <a:gd name="T11" fmla="*/ 10 h 32"/>
                <a:gd name="T12" fmla="*/ 22 w 26"/>
                <a:gd name="T13" fmla="*/ 32 h 32"/>
                <a:gd name="T14" fmla="*/ 26 w 26"/>
                <a:gd name="T15" fmla="*/ 32 h 32"/>
                <a:gd name="T16" fmla="*/ 26 w 26"/>
                <a:gd name="T17" fmla="*/ 0 h 32"/>
                <a:gd name="T18" fmla="*/ 20 w 26"/>
                <a:gd name="T19" fmla="*/ 0 h 32"/>
                <a:gd name="T20" fmla="*/ 20 w 26"/>
                <a:gd name="T21" fmla="*/ 22 h 32"/>
                <a:gd name="T22" fmla="*/ 20 w 26"/>
                <a:gd name="T23" fmla="*/ 2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6" h="32">
                  <a:moveTo>
                    <a:pt x="20" y="22"/>
                  </a:moveTo>
                  <a:lnTo>
                    <a:pt x="2" y="0"/>
                  </a:lnTo>
                  <a:lnTo>
                    <a:pt x="0" y="0"/>
                  </a:lnTo>
                  <a:lnTo>
                    <a:pt x="0" y="32"/>
                  </a:lnTo>
                  <a:lnTo>
                    <a:pt x="4" y="32"/>
                  </a:lnTo>
                  <a:lnTo>
                    <a:pt x="4" y="10"/>
                  </a:lnTo>
                  <a:lnTo>
                    <a:pt x="22" y="32"/>
                  </a:lnTo>
                  <a:lnTo>
                    <a:pt x="26" y="32"/>
                  </a:lnTo>
                  <a:lnTo>
                    <a:pt x="26" y="0"/>
                  </a:lnTo>
                  <a:lnTo>
                    <a:pt x="20" y="0"/>
                  </a:lnTo>
                  <a:lnTo>
                    <a:pt x="20" y="22"/>
                  </a:lnTo>
                  <a:lnTo>
                    <a:pt x="20" y="22"/>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8" name="Freeform 32"/>
            <p:cNvSpPr>
              <a:spLocks/>
            </p:cNvSpPr>
            <p:nvPr userDrawn="1"/>
          </p:nvSpPr>
          <p:spPr bwMode="auto">
            <a:xfrm>
              <a:off x="5314" y="503"/>
              <a:ext cx="6" cy="32"/>
            </a:xfrm>
            <a:custGeom>
              <a:avLst/>
              <a:gdLst>
                <a:gd name="T0" fmla="*/ 0 w 6"/>
                <a:gd name="T1" fmla="*/ 32 h 32"/>
                <a:gd name="T2" fmla="*/ 6 w 6"/>
                <a:gd name="T3" fmla="*/ 32 h 32"/>
                <a:gd name="T4" fmla="*/ 6 w 6"/>
                <a:gd name="T5" fmla="*/ 0 h 32"/>
                <a:gd name="T6" fmla="*/ 0 w 6"/>
                <a:gd name="T7" fmla="*/ 0 h 32"/>
                <a:gd name="T8" fmla="*/ 0 w 6"/>
                <a:gd name="T9" fmla="*/ 32 h 32"/>
                <a:gd name="T10" fmla="*/ 0 w 6"/>
                <a:gd name="T11" fmla="*/ 32 h 32"/>
              </a:gdLst>
              <a:ahLst/>
              <a:cxnLst>
                <a:cxn ang="0">
                  <a:pos x="T0" y="T1"/>
                </a:cxn>
                <a:cxn ang="0">
                  <a:pos x="T2" y="T3"/>
                </a:cxn>
                <a:cxn ang="0">
                  <a:pos x="T4" y="T5"/>
                </a:cxn>
                <a:cxn ang="0">
                  <a:pos x="T6" y="T7"/>
                </a:cxn>
                <a:cxn ang="0">
                  <a:pos x="T8" y="T9"/>
                </a:cxn>
                <a:cxn ang="0">
                  <a:pos x="T10" y="T11"/>
                </a:cxn>
              </a:cxnLst>
              <a:rect l="0" t="0" r="r" b="b"/>
              <a:pathLst>
                <a:path w="6" h="32">
                  <a:moveTo>
                    <a:pt x="0" y="32"/>
                  </a:moveTo>
                  <a:lnTo>
                    <a:pt x="6" y="32"/>
                  </a:lnTo>
                  <a:lnTo>
                    <a:pt x="6" y="0"/>
                  </a:lnTo>
                  <a:lnTo>
                    <a:pt x="0" y="0"/>
                  </a:lnTo>
                  <a:lnTo>
                    <a:pt x="0" y="32"/>
                  </a:lnTo>
                  <a:lnTo>
                    <a:pt x="0" y="32"/>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9" name="Freeform 33"/>
            <p:cNvSpPr>
              <a:spLocks/>
            </p:cNvSpPr>
            <p:nvPr userDrawn="1"/>
          </p:nvSpPr>
          <p:spPr bwMode="auto">
            <a:xfrm>
              <a:off x="5326" y="503"/>
              <a:ext cx="32" cy="32"/>
            </a:xfrm>
            <a:custGeom>
              <a:avLst/>
              <a:gdLst>
                <a:gd name="T0" fmla="*/ 6 w 32"/>
                <a:gd name="T1" fmla="*/ 0 h 32"/>
                <a:gd name="T2" fmla="*/ 0 w 32"/>
                <a:gd name="T3" fmla="*/ 0 h 32"/>
                <a:gd name="T4" fmla="*/ 12 w 32"/>
                <a:gd name="T5" fmla="*/ 32 h 32"/>
                <a:gd name="T6" fmla="*/ 18 w 32"/>
                <a:gd name="T7" fmla="*/ 32 h 32"/>
                <a:gd name="T8" fmla="*/ 32 w 32"/>
                <a:gd name="T9" fmla="*/ 0 h 32"/>
                <a:gd name="T10" fmla="*/ 26 w 32"/>
                <a:gd name="T11" fmla="*/ 0 h 32"/>
                <a:gd name="T12" fmla="*/ 16 w 32"/>
                <a:gd name="T13" fmla="*/ 26 h 32"/>
                <a:gd name="T14" fmla="*/ 6 w 32"/>
                <a:gd name="T15" fmla="*/ 0 h 32"/>
                <a:gd name="T16" fmla="*/ 6 w 32"/>
                <a:gd name="T17"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 h="32">
                  <a:moveTo>
                    <a:pt x="6" y="0"/>
                  </a:moveTo>
                  <a:lnTo>
                    <a:pt x="0" y="0"/>
                  </a:lnTo>
                  <a:lnTo>
                    <a:pt x="12" y="32"/>
                  </a:lnTo>
                  <a:lnTo>
                    <a:pt x="18" y="32"/>
                  </a:lnTo>
                  <a:lnTo>
                    <a:pt x="32" y="0"/>
                  </a:lnTo>
                  <a:lnTo>
                    <a:pt x="26" y="0"/>
                  </a:lnTo>
                  <a:lnTo>
                    <a:pt x="16" y="26"/>
                  </a:lnTo>
                  <a:lnTo>
                    <a:pt x="6" y="0"/>
                  </a:lnTo>
                  <a:lnTo>
                    <a:pt x="6" y="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0" name="Freeform 34"/>
            <p:cNvSpPr>
              <a:spLocks/>
            </p:cNvSpPr>
            <p:nvPr userDrawn="1"/>
          </p:nvSpPr>
          <p:spPr bwMode="auto">
            <a:xfrm>
              <a:off x="5362" y="503"/>
              <a:ext cx="24" cy="32"/>
            </a:xfrm>
            <a:custGeom>
              <a:avLst/>
              <a:gdLst>
                <a:gd name="T0" fmla="*/ 6 w 24"/>
                <a:gd name="T1" fmla="*/ 18 h 32"/>
                <a:gd name="T2" fmla="*/ 24 w 24"/>
                <a:gd name="T3" fmla="*/ 18 h 32"/>
                <a:gd name="T4" fmla="*/ 24 w 24"/>
                <a:gd name="T5" fmla="*/ 12 h 32"/>
                <a:gd name="T6" fmla="*/ 6 w 24"/>
                <a:gd name="T7" fmla="*/ 12 h 32"/>
                <a:gd name="T8" fmla="*/ 6 w 24"/>
                <a:gd name="T9" fmla="*/ 4 h 32"/>
                <a:gd name="T10" fmla="*/ 24 w 24"/>
                <a:gd name="T11" fmla="*/ 4 h 32"/>
                <a:gd name="T12" fmla="*/ 24 w 24"/>
                <a:gd name="T13" fmla="*/ 0 h 32"/>
                <a:gd name="T14" fmla="*/ 0 w 24"/>
                <a:gd name="T15" fmla="*/ 0 h 32"/>
                <a:gd name="T16" fmla="*/ 0 w 24"/>
                <a:gd name="T17" fmla="*/ 32 h 32"/>
                <a:gd name="T18" fmla="*/ 24 w 24"/>
                <a:gd name="T19" fmla="*/ 32 h 32"/>
                <a:gd name="T20" fmla="*/ 24 w 24"/>
                <a:gd name="T21" fmla="*/ 26 h 32"/>
                <a:gd name="T22" fmla="*/ 6 w 24"/>
                <a:gd name="T23" fmla="*/ 26 h 32"/>
                <a:gd name="T24" fmla="*/ 6 w 24"/>
                <a:gd name="T25" fmla="*/ 18 h 32"/>
                <a:gd name="T26" fmla="*/ 6 w 24"/>
                <a:gd name="T27" fmla="*/ 18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4" h="32">
                  <a:moveTo>
                    <a:pt x="6" y="18"/>
                  </a:moveTo>
                  <a:lnTo>
                    <a:pt x="24" y="18"/>
                  </a:lnTo>
                  <a:lnTo>
                    <a:pt x="24" y="12"/>
                  </a:lnTo>
                  <a:lnTo>
                    <a:pt x="6" y="12"/>
                  </a:lnTo>
                  <a:lnTo>
                    <a:pt x="6" y="4"/>
                  </a:lnTo>
                  <a:lnTo>
                    <a:pt x="24" y="4"/>
                  </a:lnTo>
                  <a:lnTo>
                    <a:pt x="24" y="0"/>
                  </a:lnTo>
                  <a:lnTo>
                    <a:pt x="0" y="0"/>
                  </a:lnTo>
                  <a:lnTo>
                    <a:pt x="0" y="32"/>
                  </a:lnTo>
                  <a:lnTo>
                    <a:pt x="24" y="32"/>
                  </a:lnTo>
                  <a:lnTo>
                    <a:pt x="24" y="26"/>
                  </a:lnTo>
                  <a:lnTo>
                    <a:pt x="6" y="26"/>
                  </a:lnTo>
                  <a:lnTo>
                    <a:pt x="6" y="18"/>
                  </a:lnTo>
                  <a:lnTo>
                    <a:pt x="6" y="18"/>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1" name="Freeform 35"/>
            <p:cNvSpPr>
              <a:spLocks noEditPoints="1"/>
            </p:cNvSpPr>
            <p:nvPr userDrawn="1"/>
          </p:nvSpPr>
          <p:spPr bwMode="auto">
            <a:xfrm>
              <a:off x="5394" y="503"/>
              <a:ext cx="28" cy="32"/>
            </a:xfrm>
            <a:custGeom>
              <a:avLst/>
              <a:gdLst>
                <a:gd name="T0" fmla="*/ 13 w 14"/>
                <a:gd name="T1" fmla="*/ 5 h 16"/>
                <a:gd name="T2" fmla="*/ 7 w 14"/>
                <a:gd name="T3" fmla="*/ 0 h 16"/>
                <a:gd name="T4" fmla="*/ 0 w 14"/>
                <a:gd name="T5" fmla="*/ 0 h 16"/>
                <a:gd name="T6" fmla="*/ 0 w 14"/>
                <a:gd name="T7" fmla="*/ 16 h 16"/>
                <a:gd name="T8" fmla="*/ 2 w 14"/>
                <a:gd name="T9" fmla="*/ 16 h 16"/>
                <a:gd name="T10" fmla="*/ 2 w 14"/>
                <a:gd name="T11" fmla="*/ 10 h 16"/>
                <a:gd name="T12" fmla="*/ 6 w 14"/>
                <a:gd name="T13" fmla="*/ 10 h 16"/>
                <a:gd name="T14" fmla="*/ 11 w 14"/>
                <a:gd name="T15" fmla="*/ 16 h 16"/>
                <a:gd name="T16" fmla="*/ 14 w 14"/>
                <a:gd name="T17" fmla="*/ 16 h 16"/>
                <a:gd name="T18" fmla="*/ 9 w 14"/>
                <a:gd name="T19" fmla="*/ 10 h 16"/>
                <a:gd name="T20" fmla="*/ 13 w 14"/>
                <a:gd name="T21" fmla="*/ 5 h 16"/>
                <a:gd name="T22" fmla="*/ 2 w 14"/>
                <a:gd name="T23" fmla="*/ 2 h 16"/>
                <a:gd name="T24" fmla="*/ 7 w 14"/>
                <a:gd name="T25" fmla="*/ 2 h 16"/>
                <a:gd name="T26" fmla="*/ 10 w 14"/>
                <a:gd name="T27" fmla="*/ 5 h 16"/>
                <a:gd name="T28" fmla="*/ 7 w 14"/>
                <a:gd name="T29" fmla="*/ 8 h 16"/>
                <a:gd name="T30" fmla="*/ 2 w 14"/>
                <a:gd name="T31" fmla="*/ 8 h 16"/>
                <a:gd name="T32" fmla="*/ 2 w 14"/>
                <a:gd name="T33" fmla="*/ 2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4" h="16">
                  <a:moveTo>
                    <a:pt x="13" y="5"/>
                  </a:moveTo>
                  <a:cubicBezTo>
                    <a:pt x="13" y="2"/>
                    <a:pt x="11" y="0"/>
                    <a:pt x="7" y="0"/>
                  </a:cubicBezTo>
                  <a:cubicBezTo>
                    <a:pt x="0" y="0"/>
                    <a:pt x="0" y="0"/>
                    <a:pt x="0" y="0"/>
                  </a:cubicBezTo>
                  <a:cubicBezTo>
                    <a:pt x="0" y="16"/>
                    <a:pt x="0" y="16"/>
                    <a:pt x="0" y="16"/>
                  </a:cubicBezTo>
                  <a:cubicBezTo>
                    <a:pt x="2" y="16"/>
                    <a:pt x="2" y="16"/>
                    <a:pt x="2" y="16"/>
                  </a:cubicBezTo>
                  <a:cubicBezTo>
                    <a:pt x="2" y="10"/>
                    <a:pt x="2" y="10"/>
                    <a:pt x="2" y="10"/>
                  </a:cubicBezTo>
                  <a:cubicBezTo>
                    <a:pt x="6" y="10"/>
                    <a:pt x="6" y="10"/>
                    <a:pt x="6" y="10"/>
                  </a:cubicBezTo>
                  <a:cubicBezTo>
                    <a:pt x="11" y="16"/>
                    <a:pt x="11" y="16"/>
                    <a:pt x="11" y="16"/>
                  </a:cubicBezTo>
                  <a:cubicBezTo>
                    <a:pt x="14" y="16"/>
                    <a:pt x="14" y="16"/>
                    <a:pt x="14" y="16"/>
                  </a:cubicBezTo>
                  <a:cubicBezTo>
                    <a:pt x="9" y="10"/>
                    <a:pt x="9" y="10"/>
                    <a:pt x="9" y="10"/>
                  </a:cubicBezTo>
                  <a:cubicBezTo>
                    <a:pt x="11" y="10"/>
                    <a:pt x="13" y="8"/>
                    <a:pt x="13" y="5"/>
                  </a:cubicBezTo>
                  <a:close/>
                  <a:moveTo>
                    <a:pt x="2" y="2"/>
                  </a:moveTo>
                  <a:cubicBezTo>
                    <a:pt x="7" y="2"/>
                    <a:pt x="7" y="2"/>
                    <a:pt x="7" y="2"/>
                  </a:cubicBezTo>
                  <a:cubicBezTo>
                    <a:pt x="9" y="2"/>
                    <a:pt x="10" y="4"/>
                    <a:pt x="10" y="5"/>
                  </a:cubicBezTo>
                  <a:cubicBezTo>
                    <a:pt x="10" y="6"/>
                    <a:pt x="9" y="8"/>
                    <a:pt x="7" y="8"/>
                  </a:cubicBezTo>
                  <a:cubicBezTo>
                    <a:pt x="2" y="8"/>
                    <a:pt x="2" y="8"/>
                    <a:pt x="2" y="8"/>
                  </a:cubicBezTo>
                  <a:cubicBezTo>
                    <a:pt x="2" y="2"/>
                    <a:pt x="2" y="2"/>
                    <a:pt x="2" y="2"/>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2" name="Freeform 36"/>
            <p:cNvSpPr>
              <a:spLocks/>
            </p:cNvSpPr>
            <p:nvPr userDrawn="1"/>
          </p:nvSpPr>
          <p:spPr bwMode="auto">
            <a:xfrm>
              <a:off x="5424" y="501"/>
              <a:ext cx="28" cy="34"/>
            </a:xfrm>
            <a:custGeom>
              <a:avLst/>
              <a:gdLst>
                <a:gd name="T0" fmla="*/ 8 w 14"/>
                <a:gd name="T1" fmla="*/ 7 h 17"/>
                <a:gd name="T2" fmla="*/ 4 w 14"/>
                <a:gd name="T3" fmla="*/ 5 h 17"/>
                <a:gd name="T4" fmla="*/ 7 w 14"/>
                <a:gd name="T5" fmla="*/ 3 h 17"/>
                <a:gd name="T6" fmla="*/ 12 w 14"/>
                <a:gd name="T7" fmla="*/ 5 h 17"/>
                <a:gd name="T8" fmla="*/ 12 w 14"/>
                <a:gd name="T9" fmla="*/ 5 h 17"/>
                <a:gd name="T10" fmla="*/ 14 w 14"/>
                <a:gd name="T11" fmla="*/ 4 h 17"/>
                <a:gd name="T12" fmla="*/ 14 w 14"/>
                <a:gd name="T13" fmla="*/ 3 h 17"/>
                <a:gd name="T14" fmla="*/ 7 w 14"/>
                <a:gd name="T15" fmla="*/ 0 h 17"/>
                <a:gd name="T16" fmla="*/ 2 w 14"/>
                <a:gd name="T17" fmla="*/ 2 h 17"/>
                <a:gd name="T18" fmla="*/ 1 w 14"/>
                <a:gd name="T19" fmla="*/ 5 h 17"/>
                <a:gd name="T20" fmla="*/ 7 w 14"/>
                <a:gd name="T21" fmla="*/ 10 h 17"/>
                <a:gd name="T22" fmla="*/ 12 w 14"/>
                <a:gd name="T23" fmla="*/ 12 h 17"/>
                <a:gd name="T24" fmla="*/ 7 w 14"/>
                <a:gd name="T25" fmla="*/ 15 h 17"/>
                <a:gd name="T26" fmla="*/ 3 w 14"/>
                <a:gd name="T27" fmla="*/ 12 h 17"/>
                <a:gd name="T28" fmla="*/ 2 w 14"/>
                <a:gd name="T29" fmla="*/ 12 h 17"/>
                <a:gd name="T30" fmla="*/ 0 w 14"/>
                <a:gd name="T31" fmla="*/ 13 h 17"/>
                <a:gd name="T32" fmla="*/ 0 w 14"/>
                <a:gd name="T33" fmla="*/ 14 h 17"/>
                <a:gd name="T34" fmla="*/ 7 w 14"/>
                <a:gd name="T35" fmla="*/ 17 h 17"/>
                <a:gd name="T36" fmla="*/ 14 w 14"/>
                <a:gd name="T37" fmla="*/ 12 h 17"/>
                <a:gd name="T38" fmla="*/ 8 w 14"/>
                <a:gd name="T39" fmla="*/ 7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4" h="17">
                  <a:moveTo>
                    <a:pt x="8" y="7"/>
                  </a:moveTo>
                  <a:cubicBezTo>
                    <a:pt x="5" y="7"/>
                    <a:pt x="4" y="6"/>
                    <a:pt x="4" y="5"/>
                  </a:cubicBezTo>
                  <a:cubicBezTo>
                    <a:pt x="4" y="4"/>
                    <a:pt x="5" y="3"/>
                    <a:pt x="7" y="3"/>
                  </a:cubicBezTo>
                  <a:cubicBezTo>
                    <a:pt x="9" y="3"/>
                    <a:pt x="11" y="3"/>
                    <a:pt x="12" y="5"/>
                  </a:cubicBezTo>
                  <a:cubicBezTo>
                    <a:pt x="12" y="5"/>
                    <a:pt x="12" y="5"/>
                    <a:pt x="12" y="5"/>
                  </a:cubicBezTo>
                  <a:cubicBezTo>
                    <a:pt x="14" y="4"/>
                    <a:pt x="14" y="4"/>
                    <a:pt x="14" y="4"/>
                  </a:cubicBezTo>
                  <a:cubicBezTo>
                    <a:pt x="14" y="3"/>
                    <a:pt x="14" y="3"/>
                    <a:pt x="14" y="3"/>
                  </a:cubicBezTo>
                  <a:cubicBezTo>
                    <a:pt x="12" y="1"/>
                    <a:pt x="10" y="0"/>
                    <a:pt x="7" y="0"/>
                  </a:cubicBezTo>
                  <a:cubicBezTo>
                    <a:pt x="6" y="0"/>
                    <a:pt x="3" y="1"/>
                    <a:pt x="2" y="2"/>
                  </a:cubicBezTo>
                  <a:cubicBezTo>
                    <a:pt x="1" y="3"/>
                    <a:pt x="1" y="4"/>
                    <a:pt x="1" y="5"/>
                  </a:cubicBezTo>
                  <a:cubicBezTo>
                    <a:pt x="1" y="9"/>
                    <a:pt x="5" y="9"/>
                    <a:pt x="7" y="10"/>
                  </a:cubicBezTo>
                  <a:cubicBezTo>
                    <a:pt x="10" y="10"/>
                    <a:pt x="12" y="11"/>
                    <a:pt x="12" y="12"/>
                  </a:cubicBezTo>
                  <a:cubicBezTo>
                    <a:pt x="12" y="15"/>
                    <a:pt x="8" y="15"/>
                    <a:pt x="7" y="15"/>
                  </a:cubicBezTo>
                  <a:cubicBezTo>
                    <a:pt x="6" y="15"/>
                    <a:pt x="4" y="14"/>
                    <a:pt x="3" y="12"/>
                  </a:cubicBezTo>
                  <a:cubicBezTo>
                    <a:pt x="2" y="12"/>
                    <a:pt x="2" y="12"/>
                    <a:pt x="2" y="12"/>
                  </a:cubicBezTo>
                  <a:cubicBezTo>
                    <a:pt x="0" y="13"/>
                    <a:pt x="0" y="13"/>
                    <a:pt x="0" y="13"/>
                  </a:cubicBezTo>
                  <a:cubicBezTo>
                    <a:pt x="0" y="14"/>
                    <a:pt x="0" y="14"/>
                    <a:pt x="0" y="14"/>
                  </a:cubicBezTo>
                  <a:cubicBezTo>
                    <a:pt x="2" y="16"/>
                    <a:pt x="4" y="17"/>
                    <a:pt x="7" y="17"/>
                  </a:cubicBezTo>
                  <a:cubicBezTo>
                    <a:pt x="11" y="17"/>
                    <a:pt x="14" y="16"/>
                    <a:pt x="14" y="12"/>
                  </a:cubicBezTo>
                  <a:cubicBezTo>
                    <a:pt x="14" y="9"/>
                    <a:pt x="11" y="8"/>
                    <a:pt x="8" y="7"/>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3" name="Freeform 37"/>
            <p:cNvSpPr>
              <a:spLocks/>
            </p:cNvSpPr>
            <p:nvPr userDrawn="1"/>
          </p:nvSpPr>
          <p:spPr bwMode="auto">
            <a:xfrm>
              <a:off x="5458" y="503"/>
              <a:ext cx="6" cy="32"/>
            </a:xfrm>
            <a:custGeom>
              <a:avLst/>
              <a:gdLst>
                <a:gd name="T0" fmla="*/ 0 w 6"/>
                <a:gd name="T1" fmla="*/ 32 h 32"/>
                <a:gd name="T2" fmla="*/ 6 w 6"/>
                <a:gd name="T3" fmla="*/ 32 h 32"/>
                <a:gd name="T4" fmla="*/ 6 w 6"/>
                <a:gd name="T5" fmla="*/ 0 h 32"/>
                <a:gd name="T6" fmla="*/ 0 w 6"/>
                <a:gd name="T7" fmla="*/ 0 h 32"/>
                <a:gd name="T8" fmla="*/ 0 w 6"/>
                <a:gd name="T9" fmla="*/ 32 h 32"/>
                <a:gd name="T10" fmla="*/ 0 w 6"/>
                <a:gd name="T11" fmla="*/ 32 h 32"/>
              </a:gdLst>
              <a:ahLst/>
              <a:cxnLst>
                <a:cxn ang="0">
                  <a:pos x="T0" y="T1"/>
                </a:cxn>
                <a:cxn ang="0">
                  <a:pos x="T2" y="T3"/>
                </a:cxn>
                <a:cxn ang="0">
                  <a:pos x="T4" y="T5"/>
                </a:cxn>
                <a:cxn ang="0">
                  <a:pos x="T6" y="T7"/>
                </a:cxn>
                <a:cxn ang="0">
                  <a:pos x="T8" y="T9"/>
                </a:cxn>
                <a:cxn ang="0">
                  <a:pos x="T10" y="T11"/>
                </a:cxn>
              </a:cxnLst>
              <a:rect l="0" t="0" r="r" b="b"/>
              <a:pathLst>
                <a:path w="6" h="32">
                  <a:moveTo>
                    <a:pt x="0" y="32"/>
                  </a:moveTo>
                  <a:lnTo>
                    <a:pt x="6" y="32"/>
                  </a:lnTo>
                  <a:lnTo>
                    <a:pt x="6" y="0"/>
                  </a:lnTo>
                  <a:lnTo>
                    <a:pt x="0" y="0"/>
                  </a:lnTo>
                  <a:lnTo>
                    <a:pt x="0" y="32"/>
                  </a:lnTo>
                  <a:lnTo>
                    <a:pt x="0" y="32"/>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4" name="Freeform 38"/>
            <p:cNvSpPr>
              <a:spLocks/>
            </p:cNvSpPr>
            <p:nvPr userDrawn="1"/>
          </p:nvSpPr>
          <p:spPr bwMode="auto">
            <a:xfrm>
              <a:off x="5470" y="503"/>
              <a:ext cx="53" cy="32"/>
            </a:xfrm>
            <a:custGeom>
              <a:avLst/>
              <a:gdLst>
                <a:gd name="T0" fmla="*/ 29 w 53"/>
                <a:gd name="T1" fmla="*/ 0 h 32"/>
                <a:gd name="T2" fmla="*/ 0 w 53"/>
                <a:gd name="T3" fmla="*/ 0 h 32"/>
                <a:gd name="T4" fmla="*/ 0 w 53"/>
                <a:gd name="T5" fmla="*/ 4 h 32"/>
                <a:gd name="T6" fmla="*/ 9 w 53"/>
                <a:gd name="T7" fmla="*/ 4 h 32"/>
                <a:gd name="T8" fmla="*/ 9 w 53"/>
                <a:gd name="T9" fmla="*/ 32 h 32"/>
                <a:gd name="T10" fmla="*/ 15 w 53"/>
                <a:gd name="T11" fmla="*/ 32 h 32"/>
                <a:gd name="T12" fmla="*/ 15 w 53"/>
                <a:gd name="T13" fmla="*/ 4 h 32"/>
                <a:gd name="T14" fmla="*/ 25 w 53"/>
                <a:gd name="T15" fmla="*/ 4 h 32"/>
                <a:gd name="T16" fmla="*/ 35 w 53"/>
                <a:gd name="T17" fmla="*/ 18 h 32"/>
                <a:gd name="T18" fmla="*/ 35 w 53"/>
                <a:gd name="T19" fmla="*/ 32 h 32"/>
                <a:gd name="T20" fmla="*/ 41 w 53"/>
                <a:gd name="T21" fmla="*/ 32 h 32"/>
                <a:gd name="T22" fmla="*/ 41 w 53"/>
                <a:gd name="T23" fmla="*/ 18 h 32"/>
                <a:gd name="T24" fmla="*/ 53 w 53"/>
                <a:gd name="T25" fmla="*/ 0 h 32"/>
                <a:gd name="T26" fmla="*/ 53 w 53"/>
                <a:gd name="T27" fmla="*/ 0 h 32"/>
                <a:gd name="T28" fmla="*/ 53 w 53"/>
                <a:gd name="T29" fmla="*/ 0 h 32"/>
                <a:gd name="T30" fmla="*/ 47 w 53"/>
                <a:gd name="T31" fmla="*/ 0 h 32"/>
                <a:gd name="T32" fmla="*/ 37 w 53"/>
                <a:gd name="T33" fmla="*/ 14 h 32"/>
                <a:gd name="T34" fmla="*/ 29 w 53"/>
                <a:gd name="T35" fmla="*/ 0 h 32"/>
                <a:gd name="T36" fmla="*/ 29 w 53"/>
                <a:gd name="T37"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53" h="32">
                  <a:moveTo>
                    <a:pt x="29" y="0"/>
                  </a:moveTo>
                  <a:lnTo>
                    <a:pt x="0" y="0"/>
                  </a:lnTo>
                  <a:lnTo>
                    <a:pt x="0" y="4"/>
                  </a:lnTo>
                  <a:lnTo>
                    <a:pt x="9" y="4"/>
                  </a:lnTo>
                  <a:lnTo>
                    <a:pt x="9" y="32"/>
                  </a:lnTo>
                  <a:lnTo>
                    <a:pt x="15" y="32"/>
                  </a:lnTo>
                  <a:lnTo>
                    <a:pt x="15" y="4"/>
                  </a:lnTo>
                  <a:lnTo>
                    <a:pt x="25" y="4"/>
                  </a:lnTo>
                  <a:lnTo>
                    <a:pt x="35" y="18"/>
                  </a:lnTo>
                  <a:lnTo>
                    <a:pt x="35" y="32"/>
                  </a:lnTo>
                  <a:lnTo>
                    <a:pt x="41" y="32"/>
                  </a:lnTo>
                  <a:lnTo>
                    <a:pt x="41" y="18"/>
                  </a:lnTo>
                  <a:lnTo>
                    <a:pt x="53" y="0"/>
                  </a:lnTo>
                  <a:lnTo>
                    <a:pt x="53" y="0"/>
                  </a:lnTo>
                  <a:lnTo>
                    <a:pt x="53" y="0"/>
                  </a:lnTo>
                  <a:lnTo>
                    <a:pt x="47" y="0"/>
                  </a:lnTo>
                  <a:lnTo>
                    <a:pt x="37" y="14"/>
                  </a:lnTo>
                  <a:lnTo>
                    <a:pt x="29" y="0"/>
                  </a:lnTo>
                  <a:lnTo>
                    <a:pt x="29" y="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5" name="Freeform 39"/>
            <p:cNvSpPr>
              <a:spLocks/>
            </p:cNvSpPr>
            <p:nvPr userDrawn="1"/>
          </p:nvSpPr>
          <p:spPr bwMode="auto">
            <a:xfrm>
              <a:off x="5340" y="234"/>
              <a:ext cx="183" cy="229"/>
            </a:xfrm>
            <a:custGeom>
              <a:avLst/>
              <a:gdLst>
                <a:gd name="T0" fmla="*/ 92 w 92"/>
                <a:gd name="T1" fmla="*/ 0 h 115"/>
                <a:gd name="T2" fmla="*/ 92 w 92"/>
                <a:gd name="T3" fmla="*/ 71 h 115"/>
                <a:gd name="T4" fmla="*/ 49 w 92"/>
                <a:gd name="T5" fmla="*/ 115 h 115"/>
                <a:gd name="T6" fmla="*/ 0 w 92"/>
                <a:gd name="T7" fmla="*/ 70 h 115"/>
                <a:gd name="T8" fmla="*/ 0 w 92"/>
                <a:gd name="T9" fmla="*/ 0 h 115"/>
                <a:gd name="T10" fmla="*/ 22 w 92"/>
                <a:gd name="T11" fmla="*/ 0 h 115"/>
                <a:gd name="T12" fmla="*/ 22 w 92"/>
                <a:gd name="T13" fmla="*/ 72 h 115"/>
                <a:gd name="T14" fmla="*/ 50 w 92"/>
                <a:gd name="T15" fmla="*/ 105 h 115"/>
                <a:gd name="T16" fmla="*/ 79 w 92"/>
                <a:gd name="T17" fmla="*/ 73 h 115"/>
                <a:gd name="T18" fmla="*/ 79 w 92"/>
                <a:gd name="T19" fmla="*/ 0 h 115"/>
                <a:gd name="T20" fmla="*/ 92 w 92"/>
                <a:gd name="T21" fmla="*/ 0 h 1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92" h="115">
                  <a:moveTo>
                    <a:pt x="92" y="0"/>
                  </a:moveTo>
                  <a:cubicBezTo>
                    <a:pt x="92" y="71"/>
                    <a:pt x="92" y="71"/>
                    <a:pt x="92" y="71"/>
                  </a:cubicBezTo>
                  <a:cubicBezTo>
                    <a:pt x="92" y="109"/>
                    <a:pt x="62" y="115"/>
                    <a:pt x="49" y="115"/>
                  </a:cubicBezTo>
                  <a:cubicBezTo>
                    <a:pt x="25" y="115"/>
                    <a:pt x="0" y="107"/>
                    <a:pt x="0" y="70"/>
                  </a:cubicBezTo>
                  <a:cubicBezTo>
                    <a:pt x="0" y="0"/>
                    <a:pt x="0" y="0"/>
                    <a:pt x="0" y="0"/>
                  </a:cubicBezTo>
                  <a:cubicBezTo>
                    <a:pt x="22" y="0"/>
                    <a:pt x="22" y="0"/>
                    <a:pt x="22" y="0"/>
                  </a:cubicBezTo>
                  <a:cubicBezTo>
                    <a:pt x="22" y="72"/>
                    <a:pt x="22" y="72"/>
                    <a:pt x="22" y="72"/>
                  </a:cubicBezTo>
                  <a:cubicBezTo>
                    <a:pt x="22" y="93"/>
                    <a:pt x="32" y="105"/>
                    <a:pt x="50" y="105"/>
                  </a:cubicBezTo>
                  <a:cubicBezTo>
                    <a:pt x="66" y="105"/>
                    <a:pt x="79" y="95"/>
                    <a:pt x="79" y="73"/>
                  </a:cubicBezTo>
                  <a:cubicBezTo>
                    <a:pt x="79" y="0"/>
                    <a:pt x="79" y="0"/>
                    <a:pt x="79" y="0"/>
                  </a:cubicBezTo>
                  <a:cubicBezTo>
                    <a:pt x="92" y="0"/>
                    <a:pt x="92" y="0"/>
                    <a:pt x="92" y="0"/>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6" name="Freeform 40"/>
            <p:cNvSpPr>
              <a:spLocks/>
            </p:cNvSpPr>
            <p:nvPr userDrawn="1"/>
          </p:nvSpPr>
          <p:spPr bwMode="auto">
            <a:xfrm>
              <a:off x="5096" y="230"/>
              <a:ext cx="212" cy="233"/>
            </a:xfrm>
            <a:custGeom>
              <a:avLst/>
              <a:gdLst>
                <a:gd name="T0" fmla="*/ 61 w 106"/>
                <a:gd name="T1" fmla="*/ 117 h 117"/>
                <a:gd name="T2" fmla="*/ 0 w 106"/>
                <a:gd name="T3" fmla="*/ 60 h 117"/>
                <a:gd name="T4" fmla="*/ 63 w 106"/>
                <a:gd name="T5" fmla="*/ 0 h 117"/>
                <a:gd name="T6" fmla="*/ 97 w 106"/>
                <a:gd name="T7" fmla="*/ 13 h 117"/>
                <a:gd name="T8" fmla="*/ 106 w 106"/>
                <a:gd name="T9" fmla="*/ 28 h 117"/>
                <a:gd name="T10" fmla="*/ 94 w 106"/>
                <a:gd name="T11" fmla="*/ 39 h 117"/>
                <a:gd name="T12" fmla="*/ 83 w 106"/>
                <a:gd name="T13" fmla="*/ 28 h 117"/>
                <a:gd name="T14" fmla="*/ 86 w 106"/>
                <a:gd name="T15" fmla="*/ 20 h 117"/>
                <a:gd name="T16" fmla="*/ 63 w 106"/>
                <a:gd name="T17" fmla="*/ 10 h 117"/>
                <a:gd name="T18" fmla="*/ 21 w 106"/>
                <a:gd name="T19" fmla="*/ 58 h 117"/>
                <a:gd name="T20" fmla="*/ 65 w 106"/>
                <a:gd name="T21" fmla="*/ 108 h 117"/>
                <a:gd name="T22" fmla="*/ 102 w 106"/>
                <a:gd name="T23" fmla="*/ 93 h 117"/>
                <a:gd name="T24" fmla="*/ 106 w 106"/>
                <a:gd name="T25" fmla="*/ 99 h 117"/>
                <a:gd name="T26" fmla="*/ 61 w 106"/>
                <a:gd name="T27" fmla="*/ 117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06" h="117">
                  <a:moveTo>
                    <a:pt x="61" y="117"/>
                  </a:moveTo>
                  <a:cubicBezTo>
                    <a:pt x="23" y="117"/>
                    <a:pt x="0" y="91"/>
                    <a:pt x="0" y="60"/>
                  </a:cubicBezTo>
                  <a:cubicBezTo>
                    <a:pt x="0" y="29"/>
                    <a:pt x="24" y="0"/>
                    <a:pt x="63" y="0"/>
                  </a:cubicBezTo>
                  <a:cubicBezTo>
                    <a:pt x="74" y="0"/>
                    <a:pt x="88" y="4"/>
                    <a:pt x="97" y="13"/>
                  </a:cubicBezTo>
                  <a:cubicBezTo>
                    <a:pt x="102" y="16"/>
                    <a:pt x="106" y="23"/>
                    <a:pt x="106" y="28"/>
                  </a:cubicBezTo>
                  <a:cubicBezTo>
                    <a:pt x="106" y="34"/>
                    <a:pt x="101" y="39"/>
                    <a:pt x="94" y="39"/>
                  </a:cubicBezTo>
                  <a:cubicBezTo>
                    <a:pt x="88" y="39"/>
                    <a:pt x="83" y="34"/>
                    <a:pt x="83" y="28"/>
                  </a:cubicBezTo>
                  <a:cubicBezTo>
                    <a:pt x="83" y="25"/>
                    <a:pt x="84" y="22"/>
                    <a:pt x="86" y="20"/>
                  </a:cubicBezTo>
                  <a:cubicBezTo>
                    <a:pt x="81" y="14"/>
                    <a:pt x="71" y="10"/>
                    <a:pt x="63" y="10"/>
                  </a:cubicBezTo>
                  <a:cubicBezTo>
                    <a:pt x="36" y="10"/>
                    <a:pt x="21" y="35"/>
                    <a:pt x="21" y="58"/>
                  </a:cubicBezTo>
                  <a:cubicBezTo>
                    <a:pt x="21" y="85"/>
                    <a:pt x="38" y="108"/>
                    <a:pt x="65" y="108"/>
                  </a:cubicBezTo>
                  <a:cubicBezTo>
                    <a:pt x="79" y="108"/>
                    <a:pt x="90" y="102"/>
                    <a:pt x="102" y="93"/>
                  </a:cubicBezTo>
                  <a:cubicBezTo>
                    <a:pt x="106" y="99"/>
                    <a:pt x="106" y="99"/>
                    <a:pt x="106" y="99"/>
                  </a:cubicBezTo>
                  <a:cubicBezTo>
                    <a:pt x="94" y="111"/>
                    <a:pt x="77" y="117"/>
                    <a:pt x="61" y="117"/>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7" name="Freeform 41"/>
            <p:cNvSpPr>
              <a:spLocks noEditPoints="1"/>
            </p:cNvSpPr>
            <p:nvPr userDrawn="1"/>
          </p:nvSpPr>
          <p:spPr bwMode="auto">
            <a:xfrm>
              <a:off x="4885" y="234"/>
              <a:ext cx="207" cy="225"/>
            </a:xfrm>
            <a:custGeom>
              <a:avLst/>
              <a:gdLst>
                <a:gd name="T0" fmla="*/ 163 w 207"/>
                <a:gd name="T1" fmla="*/ 225 h 225"/>
                <a:gd name="T2" fmla="*/ 207 w 207"/>
                <a:gd name="T3" fmla="*/ 225 h 225"/>
                <a:gd name="T4" fmla="*/ 119 w 207"/>
                <a:gd name="T5" fmla="*/ 0 h 225"/>
                <a:gd name="T6" fmla="*/ 85 w 207"/>
                <a:gd name="T7" fmla="*/ 0 h 225"/>
                <a:gd name="T8" fmla="*/ 0 w 207"/>
                <a:gd name="T9" fmla="*/ 225 h 225"/>
                <a:gd name="T10" fmla="*/ 21 w 207"/>
                <a:gd name="T11" fmla="*/ 225 h 225"/>
                <a:gd name="T12" fmla="*/ 47 w 207"/>
                <a:gd name="T13" fmla="*/ 161 h 225"/>
                <a:gd name="T14" fmla="*/ 139 w 207"/>
                <a:gd name="T15" fmla="*/ 161 h 225"/>
                <a:gd name="T16" fmla="*/ 163 w 207"/>
                <a:gd name="T17" fmla="*/ 225 h 225"/>
                <a:gd name="T18" fmla="*/ 163 w 207"/>
                <a:gd name="T19" fmla="*/ 225 h 225"/>
                <a:gd name="T20" fmla="*/ 53 w 207"/>
                <a:gd name="T21" fmla="*/ 141 h 225"/>
                <a:gd name="T22" fmla="*/ 93 w 207"/>
                <a:gd name="T23" fmla="*/ 36 h 225"/>
                <a:gd name="T24" fmla="*/ 133 w 207"/>
                <a:gd name="T25" fmla="*/ 141 h 225"/>
                <a:gd name="T26" fmla="*/ 53 w 207"/>
                <a:gd name="T27" fmla="*/ 141 h 225"/>
                <a:gd name="T28" fmla="*/ 53 w 207"/>
                <a:gd name="T29" fmla="*/ 141 h 2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07" h="225">
                  <a:moveTo>
                    <a:pt x="163" y="225"/>
                  </a:moveTo>
                  <a:lnTo>
                    <a:pt x="207" y="225"/>
                  </a:lnTo>
                  <a:lnTo>
                    <a:pt x="119" y="0"/>
                  </a:lnTo>
                  <a:lnTo>
                    <a:pt x="85" y="0"/>
                  </a:lnTo>
                  <a:lnTo>
                    <a:pt x="0" y="225"/>
                  </a:lnTo>
                  <a:lnTo>
                    <a:pt x="21" y="225"/>
                  </a:lnTo>
                  <a:lnTo>
                    <a:pt x="47" y="161"/>
                  </a:lnTo>
                  <a:lnTo>
                    <a:pt x="139" y="161"/>
                  </a:lnTo>
                  <a:lnTo>
                    <a:pt x="163" y="225"/>
                  </a:lnTo>
                  <a:lnTo>
                    <a:pt x="163" y="225"/>
                  </a:lnTo>
                  <a:close/>
                  <a:moveTo>
                    <a:pt x="53" y="141"/>
                  </a:moveTo>
                  <a:lnTo>
                    <a:pt x="93" y="36"/>
                  </a:lnTo>
                  <a:lnTo>
                    <a:pt x="133" y="141"/>
                  </a:lnTo>
                  <a:lnTo>
                    <a:pt x="53" y="141"/>
                  </a:lnTo>
                  <a:lnTo>
                    <a:pt x="53" y="141"/>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grpSp>
      <p:sp>
        <p:nvSpPr>
          <p:cNvPr id="2" name="Title 1"/>
          <p:cNvSpPr>
            <a:spLocks noGrp="1"/>
          </p:cNvSpPr>
          <p:nvPr>
            <p:ph type="ctrTitle" hasCustomPrompt="1"/>
          </p:nvPr>
        </p:nvSpPr>
        <p:spPr>
          <a:xfrm>
            <a:off x="5003513" y="1366463"/>
            <a:ext cx="3770617" cy="1137024"/>
          </a:xfrm>
        </p:spPr>
        <p:txBody>
          <a:bodyPr anchor="b">
            <a:normAutofit/>
          </a:bodyPr>
          <a:lstStyle>
            <a:lvl1pPr algn="l">
              <a:defRPr sz="3860" b="1">
                <a:solidFill>
                  <a:schemeClr val="bg1"/>
                </a:solidFill>
                <a:latin typeface="Arial" panose="020B0604020202020204" pitchFamily="34" charset="0"/>
                <a:cs typeface="Arial" panose="020B0604020202020204" pitchFamily="34" charset="0"/>
              </a:defRPr>
            </a:lvl1pPr>
          </a:lstStyle>
          <a:p>
            <a:r>
              <a:rPr lang="en-US" dirty="0"/>
              <a:t>Heading</a:t>
            </a:r>
          </a:p>
        </p:txBody>
      </p:sp>
      <p:sp>
        <p:nvSpPr>
          <p:cNvPr id="3" name="Subtitle 2"/>
          <p:cNvSpPr>
            <a:spLocks noGrp="1"/>
          </p:cNvSpPr>
          <p:nvPr>
            <p:ph type="subTitle" idx="1" hasCustomPrompt="1"/>
          </p:nvPr>
        </p:nvSpPr>
        <p:spPr>
          <a:xfrm>
            <a:off x="5003513" y="2503487"/>
            <a:ext cx="3770617" cy="599309"/>
          </a:xfrm>
        </p:spPr>
        <p:txBody>
          <a:bodyPr anchor="b">
            <a:noAutofit/>
          </a:bodyPr>
          <a:lstStyle>
            <a:lvl1pPr marL="0" indent="0" algn="l">
              <a:buNone/>
              <a:defRPr sz="1863">
                <a:solidFill>
                  <a:schemeClr val="bg1"/>
                </a:solidFill>
                <a:latin typeface="Arial" panose="020B0604020202020204" pitchFamily="34" charset="0"/>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Subheading</a:t>
            </a:r>
          </a:p>
        </p:txBody>
      </p:sp>
      <p:sp>
        <p:nvSpPr>
          <p:cNvPr id="8" name="Text Placeholder 7"/>
          <p:cNvSpPr>
            <a:spLocks noGrp="1"/>
          </p:cNvSpPr>
          <p:nvPr>
            <p:ph type="body" sz="quarter" idx="10" hasCustomPrompt="1"/>
          </p:nvPr>
        </p:nvSpPr>
        <p:spPr>
          <a:xfrm>
            <a:off x="5003800" y="3944938"/>
            <a:ext cx="3770313" cy="294882"/>
          </a:xfrm>
        </p:spPr>
        <p:txBody>
          <a:bodyPr>
            <a:normAutofit/>
          </a:bodyPr>
          <a:lstStyle>
            <a:lvl1pPr marL="0" indent="0">
              <a:buNone/>
              <a:defRPr sz="1597" b="1" baseline="0">
                <a:solidFill>
                  <a:schemeClr val="bg1"/>
                </a:solidFill>
                <a:latin typeface="Arial" panose="020B0604020202020204" pitchFamily="34" charset="0"/>
                <a:cs typeface="Arial" panose="020B0604020202020204" pitchFamily="34" charset="0"/>
              </a:defRPr>
            </a:lvl1pPr>
          </a:lstStyle>
          <a:p>
            <a:pPr lvl="0"/>
            <a:r>
              <a:rPr lang="en-AU" dirty="0"/>
              <a:t>Presenter Name</a:t>
            </a:r>
          </a:p>
        </p:txBody>
      </p:sp>
      <p:sp>
        <p:nvSpPr>
          <p:cNvPr id="9" name="Text Placeholder 7"/>
          <p:cNvSpPr>
            <a:spLocks noGrp="1"/>
          </p:cNvSpPr>
          <p:nvPr>
            <p:ph type="body" sz="quarter" idx="11" hasCustomPrompt="1"/>
          </p:nvPr>
        </p:nvSpPr>
        <p:spPr>
          <a:xfrm>
            <a:off x="5003800" y="4239820"/>
            <a:ext cx="3770313" cy="328773"/>
          </a:xfrm>
        </p:spPr>
        <p:txBody>
          <a:bodyPr>
            <a:normAutofit/>
          </a:bodyPr>
          <a:lstStyle>
            <a:lvl1pPr marL="0" indent="0">
              <a:buNone/>
              <a:defRPr sz="1597" baseline="0">
                <a:solidFill>
                  <a:schemeClr val="bg1"/>
                </a:solidFill>
                <a:latin typeface="Arial" panose="020B0604020202020204" pitchFamily="34" charset="0"/>
                <a:cs typeface="Arial" panose="020B0604020202020204" pitchFamily="34" charset="0"/>
              </a:defRPr>
            </a:lvl1pPr>
          </a:lstStyle>
          <a:p>
            <a:pPr lvl="0"/>
            <a:r>
              <a:rPr lang="en-AU" dirty="0"/>
              <a:t>Date</a:t>
            </a:r>
          </a:p>
        </p:txBody>
      </p:sp>
      <p:sp>
        <p:nvSpPr>
          <p:cNvPr id="11" name="Picture Placeholder 10"/>
          <p:cNvSpPr>
            <a:spLocks noGrp="1"/>
          </p:cNvSpPr>
          <p:nvPr>
            <p:ph type="pic" sz="quarter" idx="12"/>
          </p:nvPr>
        </p:nvSpPr>
        <p:spPr>
          <a:xfrm>
            <a:off x="0" y="469901"/>
            <a:ext cx="4565649" cy="2952750"/>
          </a:xfrm>
        </p:spPr>
        <p:txBody>
          <a:bodyPr>
            <a:normAutofit/>
          </a:bodyPr>
          <a:lstStyle>
            <a:lvl1pPr marL="0" indent="0">
              <a:buNone/>
              <a:defRPr sz="1200">
                <a:solidFill>
                  <a:schemeClr val="bg1"/>
                </a:solidFill>
                <a:latin typeface="Arial" panose="020B0604020202020204" pitchFamily="34" charset="0"/>
                <a:cs typeface="Arial" panose="020B0604020202020204" pitchFamily="34" charset="0"/>
              </a:defRPr>
            </a:lvl1pPr>
          </a:lstStyle>
          <a:p>
            <a:r>
              <a:rPr lang="en-US"/>
              <a:t>Drag picture to placeholder or click icon to add</a:t>
            </a:r>
            <a:endParaRPr lang="en-AU" dirty="0"/>
          </a:p>
        </p:txBody>
      </p:sp>
      <p:sp>
        <p:nvSpPr>
          <p:cNvPr id="13" name="Picture Placeholder 10"/>
          <p:cNvSpPr>
            <a:spLocks noGrp="1"/>
          </p:cNvSpPr>
          <p:nvPr>
            <p:ph type="pic" sz="quarter" idx="13"/>
          </p:nvPr>
        </p:nvSpPr>
        <p:spPr>
          <a:xfrm>
            <a:off x="0" y="3422650"/>
            <a:ext cx="4565649" cy="3435349"/>
          </a:xfrm>
        </p:spPr>
        <p:txBody>
          <a:bodyPr>
            <a:normAutofit/>
          </a:bodyPr>
          <a:lstStyle>
            <a:lvl1pPr marL="0" indent="0">
              <a:buNone/>
              <a:defRPr sz="1200">
                <a:solidFill>
                  <a:schemeClr val="bg1"/>
                </a:solidFill>
                <a:latin typeface="Arial" panose="020B0604020202020204" pitchFamily="34" charset="0"/>
                <a:cs typeface="Arial" panose="020B0604020202020204" pitchFamily="34" charset="0"/>
              </a:defRPr>
            </a:lvl1pPr>
          </a:lstStyle>
          <a:p>
            <a:r>
              <a:rPr lang="en-US"/>
              <a:t>Drag picture to placeholder or click icon to add</a:t>
            </a:r>
            <a:endParaRPr lang="en-AU" dirty="0"/>
          </a:p>
        </p:txBody>
      </p:sp>
    </p:spTree>
    <p:extLst>
      <p:ext uri="{BB962C8B-B14F-4D97-AF65-F5344CB8AC3E}">
        <p14:creationId xmlns:p14="http://schemas.microsoft.com/office/powerpoint/2010/main" val="377777487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Title Slide co-branded">
    <p:spTree>
      <p:nvGrpSpPr>
        <p:cNvPr id="1" name=""/>
        <p:cNvGrpSpPr/>
        <p:nvPr/>
      </p:nvGrpSpPr>
      <p:grpSpPr>
        <a:xfrm>
          <a:off x="0" y="0"/>
          <a:ext cx="0" cy="0"/>
          <a:chOff x="0" y="0"/>
          <a:chExt cx="0" cy="0"/>
        </a:xfrm>
      </p:grpSpPr>
      <p:sp>
        <p:nvSpPr>
          <p:cNvPr id="42" name="Rectangle 41"/>
          <p:cNvSpPr/>
          <p:nvPr userDrawn="1"/>
        </p:nvSpPr>
        <p:spPr>
          <a:xfrm>
            <a:off x="0" y="-3175"/>
            <a:ext cx="9142413" cy="68580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4" name="Picture 3"/>
          <p:cNvPicPr>
            <a:picLocks noChangeAspect="1"/>
          </p:cNvPicPr>
          <p:nvPr userDrawn="1"/>
        </p:nvPicPr>
        <p:blipFill>
          <a:blip r:embed="rId2"/>
          <a:stretch>
            <a:fillRect/>
          </a:stretch>
        </p:blipFill>
        <p:spPr>
          <a:xfrm>
            <a:off x="0" y="0"/>
            <a:ext cx="9144000" cy="6858000"/>
          </a:xfrm>
          <a:prstGeom prst="rect">
            <a:avLst/>
          </a:prstGeom>
        </p:spPr>
      </p:pic>
      <p:sp>
        <p:nvSpPr>
          <p:cNvPr id="2" name="Title 1"/>
          <p:cNvSpPr>
            <a:spLocks noGrp="1"/>
          </p:cNvSpPr>
          <p:nvPr userDrawn="1">
            <p:ph type="title" hasCustomPrompt="1"/>
          </p:nvPr>
        </p:nvSpPr>
        <p:spPr>
          <a:xfrm>
            <a:off x="873125" y="2658154"/>
            <a:ext cx="3867150" cy="580346"/>
          </a:xfrm>
        </p:spPr>
        <p:txBody>
          <a:bodyPr anchor="b">
            <a:noAutofit/>
          </a:bodyPr>
          <a:lstStyle>
            <a:lvl1pPr>
              <a:defRPr sz="3860" b="1">
                <a:solidFill>
                  <a:srgbClr val="3D3935"/>
                </a:solidFill>
                <a:latin typeface="Arial" panose="020B0604020202020204" pitchFamily="34" charset="0"/>
                <a:cs typeface="Arial" panose="020B0604020202020204" pitchFamily="34" charset="0"/>
              </a:defRPr>
            </a:lvl1pPr>
          </a:lstStyle>
          <a:p>
            <a:r>
              <a:rPr lang="en-US" dirty="0"/>
              <a:t>Heading</a:t>
            </a:r>
            <a:endParaRPr lang="en-AU" dirty="0"/>
          </a:p>
        </p:txBody>
      </p:sp>
      <p:sp>
        <p:nvSpPr>
          <p:cNvPr id="7" name="Subtitle 2"/>
          <p:cNvSpPr>
            <a:spLocks noGrp="1"/>
          </p:cNvSpPr>
          <p:nvPr userDrawn="1">
            <p:ph type="subTitle" idx="1" hasCustomPrompt="1"/>
          </p:nvPr>
        </p:nvSpPr>
        <p:spPr>
          <a:xfrm>
            <a:off x="873125" y="3652838"/>
            <a:ext cx="3867150" cy="447675"/>
          </a:xfrm>
        </p:spPr>
        <p:txBody>
          <a:bodyPr anchor="b">
            <a:noAutofit/>
          </a:bodyPr>
          <a:lstStyle>
            <a:lvl1pPr marL="0" indent="0" algn="l">
              <a:buNone/>
              <a:defRPr sz="1863">
                <a:solidFill>
                  <a:srgbClr val="3D3935"/>
                </a:solidFill>
                <a:latin typeface="Arial" panose="020B0604020202020204" pitchFamily="34" charset="0"/>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Subheading</a:t>
            </a:r>
          </a:p>
        </p:txBody>
      </p:sp>
      <p:sp>
        <p:nvSpPr>
          <p:cNvPr id="8" name="Text Placeholder 7"/>
          <p:cNvSpPr>
            <a:spLocks noGrp="1"/>
          </p:cNvSpPr>
          <p:nvPr userDrawn="1">
            <p:ph type="body" sz="quarter" idx="10" hasCustomPrompt="1"/>
          </p:nvPr>
        </p:nvSpPr>
        <p:spPr>
          <a:xfrm>
            <a:off x="873125" y="5316538"/>
            <a:ext cx="3770313" cy="294882"/>
          </a:xfrm>
        </p:spPr>
        <p:txBody>
          <a:bodyPr>
            <a:normAutofit/>
          </a:bodyPr>
          <a:lstStyle>
            <a:lvl1pPr marL="0" indent="0">
              <a:buNone/>
              <a:defRPr sz="1597" b="1" baseline="0">
                <a:solidFill>
                  <a:srgbClr val="3D3935"/>
                </a:solidFill>
                <a:latin typeface="Arial" panose="020B0604020202020204" pitchFamily="34" charset="0"/>
                <a:cs typeface="Arial" panose="020B0604020202020204" pitchFamily="34" charset="0"/>
              </a:defRPr>
            </a:lvl1pPr>
          </a:lstStyle>
          <a:p>
            <a:pPr lvl="0"/>
            <a:r>
              <a:rPr lang="en-AU" dirty="0"/>
              <a:t>Presenter Name</a:t>
            </a:r>
          </a:p>
        </p:txBody>
      </p:sp>
      <p:sp>
        <p:nvSpPr>
          <p:cNvPr id="9" name="Text Placeholder 7"/>
          <p:cNvSpPr>
            <a:spLocks noGrp="1"/>
          </p:cNvSpPr>
          <p:nvPr userDrawn="1">
            <p:ph type="body" sz="quarter" idx="11" hasCustomPrompt="1"/>
          </p:nvPr>
        </p:nvSpPr>
        <p:spPr>
          <a:xfrm>
            <a:off x="873125" y="5611420"/>
            <a:ext cx="3770313" cy="328773"/>
          </a:xfrm>
        </p:spPr>
        <p:txBody>
          <a:bodyPr>
            <a:normAutofit/>
          </a:bodyPr>
          <a:lstStyle>
            <a:lvl1pPr marL="0" indent="0">
              <a:buNone/>
              <a:defRPr sz="1597" baseline="0">
                <a:solidFill>
                  <a:srgbClr val="3D3935"/>
                </a:solidFill>
                <a:latin typeface="Arial" panose="020B0604020202020204" pitchFamily="34" charset="0"/>
                <a:cs typeface="Arial" panose="020B0604020202020204" pitchFamily="34" charset="0"/>
              </a:defRPr>
            </a:lvl1pPr>
          </a:lstStyle>
          <a:p>
            <a:pPr lvl="0"/>
            <a:r>
              <a:rPr lang="en-AU" dirty="0"/>
              <a:t>Date</a:t>
            </a:r>
          </a:p>
        </p:txBody>
      </p:sp>
      <p:sp>
        <p:nvSpPr>
          <p:cNvPr id="44" name="Picture Placeholder 85"/>
          <p:cNvSpPr>
            <a:spLocks noGrp="1"/>
          </p:cNvSpPr>
          <p:nvPr userDrawn="1">
            <p:ph type="pic" sz="quarter" idx="13" hasCustomPrompt="1"/>
          </p:nvPr>
        </p:nvSpPr>
        <p:spPr>
          <a:xfrm>
            <a:off x="6639194" y="2653276"/>
            <a:ext cx="1766125" cy="502731"/>
          </a:xfrm>
        </p:spPr>
        <p:txBody>
          <a:bodyPr/>
          <a:lstStyle>
            <a:lvl1pPr marL="0" indent="0">
              <a:buNone/>
              <a:defRPr sz="1200">
                <a:solidFill>
                  <a:srgbClr val="3D3935"/>
                </a:solidFill>
                <a:latin typeface="Arial" panose="020B0604020202020204" pitchFamily="34" charset="0"/>
                <a:cs typeface="Arial" panose="020B0604020202020204" pitchFamily="34" charset="0"/>
              </a:defRPr>
            </a:lvl1pPr>
          </a:lstStyle>
          <a:p>
            <a:r>
              <a:rPr lang="en-US" dirty="0"/>
              <a:t>Drag co-branded logo to placeholder or click icon to add</a:t>
            </a:r>
            <a:endParaRPr lang="en-AU" dirty="0"/>
          </a:p>
        </p:txBody>
      </p:sp>
      <p:grpSp>
        <p:nvGrpSpPr>
          <p:cNvPr id="45" name="Group 44"/>
          <p:cNvGrpSpPr/>
          <p:nvPr userDrawn="1"/>
        </p:nvGrpSpPr>
        <p:grpSpPr>
          <a:xfrm>
            <a:off x="7401258" y="6092825"/>
            <a:ext cx="1374019" cy="484188"/>
            <a:chOff x="7401258" y="365125"/>
            <a:chExt cx="1374019" cy="484188"/>
          </a:xfrm>
        </p:grpSpPr>
        <p:sp>
          <p:nvSpPr>
            <p:cNvPr id="46" name="Freeform 7"/>
            <p:cNvSpPr>
              <a:spLocks/>
            </p:cNvSpPr>
            <p:nvPr userDrawn="1"/>
          </p:nvSpPr>
          <p:spPr bwMode="auto">
            <a:xfrm>
              <a:off x="7401258" y="371475"/>
              <a:ext cx="289435" cy="369888"/>
            </a:xfrm>
            <a:custGeom>
              <a:avLst/>
              <a:gdLst>
                <a:gd name="T0" fmla="*/ 91 w 91"/>
                <a:gd name="T1" fmla="*/ 0 h 117"/>
                <a:gd name="T2" fmla="*/ 91 w 91"/>
                <a:gd name="T3" fmla="*/ 51 h 117"/>
                <a:gd name="T4" fmla="*/ 46 w 91"/>
                <a:gd name="T5" fmla="*/ 117 h 117"/>
                <a:gd name="T6" fmla="*/ 0 w 91"/>
                <a:gd name="T7" fmla="*/ 51 h 117"/>
                <a:gd name="T8" fmla="*/ 0 w 91"/>
                <a:gd name="T9" fmla="*/ 0 h 117"/>
                <a:gd name="T10" fmla="*/ 91 w 91"/>
                <a:gd name="T11" fmla="*/ 0 h 117"/>
              </a:gdLst>
              <a:ahLst/>
              <a:cxnLst>
                <a:cxn ang="0">
                  <a:pos x="T0" y="T1"/>
                </a:cxn>
                <a:cxn ang="0">
                  <a:pos x="T2" y="T3"/>
                </a:cxn>
                <a:cxn ang="0">
                  <a:pos x="T4" y="T5"/>
                </a:cxn>
                <a:cxn ang="0">
                  <a:pos x="T6" y="T7"/>
                </a:cxn>
                <a:cxn ang="0">
                  <a:pos x="T8" y="T9"/>
                </a:cxn>
                <a:cxn ang="0">
                  <a:pos x="T10" y="T11"/>
                </a:cxn>
              </a:cxnLst>
              <a:rect l="0" t="0" r="r" b="b"/>
              <a:pathLst>
                <a:path w="91" h="117">
                  <a:moveTo>
                    <a:pt x="91" y="0"/>
                  </a:moveTo>
                  <a:cubicBezTo>
                    <a:pt x="91" y="51"/>
                    <a:pt x="91" y="51"/>
                    <a:pt x="91" y="51"/>
                  </a:cubicBezTo>
                  <a:cubicBezTo>
                    <a:pt x="91" y="77"/>
                    <a:pt x="74" y="105"/>
                    <a:pt x="46" y="117"/>
                  </a:cubicBezTo>
                  <a:cubicBezTo>
                    <a:pt x="18" y="105"/>
                    <a:pt x="0" y="77"/>
                    <a:pt x="0" y="51"/>
                  </a:cubicBezTo>
                  <a:cubicBezTo>
                    <a:pt x="0" y="0"/>
                    <a:pt x="0" y="0"/>
                    <a:pt x="0" y="0"/>
                  </a:cubicBezTo>
                  <a:cubicBezTo>
                    <a:pt x="91" y="0"/>
                    <a:pt x="91" y="0"/>
                    <a:pt x="91" y="0"/>
                  </a:cubicBezTo>
                  <a:close/>
                </a:path>
              </a:pathLst>
            </a:custGeom>
            <a:solidFill>
              <a:srgbClr val="E2231A"/>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7" name="Freeform 8"/>
            <p:cNvSpPr>
              <a:spLocks/>
            </p:cNvSpPr>
            <p:nvPr userDrawn="1"/>
          </p:nvSpPr>
          <p:spPr bwMode="auto">
            <a:xfrm>
              <a:off x="7455328" y="415925"/>
              <a:ext cx="181294" cy="236538"/>
            </a:xfrm>
            <a:custGeom>
              <a:avLst/>
              <a:gdLst>
                <a:gd name="T0" fmla="*/ 0 w 114"/>
                <a:gd name="T1" fmla="*/ 74 h 149"/>
                <a:gd name="T2" fmla="*/ 58 w 114"/>
                <a:gd name="T3" fmla="*/ 0 h 149"/>
                <a:gd name="T4" fmla="*/ 114 w 114"/>
                <a:gd name="T5" fmla="*/ 74 h 149"/>
                <a:gd name="T6" fmla="*/ 58 w 114"/>
                <a:gd name="T7" fmla="*/ 149 h 149"/>
                <a:gd name="T8" fmla="*/ 0 w 114"/>
                <a:gd name="T9" fmla="*/ 74 h 149"/>
                <a:gd name="T10" fmla="*/ 0 w 114"/>
                <a:gd name="T11" fmla="*/ 74 h 149"/>
              </a:gdLst>
              <a:ahLst/>
              <a:cxnLst>
                <a:cxn ang="0">
                  <a:pos x="T0" y="T1"/>
                </a:cxn>
                <a:cxn ang="0">
                  <a:pos x="T2" y="T3"/>
                </a:cxn>
                <a:cxn ang="0">
                  <a:pos x="T4" y="T5"/>
                </a:cxn>
                <a:cxn ang="0">
                  <a:pos x="T6" y="T7"/>
                </a:cxn>
                <a:cxn ang="0">
                  <a:pos x="T8" y="T9"/>
                </a:cxn>
                <a:cxn ang="0">
                  <a:pos x="T10" y="T11"/>
                </a:cxn>
              </a:cxnLst>
              <a:rect l="0" t="0" r="r" b="b"/>
              <a:pathLst>
                <a:path w="114" h="149">
                  <a:moveTo>
                    <a:pt x="0" y="74"/>
                  </a:moveTo>
                  <a:lnTo>
                    <a:pt x="58" y="0"/>
                  </a:lnTo>
                  <a:lnTo>
                    <a:pt x="114" y="74"/>
                  </a:lnTo>
                  <a:lnTo>
                    <a:pt x="58" y="149"/>
                  </a:lnTo>
                  <a:lnTo>
                    <a:pt x="0" y="74"/>
                  </a:lnTo>
                  <a:lnTo>
                    <a:pt x="0" y="74"/>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8" name="Freeform 9"/>
            <p:cNvSpPr>
              <a:spLocks/>
            </p:cNvSpPr>
            <p:nvPr userDrawn="1"/>
          </p:nvSpPr>
          <p:spPr bwMode="auto">
            <a:xfrm>
              <a:off x="7480773" y="466725"/>
              <a:ext cx="130405" cy="153988"/>
            </a:xfrm>
            <a:custGeom>
              <a:avLst/>
              <a:gdLst>
                <a:gd name="T0" fmla="*/ 18 w 41"/>
                <a:gd name="T1" fmla="*/ 26 h 49"/>
                <a:gd name="T2" fmla="*/ 21 w 41"/>
                <a:gd name="T3" fmla="*/ 49 h 49"/>
                <a:gd name="T4" fmla="*/ 21 w 41"/>
                <a:gd name="T5" fmla="*/ 49 h 49"/>
                <a:gd name="T6" fmla="*/ 21 w 41"/>
                <a:gd name="T7" fmla="*/ 49 h 49"/>
                <a:gd name="T8" fmla="*/ 23 w 41"/>
                <a:gd name="T9" fmla="*/ 26 h 49"/>
                <a:gd name="T10" fmla="*/ 23 w 41"/>
                <a:gd name="T11" fmla="*/ 24 h 49"/>
                <a:gd name="T12" fmla="*/ 32 w 41"/>
                <a:gd name="T13" fmla="*/ 24 h 49"/>
                <a:gd name="T14" fmla="*/ 32 w 41"/>
                <a:gd name="T15" fmla="*/ 25 h 49"/>
                <a:gd name="T16" fmla="*/ 35 w 41"/>
                <a:gd name="T17" fmla="*/ 28 h 49"/>
                <a:gd name="T18" fmla="*/ 37 w 41"/>
                <a:gd name="T19" fmla="*/ 25 h 49"/>
                <a:gd name="T20" fmla="*/ 37 w 41"/>
                <a:gd name="T21" fmla="*/ 24 h 49"/>
                <a:gd name="T22" fmla="*/ 38 w 41"/>
                <a:gd name="T23" fmla="*/ 24 h 49"/>
                <a:gd name="T24" fmla="*/ 41 w 41"/>
                <a:gd name="T25" fmla="*/ 21 h 49"/>
                <a:gd name="T26" fmla="*/ 38 w 41"/>
                <a:gd name="T27" fmla="*/ 19 h 49"/>
                <a:gd name="T28" fmla="*/ 37 w 41"/>
                <a:gd name="T29" fmla="*/ 19 h 49"/>
                <a:gd name="T30" fmla="*/ 37 w 41"/>
                <a:gd name="T31" fmla="*/ 18 h 49"/>
                <a:gd name="T32" fmla="*/ 35 w 41"/>
                <a:gd name="T33" fmla="*/ 15 h 49"/>
                <a:gd name="T34" fmla="*/ 32 w 41"/>
                <a:gd name="T35" fmla="*/ 18 h 49"/>
                <a:gd name="T36" fmla="*/ 32 w 41"/>
                <a:gd name="T37" fmla="*/ 19 h 49"/>
                <a:gd name="T38" fmla="*/ 23 w 41"/>
                <a:gd name="T39" fmla="*/ 19 h 49"/>
                <a:gd name="T40" fmla="*/ 23 w 41"/>
                <a:gd name="T41" fmla="*/ 9 h 49"/>
                <a:gd name="T42" fmla="*/ 24 w 41"/>
                <a:gd name="T43" fmla="*/ 9 h 49"/>
                <a:gd name="T44" fmla="*/ 27 w 41"/>
                <a:gd name="T45" fmla="*/ 6 h 49"/>
                <a:gd name="T46" fmla="*/ 24 w 41"/>
                <a:gd name="T47" fmla="*/ 3 h 49"/>
                <a:gd name="T48" fmla="*/ 23 w 41"/>
                <a:gd name="T49" fmla="*/ 3 h 49"/>
                <a:gd name="T50" fmla="*/ 23 w 41"/>
                <a:gd name="T51" fmla="*/ 3 h 49"/>
                <a:gd name="T52" fmla="*/ 21 w 41"/>
                <a:gd name="T53" fmla="*/ 0 h 49"/>
                <a:gd name="T54" fmla="*/ 18 w 41"/>
                <a:gd name="T55" fmla="*/ 3 h 49"/>
                <a:gd name="T56" fmla="*/ 18 w 41"/>
                <a:gd name="T57" fmla="*/ 3 h 49"/>
                <a:gd name="T58" fmla="*/ 17 w 41"/>
                <a:gd name="T59" fmla="*/ 3 h 49"/>
                <a:gd name="T60" fmla="*/ 14 w 41"/>
                <a:gd name="T61" fmla="*/ 6 h 49"/>
                <a:gd name="T62" fmla="*/ 17 w 41"/>
                <a:gd name="T63" fmla="*/ 9 h 49"/>
                <a:gd name="T64" fmla="*/ 18 w 41"/>
                <a:gd name="T65" fmla="*/ 9 h 49"/>
                <a:gd name="T66" fmla="*/ 18 w 41"/>
                <a:gd name="T67" fmla="*/ 19 h 49"/>
                <a:gd name="T68" fmla="*/ 18 w 41"/>
                <a:gd name="T69" fmla="*/ 19 h 49"/>
                <a:gd name="T70" fmla="*/ 10 w 41"/>
                <a:gd name="T71" fmla="*/ 19 h 49"/>
                <a:gd name="T72" fmla="*/ 10 w 41"/>
                <a:gd name="T73" fmla="*/ 18 h 49"/>
                <a:gd name="T74" fmla="*/ 7 w 41"/>
                <a:gd name="T75" fmla="*/ 15 h 49"/>
                <a:gd name="T76" fmla="*/ 4 w 41"/>
                <a:gd name="T77" fmla="*/ 18 h 49"/>
                <a:gd name="T78" fmla="*/ 4 w 41"/>
                <a:gd name="T79" fmla="*/ 19 h 49"/>
                <a:gd name="T80" fmla="*/ 4 w 41"/>
                <a:gd name="T81" fmla="*/ 19 h 49"/>
                <a:gd name="T82" fmla="*/ 0 w 41"/>
                <a:gd name="T83" fmla="*/ 21 h 49"/>
                <a:gd name="T84" fmla="*/ 4 w 41"/>
                <a:gd name="T85" fmla="*/ 24 h 49"/>
                <a:gd name="T86" fmla="*/ 4 w 41"/>
                <a:gd name="T87" fmla="*/ 24 h 49"/>
                <a:gd name="T88" fmla="*/ 4 w 41"/>
                <a:gd name="T89" fmla="*/ 25 h 49"/>
                <a:gd name="T90" fmla="*/ 7 w 41"/>
                <a:gd name="T91" fmla="*/ 28 h 49"/>
                <a:gd name="T92" fmla="*/ 10 w 41"/>
                <a:gd name="T93" fmla="*/ 25 h 49"/>
                <a:gd name="T94" fmla="*/ 10 w 41"/>
                <a:gd name="T95" fmla="*/ 24 h 49"/>
                <a:gd name="T96" fmla="*/ 18 w 41"/>
                <a:gd name="T97" fmla="*/ 24 h 49"/>
                <a:gd name="T98" fmla="*/ 18 w 41"/>
                <a:gd name="T99" fmla="*/ 26 h 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1" h="49">
                  <a:moveTo>
                    <a:pt x="18" y="26"/>
                  </a:moveTo>
                  <a:cubicBezTo>
                    <a:pt x="18" y="36"/>
                    <a:pt x="20" y="48"/>
                    <a:pt x="21" y="49"/>
                  </a:cubicBezTo>
                  <a:cubicBezTo>
                    <a:pt x="21" y="49"/>
                    <a:pt x="21" y="49"/>
                    <a:pt x="21" y="49"/>
                  </a:cubicBezTo>
                  <a:cubicBezTo>
                    <a:pt x="21" y="49"/>
                    <a:pt x="21" y="49"/>
                    <a:pt x="21" y="49"/>
                  </a:cubicBezTo>
                  <a:cubicBezTo>
                    <a:pt x="21" y="48"/>
                    <a:pt x="23" y="36"/>
                    <a:pt x="23" y="26"/>
                  </a:cubicBezTo>
                  <a:cubicBezTo>
                    <a:pt x="23" y="24"/>
                    <a:pt x="23" y="24"/>
                    <a:pt x="23" y="24"/>
                  </a:cubicBezTo>
                  <a:cubicBezTo>
                    <a:pt x="32" y="24"/>
                    <a:pt x="32" y="24"/>
                    <a:pt x="32" y="24"/>
                  </a:cubicBezTo>
                  <a:cubicBezTo>
                    <a:pt x="32" y="25"/>
                    <a:pt x="32" y="25"/>
                    <a:pt x="32" y="25"/>
                  </a:cubicBezTo>
                  <a:cubicBezTo>
                    <a:pt x="32" y="26"/>
                    <a:pt x="33" y="28"/>
                    <a:pt x="35" y="28"/>
                  </a:cubicBezTo>
                  <a:cubicBezTo>
                    <a:pt x="36" y="28"/>
                    <a:pt x="37" y="26"/>
                    <a:pt x="37" y="25"/>
                  </a:cubicBezTo>
                  <a:cubicBezTo>
                    <a:pt x="37" y="24"/>
                    <a:pt x="37" y="24"/>
                    <a:pt x="37" y="24"/>
                  </a:cubicBezTo>
                  <a:cubicBezTo>
                    <a:pt x="38" y="24"/>
                    <a:pt x="38" y="24"/>
                    <a:pt x="38" y="24"/>
                  </a:cubicBezTo>
                  <a:cubicBezTo>
                    <a:pt x="39" y="24"/>
                    <a:pt x="41" y="23"/>
                    <a:pt x="41" y="21"/>
                  </a:cubicBezTo>
                  <a:cubicBezTo>
                    <a:pt x="41" y="20"/>
                    <a:pt x="39" y="19"/>
                    <a:pt x="38" y="19"/>
                  </a:cubicBezTo>
                  <a:cubicBezTo>
                    <a:pt x="37" y="19"/>
                    <a:pt x="37" y="19"/>
                    <a:pt x="37" y="19"/>
                  </a:cubicBezTo>
                  <a:cubicBezTo>
                    <a:pt x="37" y="18"/>
                    <a:pt x="37" y="18"/>
                    <a:pt x="37" y="18"/>
                  </a:cubicBezTo>
                  <a:cubicBezTo>
                    <a:pt x="37" y="17"/>
                    <a:pt x="36" y="15"/>
                    <a:pt x="35" y="15"/>
                  </a:cubicBezTo>
                  <a:cubicBezTo>
                    <a:pt x="33" y="15"/>
                    <a:pt x="32" y="17"/>
                    <a:pt x="32" y="18"/>
                  </a:cubicBezTo>
                  <a:cubicBezTo>
                    <a:pt x="32" y="19"/>
                    <a:pt x="32" y="19"/>
                    <a:pt x="32" y="19"/>
                  </a:cubicBezTo>
                  <a:cubicBezTo>
                    <a:pt x="23" y="19"/>
                    <a:pt x="23" y="19"/>
                    <a:pt x="23" y="19"/>
                  </a:cubicBezTo>
                  <a:cubicBezTo>
                    <a:pt x="23" y="9"/>
                    <a:pt x="23" y="9"/>
                    <a:pt x="23" y="9"/>
                  </a:cubicBezTo>
                  <a:cubicBezTo>
                    <a:pt x="24" y="9"/>
                    <a:pt x="24" y="9"/>
                    <a:pt x="24" y="9"/>
                  </a:cubicBezTo>
                  <a:cubicBezTo>
                    <a:pt x="25" y="9"/>
                    <a:pt x="27" y="8"/>
                    <a:pt x="27" y="6"/>
                  </a:cubicBezTo>
                  <a:cubicBezTo>
                    <a:pt x="27" y="5"/>
                    <a:pt x="25" y="3"/>
                    <a:pt x="24" y="3"/>
                  </a:cubicBezTo>
                  <a:cubicBezTo>
                    <a:pt x="23" y="3"/>
                    <a:pt x="23" y="3"/>
                    <a:pt x="23" y="3"/>
                  </a:cubicBezTo>
                  <a:cubicBezTo>
                    <a:pt x="23" y="3"/>
                    <a:pt x="23" y="3"/>
                    <a:pt x="23" y="3"/>
                  </a:cubicBezTo>
                  <a:cubicBezTo>
                    <a:pt x="23" y="1"/>
                    <a:pt x="22" y="0"/>
                    <a:pt x="21" y="0"/>
                  </a:cubicBezTo>
                  <a:cubicBezTo>
                    <a:pt x="19" y="0"/>
                    <a:pt x="18" y="1"/>
                    <a:pt x="18" y="3"/>
                  </a:cubicBezTo>
                  <a:cubicBezTo>
                    <a:pt x="18" y="3"/>
                    <a:pt x="18" y="3"/>
                    <a:pt x="18" y="3"/>
                  </a:cubicBezTo>
                  <a:cubicBezTo>
                    <a:pt x="17" y="3"/>
                    <a:pt x="17" y="3"/>
                    <a:pt x="17" y="3"/>
                  </a:cubicBezTo>
                  <a:cubicBezTo>
                    <a:pt x="16" y="3"/>
                    <a:pt x="14" y="5"/>
                    <a:pt x="14" y="6"/>
                  </a:cubicBezTo>
                  <a:cubicBezTo>
                    <a:pt x="14" y="8"/>
                    <a:pt x="16" y="9"/>
                    <a:pt x="17" y="9"/>
                  </a:cubicBezTo>
                  <a:cubicBezTo>
                    <a:pt x="18" y="9"/>
                    <a:pt x="18" y="9"/>
                    <a:pt x="18" y="9"/>
                  </a:cubicBezTo>
                  <a:cubicBezTo>
                    <a:pt x="18" y="19"/>
                    <a:pt x="18" y="19"/>
                    <a:pt x="18" y="19"/>
                  </a:cubicBezTo>
                  <a:cubicBezTo>
                    <a:pt x="18" y="19"/>
                    <a:pt x="18" y="19"/>
                    <a:pt x="18" y="19"/>
                  </a:cubicBezTo>
                  <a:cubicBezTo>
                    <a:pt x="10" y="19"/>
                    <a:pt x="10" y="19"/>
                    <a:pt x="10" y="19"/>
                  </a:cubicBezTo>
                  <a:cubicBezTo>
                    <a:pt x="10" y="18"/>
                    <a:pt x="10" y="18"/>
                    <a:pt x="10" y="18"/>
                  </a:cubicBezTo>
                  <a:cubicBezTo>
                    <a:pt x="10" y="17"/>
                    <a:pt x="8" y="15"/>
                    <a:pt x="7" y="15"/>
                  </a:cubicBezTo>
                  <a:cubicBezTo>
                    <a:pt x="5" y="15"/>
                    <a:pt x="4" y="17"/>
                    <a:pt x="4" y="18"/>
                  </a:cubicBezTo>
                  <a:cubicBezTo>
                    <a:pt x="4" y="19"/>
                    <a:pt x="4" y="19"/>
                    <a:pt x="4" y="19"/>
                  </a:cubicBezTo>
                  <a:cubicBezTo>
                    <a:pt x="4" y="19"/>
                    <a:pt x="4" y="19"/>
                    <a:pt x="4" y="19"/>
                  </a:cubicBezTo>
                  <a:cubicBezTo>
                    <a:pt x="2" y="19"/>
                    <a:pt x="0" y="20"/>
                    <a:pt x="0" y="21"/>
                  </a:cubicBezTo>
                  <a:cubicBezTo>
                    <a:pt x="0" y="23"/>
                    <a:pt x="2" y="24"/>
                    <a:pt x="4" y="24"/>
                  </a:cubicBezTo>
                  <a:cubicBezTo>
                    <a:pt x="4" y="24"/>
                    <a:pt x="4" y="24"/>
                    <a:pt x="4" y="24"/>
                  </a:cubicBezTo>
                  <a:cubicBezTo>
                    <a:pt x="4" y="25"/>
                    <a:pt x="4" y="25"/>
                    <a:pt x="4" y="25"/>
                  </a:cubicBezTo>
                  <a:cubicBezTo>
                    <a:pt x="4" y="26"/>
                    <a:pt x="5" y="28"/>
                    <a:pt x="7" y="28"/>
                  </a:cubicBezTo>
                  <a:cubicBezTo>
                    <a:pt x="8" y="28"/>
                    <a:pt x="10" y="26"/>
                    <a:pt x="10" y="25"/>
                  </a:cubicBezTo>
                  <a:cubicBezTo>
                    <a:pt x="10" y="24"/>
                    <a:pt x="10" y="24"/>
                    <a:pt x="10" y="24"/>
                  </a:cubicBezTo>
                  <a:cubicBezTo>
                    <a:pt x="18" y="24"/>
                    <a:pt x="18" y="24"/>
                    <a:pt x="18" y="24"/>
                  </a:cubicBezTo>
                  <a:cubicBezTo>
                    <a:pt x="18" y="26"/>
                    <a:pt x="18" y="26"/>
                    <a:pt x="18" y="26"/>
                  </a:cubicBezTo>
                  <a:close/>
                </a:path>
              </a:pathLst>
            </a:custGeom>
            <a:solidFill>
              <a:srgbClr val="E2231A"/>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9" name="Freeform 10"/>
            <p:cNvSpPr>
              <a:spLocks noEditPoints="1"/>
            </p:cNvSpPr>
            <p:nvPr userDrawn="1"/>
          </p:nvSpPr>
          <p:spPr bwMode="auto">
            <a:xfrm>
              <a:off x="7401258" y="798513"/>
              <a:ext cx="54070" cy="50800"/>
            </a:xfrm>
            <a:custGeom>
              <a:avLst/>
              <a:gdLst>
                <a:gd name="T0" fmla="*/ 20 w 34"/>
                <a:gd name="T1" fmla="*/ 0 h 32"/>
                <a:gd name="T2" fmla="*/ 14 w 34"/>
                <a:gd name="T3" fmla="*/ 0 h 32"/>
                <a:gd name="T4" fmla="*/ 0 w 34"/>
                <a:gd name="T5" fmla="*/ 32 h 32"/>
                <a:gd name="T6" fmla="*/ 6 w 34"/>
                <a:gd name="T7" fmla="*/ 32 h 32"/>
                <a:gd name="T8" fmla="*/ 10 w 34"/>
                <a:gd name="T9" fmla="*/ 26 h 32"/>
                <a:gd name="T10" fmla="*/ 26 w 34"/>
                <a:gd name="T11" fmla="*/ 26 h 32"/>
                <a:gd name="T12" fmla="*/ 30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2 w 34"/>
                <a:gd name="T25" fmla="*/ 20 h 32"/>
                <a:gd name="T26" fmla="*/ 18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10" y="26"/>
                  </a:lnTo>
                  <a:lnTo>
                    <a:pt x="26" y="26"/>
                  </a:lnTo>
                  <a:lnTo>
                    <a:pt x="30" y="32"/>
                  </a:lnTo>
                  <a:lnTo>
                    <a:pt x="34" y="32"/>
                  </a:lnTo>
                  <a:lnTo>
                    <a:pt x="20" y="0"/>
                  </a:lnTo>
                  <a:lnTo>
                    <a:pt x="20" y="0"/>
                  </a:lnTo>
                  <a:lnTo>
                    <a:pt x="20" y="0"/>
                  </a:lnTo>
                  <a:close/>
                  <a:moveTo>
                    <a:pt x="24" y="20"/>
                  </a:moveTo>
                  <a:lnTo>
                    <a:pt x="12" y="20"/>
                  </a:lnTo>
                  <a:lnTo>
                    <a:pt x="18" y="6"/>
                  </a:lnTo>
                  <a:lnTo>
                    <a:pt x="24" y="20"/>
                  </a:lnTo>
                  <a:lnTo>
                    <a:pt x="24" y="2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0" name="Freeform 11"/>
            <p:cNvSpPr>
              <a:spLocks/>
            </p:cNvSpPr>
            <p:nvPr userDrawn="1"/>
          </p:nvSpPr>
          <p:spPr bwMode="auto">
            <a:xfrm>
              <a:off x="7458509" y="798513"/>
              <a:ext cx="44528" cy="50800"/>
            </a:xfrm>
            <a:custGeom>
              <a:avLst/>
              <a:gdLst>
                <a:gd name="T0" fmla="*/ 11 w 14"/>
                <a:gd name="T1" fmla="*/ 9 h 16"/>
                <a:gd name="T2" fmla="*/ 7 w 14"/>
                <a:gd name="T3" fmla="*/ 14 h 16"/>
                <a:gd name="T4" fmla="*/ 3 w 14"/>
                <a:gd name="T5" fmla="*/ 9 h 16"/>
                <a:gd name="T6" fmla="*/ 3 w 14"/>
                <a:gd name="T7" fmla="*/ 0 h 16"/>
                <a:gd name="T8" fmla="*/ 0 w 14"/>
                <a:gd name="T9" fmla="*/ 0 h 16"/>
                <a:gd name="T10" fmla="*/ 0 w 14"/>
                <a:gd name="T11" fmla="*/ 9 h 16"/>
                <a:gd name="T12" fmla="*/ 7 w 14"/>
                <a:gd name="T13" fmla="*/ 16 h 16"/>
                <a:gd name="T14" fmla="*/ 14 w 14"/>
                <a:gd name="T15" fmla="*/ 9 h 16"/>
                <a:gd name="T16" fmla="*/ 14 w 14"/>
                <a:gd name="T17" fmla="*/ 0 h 16"/>
                <a:gd name="T18" fmla="*/ 11 w 14"/>
                <a:gd name="T19" fmla="*/ 0 h 16"/>
                <a:gd name="T20" fmla="*/ 11 w 14"/>
                <a:gd name="T21" fmla="*/ 9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4" h="16">
                  <a:moveTo>
                    <a:pt x="11" y="9"/>
                  </a:moveTo>
                  <a:cubicBezTo>
                    <a:pt x="11" y="12"/>
                    <a:pt x="9" y="14"/>
                    <a:pt x="7" y="14"/>
                  </a:cubicBezTo>
                  <a:cubicBezTo>
                    <a:pt x="5" y="14"/>
                    <a:pt x="3" y="12"/>
                    <a:pt x="3" y="9"/>
                  </a:cubicBezTo>
                  <a:cubicBezTo>
                    <a:pt x="3" y="0"/>
                    <a:pt x="3" y="0"/>
                    <a:pt x="3" y="0"/>
                  </a:cubicBezTo>
                  <a:cubicBezTo>
                    <a:pt x="0" y="0"/>
                    <a:pt x="0" y="0"/>
                    <a:pt x="0" y="0"/>
                  </a:cubicBezTo>
                  <a:cubicBezTo>
                    <a:pt x="0" y="9"/>
                    <a:pt x="0" y="9"/>
                    <a:pt x="0" y="9"/>
                  </a:cubicBezTo>
                  <a:cubicBezTo>
                    <a:pt x="0" y="14"/>
                    <a:pt x="4" y="16"/>
                    <a:pt x="7" y="16"/>
                  </a:cubicBezTo>
                  <a:cubicBezTo>
                    <a:pt x="10" y="16"/>
                    <a:pt x="14" y="14"/>
                    <a:pt x="14" y="9"/>
                  </a:cubicBezTo>
                  <a:cubicBezTo>
                    <a:pt x="14" y="0"/>
                    <a:pt x="14" y="0"/>
                    <a:pt x="14" y="0"/>
                  </a:cubicBezTo>
                  <a:cubicBezTo>
                    <a:pt x="11" y="0"/>
                    <a:pt x="11" y="0"/>
                    <a:pt x="11" y="0"/>
                  </a:cubicBezTo>
                  <a:cubicBezTo>
                    <a:pt x="11" y="9"/>
                    <a:pt x="11" y="9"/>
                    <a:pt x="11" y="9"/>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1" name="Freeform 12"/>
            <p:cNvSpPr>
              <a:spLocks/>
            </p:cNvSpPr>
            <p:nvPr userDrawn="1"/>
          </p:nvSpPr>
          <p:spPr bwMode="auto">
            <a:xfrm>
              <a:off x="7512579" y="795338"/>
              <a:ext cx="41348" cy="53975"/>
            </a:xfrm>
            <a:custGeom>
              <a:avLst/>
              <a:gdLst>
                <a:gd name="T0" fmla="*/ 7 w 13"/>
                <a:gd name="T1" fmla="*/ 7 h 17"/>
                <a:gd name="T2" fmla="*/ 3 w 13"/>
                <a:gd name="T3" fmla="*/ 5 h 17"/>
                <a:gd name="T4" fmla="*/ 7 w 13"/>
                <a:gd name="T5" fmla="*/ 3 h 17"/>
                <a:gd name="T6" fmla="*/ 11 w 13"/>
                <a:gd name="T7" fmla="*/ 5 h 17"/>
                <a:gd name="T8" fmla="*/ 11 w 13"/>
                <a:gd name="T9" fmla="*/ 5 h 17"/>
                <a:gd name="T10" fmla="*/ 13 w 13"/>
                <a:gd name="T11" fmla="*/ 4 h 17"/>
                <a:gd name="T12" fmla="*/ 13 w 13"/>
                <a:gd name="T13" fmla="*/ 3 h 17"/>
                <a:gd name="T14" fmla="*/ 7 w 13"/>
                <a:gd name="T15" fmla="*/ 0 h 17"/>
                <a:gd name="T16" fmla="*/ 2 w 13"/>
                <a:gd name="T17" fmla="*/ 2 h 17"/>
                <a:gd name="T18" fmla="*/ 0 w 13"/>
                <a:gd name="T19" fmla="*/ 5 h 17"/>
                <a:gd name="T20" fmla="*/ 7 w 13"/>
                <a:gd name="T21" fmla="*/ 10 h 17"/>
                <a:gd name="T22" fmla="*/ 11 w 13"/>
                <a:gd name="T23" fmla="*/ 12 h 17"/>
                <a:gd name="T24" fmla="*/ 7 w 13"/>
                <a:gd name="T25" fmla="*/ 15 h 17"/>
                <a:gd name="T26" fmla="*/ 2 w 13"/>
                <a:gd name="T27" fmla="*/ 12 h 17"/>
                <a:gd name="T28" fmla="*/ 2 w 13"/>
                <a:gd name="T29" fmla="*/ 12 h 17"/>
                <a:gd name="T30" fmla="*/ 0 w 13"/>
                <a:gd name="T31" fmla="*/ 13 h 17"/>
                <a:gd name="T32" fmla="*/ 0 w 13"/>
                <a:gd name="T33" fmla="*/ 14 h 17"/>
                <a:gd name="T34" fmla="*/ 7 w 13"/>
                <a:gd name="T35" fmla="*/ 17 h 17"/>
                <a:gd name="T36" fmla="*/ 13 w 13"/>
                <a:gd name="T37" fmla="*/ 12 h 17"/>
                <a:gd name="T38" fmla="*/ 7 w 13"/>
                <a:gd name="T39" fmla="*/ 7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3" h="17">
                  <a:moveTo>
                    <a:pt x="7" y="7"/>
                  </a:moveTo>
                  <a:cubicBezTo>
                    <a:pt x="5" y="7"/>
                    <a:pt x="3" y="6"/>
                    <a:pt x="3" y="5"/>
                  </a:cubicBezTo>
                  <a:cubicBezTo>
                    <a:pt x="3" y="4"/>
                    <a:pt x="5" y="3"/>
                    <a:pt x="7" y="3"/>
                  </a:cubicBezTo>
                  <a:cubicBezTo>
                    <a:pt x="9" y="3"/>
                    <a:pt x="10" y="3"/>
                    <a:pt x="11" y="5"/>
                  </a:cubicBezTo>
                  <a:cubicBezTo>
                    <a:pt x="11" y="5"/>
                    <a:pt x="11" y="5"/>
                    <a:pt x="11" y="5"/>
                  </a:cubicBezTo>
                  <a:cubicBezTo>
                    <a:pt x="13" y="4"/>
                    <a:pt x="13" y="4"/>
                    <a:pt x="13" y="4"/>
                  </a:cubicBezTo>
                  <a:cubicBezTo>
                    <a:pt x="13" y="3"/>
                    <a:pt x="13" y="3"/>
                    <a:pt x="13" y="3"/>
                  </a:cubicBezTo>
                  <a:cubicBezTo>
                    <a:pt x="12" y="1"/>
                    <a:pt x="10" y="0"/>
                    <a:pt x="7" y="0"/>
                  </a:cubicBezTo>
                  <a:cubicBezTo>
                    <a:pt x="5" y="0"/>
                    <a:pt x="3" y="1"/>
                    <a:pt x="2" y="2"/>
                  </a:cubicBezTo>
                  <a:cubicBezTo>
                    <a:pt x="1" y="3"/>
                    <a:pt x="0" y="4"/>
                    <a:pt x="0" y="5"/>
                  </a:cubicBezTo>
                  <a:cubicBezTo>
                    <a:pt x="0" y="9"/>
                    <a:pt x="4" y="9"/>
                    <a:pt x="7" y="10"/>
                  </a:cubicBezTo>
                  <a:cubicBezTo>
                    <a:pt x="9" y="10"/>
                    <a:pt x="11" y="11"/>
                    <a:pt x="11" y="12"/>
                  </a:cubicBezTo>
                  <a:cubicBezTo>
                    <a:pt x="11" y="15"/>
                    <a:pt x="8" y="15"/>
                    <a:pt x="7" y="15"/>
                  </a:cubicBezTo>
                  <a:cubicBezTo>
                    <a:pt x="5" y="15"/>
                    <a:pt x="3" y="14"/>
                    <a:pt x="2" y="12"/>
                  </a:cubicBezTo>
                  <a:cubicBezTo>
                    <a:pt x="2" y="12"/>
                    <a:pt x="2" y="12"/>
                    <a:pt x="2" y="12"/>
                  </a:cubicBezTo>
                  <a:cubicBezTo>
                    <a:pt x="0" y="13"/>
                    <a:pt x="0" y="13"/>
                    <a:pt x="0" y="13"/>
                  </a:cubicBezTo>
                  <a:cubicBezTo>
                    <a:pt x="0" y="14"/>
                    <a:pt x="0" y="14"/>
                    <a:pt x="0" y="14"/>
                  </a:cubicBezTo>
                  <a:cubicBezTo>
                    <a:pt x="1" y="16"/>
                    <a:pt x="3" y="17"/>
                    <a:pt x="7" y="17"/>
                  </a:cubicBezTo>
                  <a:cubicBezTo>
                    <a:pt x="10" y="17"/>
                    <a:pt x="13" y="16"/>
                    <a:pt x="13" y="12"/>
                  </a:cubicBezTo>
                  <a:cubicBezTo>
                    <a:pt x="13" y="9"/>
                    <a:pt x="10" y="8"/>
                    <a:pt x="7" y="7"/>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2" name="Freeform 13"/>
            <p:cNvSpPr>
              <a:spLocks/>
            </p:cNvSpPr>
            <p:nvPr userDrawn="1"/>
          </p:nvSpPr>
          <p:spPr bwMode="auto">
            <a:xfrm>
              <a:off x="7560288" y="798513"/>
              <a:ext cx="41348" cy="50800"/>
            </a:xfrm>
            <a:custGeom>
              <a:avLst/>
              <a:gdLst>
                <a:gd name="T0" fmla="*/ 0 w 26"/>
                <a:gd name="T1" fmla="*/ 4 h 32"/>
                <a:gd name="T2" fmla="*/ 10 w 26"/>
                <a:gd name="T3" fmla="*/ 4 h 32"/>
                <a:gd name="T4" fmla="*/ 10 w 26"/>
                <a:gd name="T5" fmla="*/ 32 h 32"/>
                <a:gd name="T6" fmla="*/ 16 w 26"/>
                <a:gd name="T7" fmla="*/ 32 h 32"/>
                <a:gd name="T8" fmla="*/ 16 w 26"/>
                <a:gd name="T9" fmla="*/ 4 h 32"/>
                <a:gd name="T10" fmla="*/ 26 w 26"/>
                <a:gd name="T11" fmla="*/ 4 h 32"/>
                <a:gd name="T12" fmla="*/ 26 w 26"/>
                <a:gd name="T13" fmla="*/ 0 h 32"/>
                <a:gd name="T14" fmla="*/ 0 w 26"/>
                <a:gd name="T15" fmla="*/ 0 h 32"/>
                <a:gd name="T16" fmla="*/ 0 w 26"/>
                <a:gd name="T17" fmla="*/ 4 h 32"/>
                <a:gd name="T18" fmla="*/ 0 w 26"/>
                <a:gd name="T19" fmla="*/ 4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6" h="32">
                  <a:moveTo>
                    <a:pt x="0" y="4"/>
                  </a:moveTo>
                  <a:lnTo>
                    <a:pt x="10" y="4"/>
                  </a:lnTo>
                  <a:lnTo>
                    <a:pt x="10" y="32"/>
                  </a:lnTo>
                  <a:lnTo>
                    <a:pt x="16" y="32"/>
                  </a:lnTo>
                  <a:lnTo>
                    <a:pt x="16" y="4"/>
                  </a:lnTo>
                  <a:lnTo>
                    <a:pt x="26" y="4"/>
                  </a:lnTo>
                  <a:lnTo>
                    <a:pt x="26" y="0"/>
                  </a:lnTo>
                  <a:lnTo>
                    <a:pt x="0" y="0"/>
                  </a:lnTo>
                  <a:lnTo>
                    <a:pt x="0" y="4"/>
                  </a:lnTo>
                  <a:lnTo>
                    <a:pt x="0" y="4"/>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3" name="Freeform 14"/>
            <p:cNvSpPr>
              <a:spLocks noEditPoints="1"/>
            </p:cNvSpPr>
            <p:nvPr userDrawn="1"/>
          </p:nvSpPr>
          <p:spPr bwMode="auto">
            <a:xfrm>
              <a:off x="7611177" y="798513"/>
              <a:ext cx="44528" cy="50800"/>
            </a:xfrm>
            <a:custGeom>
              <a:avLst/>
              <a:gdLst>
                <a:gd name="T0" fmla="*/ 13 w 14"/>
                <a:gd name="T1" fmla="*/ 5 h 16"/>
                <a:gd name="T2" fmla="*/ 7 w 14"/>
                <a:gd name="T3" fmla="*/ 0 h 16"/>
                <a:gd name="T4" fmla="*/ 0 w 14"/>
                <a:gd name="T5" fmla="*/ 0 h 16"/>
                <a:gd name="T6" fmla="*/ 0 w 14"/>
                <a:gd name="T7" fmla="*/ 16 h 16"/>
                <a:gd name="T8" fmla="*/ 2 w 14"/>
                <a:gd name="T9" fmla="*/ 16 h 16"/>
                <a:gd name="T10" fmla="*/ 2 w 14"/>
                <a:gd name="T11" fmla="*/ 10 h 16"/>
                <a:gd name="T12" fmla="*/ 6 w 14"/>
                <a:gd name="T13" fmla="*/ 10 h 16"/>
                <a:gd name="T14" fmla="*/ 10 w 14"/>
                <a:gd name="T15" fmla="*/ 16 h 16"/>
                <a:gd name="T16" fmla="*/ 14 w 14"/>
                <a:gd name="T17" fmla="*/ 16 h 16"/>
                <a:gd name="T18" fmla="*/ 8 w 14"/>
                <a:gd name="T19" fmla="*/ 10 h 16"/>
                <a:gd name="T20" fmla="*/ 13 w 14"/>
                <a:gd name="T21" fmla="*/ 5 h 16"/>
                <a:gd name="T22" fmla="*/ 2 w 14"/>
                <a:gd name="T23" fmla="*/ 2 h 16"/>
                <a:gd name="T24" fmla="*/ 7 w 14"/>
                <a:gd name="T25" fmla="*/ 2 h 16"/>
                <a:gd name="T26" fmla="*/ 10 w 14"/>
                <a:gd name="T27" fmla="*/ 5 h 16"/>
                <a:gd name="T28" fmla="*/ 7 w 14"/>
                <a:gd name="T29" fmla="*/ 8 h 16"/>
                <a:gd name="T30" fmla="*/ 2 w 14"/>
                <a:gd name="T31" fmla="*/ 8 h 16"/>
                <a:gd name="T32" fmla="*/ 2 w 14"/>
                <a:gd name="T33" fmla="*/ 2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4" h="16">
                  <a:moveTo>
                    <a:pt x="13" y="5"/>
                  </a:moveTo>
                  <a:cubicBezTo>
                    <a:pt x="13" y="2"/>
                    <a:pt x="11" y="0"/>
                    <a:pt x="7" y="0"/>
                  </a:cubicBezTo>
                  <a:cubicBezTo>
                    <a:pt x="0" y="0"/>
                    <a:pt x="0" y="0"/>
                    <a:pt x="0" y="0"/>
                  </a:cubicBezTo>
                  <a:cubicBezTo>
                    <a:pt x="0" y="16"/>
                    <a:pt x="0" y="16"/>
                    <a:pt x="0" y="16"/>
                  </a:cubicBezTo>
                  <a:cubicBezTo>
                    <a:pt x="2" y="16"/>
                    <a:pt x="2" y="16"/>
                    <a:pt x="2" y="16"/>
                  </a:cubicBezTo>
                  <a:cubicBezTo>
                    <a:pt x="2" y="10"/>
                    <a:pt x="2" y="10"/>
                    <a:pt x="2" y="10"/>
                  </a:cubicBezTo>
                  <a:cubicBezTo>
                    <a:pt x="6" y="10"/>
                    <a:pt x="6" y="10"/>
                    <a:pt x="6" y="10"/>
                  </a:cubicBezTo>
                  <a:cubicBezTo>
                    <a:pt x="10" y="16"/>
                    <a:pt x="10" y="16"/>
                    <a:pt x="10" y="16"/>
                  </a:cubicBezTo>
                  <a:cubicBezTo>
                    <a:pt x="14" y="16"/>
                    <a:pt x="14" y="16"/>
                    <a:pt x="14" y="16"/>
                  </a:cubicBezTo>
                  <a:cubicBezTo>
                    <a:pt x="8" y="10"/>
                    <a:pt x="8" y="10"/>
                    <a:pt x="8" y="10"/>
                  </a:cubicBezTo>
                  <a:cubicBezTo>
                    <a:pt x="11" y="10"/>
                    <a:pt x="13" y="8"/>
                    <a:pt x="13" y="5"/>
                  </a:cubicBezTo>
                  <a:close/>
                  <a:moveTo>
                    <a:pt x="2" y="2"/>
                  </a:moveTo>
                  <a:cubicBezTo>
                    <a:pt x="7" y="2"/>
                    <a:pt x="7" y="2"/>
                    <a:pt x="7" y="2"/>
                  </a:cubicBezTo>
                  <a:cubicBezTo>
                    <a:pt x="9" y="2"/>
                    <a:pt x="10" y="4"/>
                    <a:pt x="10" y="5"/>
                  </a:cubicBezTo>
                  <a:cubicBezTo>
                    <a:pt x="10" y="6"/>
                    <a:pt x="9" y="8"/>
                    <a:pt x="7" y="8"/>
                  </a:cubicBezTo>
                  <a:cubicBezTo>
                    <a:pt x="2" y="8"/>
                    <a:pt x="2" y="8"/>
                    <a:pt x="2" y="8"/>
                  </a:cubicBezTo>
                  <a:cubicBezTo>
                    <a:pt x="2" y="2"/>
                    <a:pt x="2" y="2"/>
                    <a:pt x="2" y="2"/>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4" name="Freeform 15"/>
            <p:cNvSpPr>
              <a:spLocks noEditPoints="1"/>
            </p:cNvSpPr>
            <p:nvPr userDrawn="1"/>
          </p:nvSpPr>
          <p:spPr bwMode="auto">
            <a:xfrm>
              <a:off x="7658886" y="798513"/>
              <a:ext cx="54070" cy="50800"/>
            </a:xfrm>
            <a:custGeom>
              <a:avLst/>
              <a:gdLst>
                <a:gd name="T0" fmla="*/ 18 w 34"/>
                <a:gd name="T1" fmla="*/ 0 h 32"/>
                <a:gd name="T2" fmla="*/ 14 w 34"/>
                <a:gd name="T3" fmla="*/ 0 h 32"/>
                <a:gd name="T4" fmla="*/ 0 w 34"/>
                <a:gd name="T5" fmla="*/ 32 h 32"/>
                <a:gd name="T6" fmla="*/ 4 w 34"/>
                <a:gd name="T7" fmla="*/ 32 h 32"/>
                <a:gd name="T8" fmla="*/ 8 w 34"/>
                <a:gd name="T9" fmla="*/ 26 h 32"/>
                <a:gd name="T10" fmla="*/ 24 w 34"/>
                <a:gd name="T11" fmla="*/ 26 h 32"/>
                <a:gd name="T12" fmla="*/ 28 w 34"/>
                <a:gd name="T13" fmla="*/ 32 h 32"/>
                <a:gd name="T14" fmla="*/ 34 w 34"/>
                <a:gd name="T15" fmla="*/ 32 h 32"/>
                <a:gd name="T16" fmla="*/ 20 w 34"/>
                <a:gd name="T17" fmla="*/ 0 h 32"/>
                <a:gd name="T18" fmla="*/ 18 w 34"/>
                <a:gd name="T19" fmla="*/ 0 h 32"/>
                <a:gd name="T20" fmla="*/ 18 w 34"/>
                <a:gd name="T21" fmla="*/ 0 h 32"/>
                <a:gd name="T22" fmla="*/ 22 w 34"/>
                <a:gd name="T23" fmla="*/ 20 h 32"/>
                <a:gd name="T24" fmla="*/ 10 w 34"/>
                <a:gd name="T25" fmla="*/ 20 h 32"/>
                <a:gd name="T26" fmla="*/ 16 w 34"/>
                <a:gd name="T27" fmla="*/ 6 h 32"/>
                <a:gd name="T28" fmla="*/ 22 w 34"/>
                <a:gd name="T29" fmla="*/ 20 h 32"/>
                <a:gd name="T30" fmla="*/ 22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18" y="0"/>
                  </a:moveTo>
                  <a:lnTo>
                    <a:pt x="14" y="0"/>
                  </a:lnTo>
                  <a:lnTo>
                    <a:pt x="0" y="32"/>
                  </a:lnTo>
                  <a:lnTo>
                    <a:pt x="4" y="32"/>
                  </a:lnTo>
                  <a:lnTo>
                    <a:pt x="8" y="26"/>
                  </a:lnTo>
                  <a:lnTo>
                    <a:pt x="24" y="26"/>
                  </a:lnTo>
                  <a:lnTo>
                    <a:pt x="28" y="32"/>
                  </a:lnTo>
                  <a:lnTo>
                    <a:pt x="34" y="32"/>
                  </a:lnTo>
                  <a:lnTo>
                    <a:pt x="20" y="0"/>
                  </a:lnTo>
                  <a:lnTo>
                    <a:pt x="18" y="0"/>
                  </a:lnTo>
                  <a:lnTo>
                    <a:pt x="18" y="0"/>
                  </a:lnTo>
                  <a:close/>
                  <a:moveTo>
                    <a:pt x="22" y="20"/>
                  </a:moveTo>
                  <a:lnTo>
                    <a:pt x="10" y="20"/>
                  </a:lnTo>
                  <a:lnTo>
                    <a:pt x="16" y="6"/>
                  </a:lnTo>
                  <a:lnTo>
                    <a:pt x="22" y="20"/>
                  </a:lnTo>
                  <a:lnTo>
                    <a:pt x="22" y="2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2" name="Freeform 16"/>
            <p:cNvSpPr>
              <a:spLocks/>
            </p:cNvSpPr>
            <p:nvPr userDrawn="1"/>
          </p:nvSpPr>
          <p:spPr bwMode="auto">
            <a:xfrm>
              <a:off x="7719318" y="798513"/>
              <a:ext cx="34987" cy="50800"/>
            </a:xfrm>
            <a:custGeom>
              <a:avLst/>
              <a:gdLst>
                <a:gd name="T0" fmla="*/ 6 w 22"/>
                <a:gd name="T1" fmla="*/ 0 h 32"/>
                <a:gd name="T2" fmla="*/ 0 w 22"/>
                <a:gd name="T3" fmla="*/ 0 h 32"/>
                <a:gd name="T4" fmla="*/ 0 w 22"/>
                <a:gd name="T5" fmla="*/ 32 h 32"/>
                <a:gd name="T6" fmla="*/ 22 w 22"/>
                <a:gd name="T7" fmla="*/ 32 h 32"/>
                <a:gd name="T8" fmla="*/ 22 w 22"/>
                <a:gd name="T9" fmla="*/ 28 h 32"/>
                <a:gd name="T10" fmla="*/ 6 w 22"/>
                <a:gd name="T11" fmla="*/ 28 h 32"/>
                <a:gd name="T12" fmla="*/ 6 w 22"/>
                <a:gd name="T13" fmla="*/ 0 h 32"/>
                <a:gd name="T14" fmla="*/ 6 w 22"/>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 h="32">
                  <a:moveTo>
                    <a:pt x="6" y="0"/>
                  </a:moveTo>
                  <a:lnTo>
                    <a:pt x="0" y="0"/>
                  </a:lnTo>
                  <a:lnTo>
                    <a:pt x="0" y="32"/>
                  </a:lnTo>
                  <a:lnTo>
                    <a:pt x="22" y="32"/>
                  </a:lnTo>
                  <a:lnTo>
                    <a:pt x="22" y="28"/>
                  </a:lnTo>
                  <a:lnTo>
                    <a:pt x="6" y="28"/>
                  </a:lnTo>
                  <a:lnTo>
                    <a:pt x="6" y="0"/>
                  </a:lnTo>
                  <a:lnTo>
                    <a:pt x="6" y="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3" name="Freeform 17"/>
            <p:cNvSpPr>
              <a:spLocks/>
            </p:cNvSpPr>
            <p:nvPr userDrawn="1"/>
          </p:nvSpPr>
          <p:spPr bwMode="auto">
            <a:xfrm>
              <a:off x="7763846" y="798513"/>
              <a:ext cx="6361" cy="50800"/>
            </a:xfrm>
            <a:custGeom>
              <a:avLst/>
              <a:gdLst>
                <a:gd name="T0" fmla="*/ 0 w 4"/>
                <a:gd name="T1" fmla="*/ 32 h 32"/>
                <a:gd name="T2" fmla="*/ 4 w 4"/>
                <a:gd name="T3" fmla="*/ 32 h 32"/>
                <a:gd name="T4" fmla="*/ 4 w 4"/>
                <a:gd name="T5" fmla="*/ 0 h 32"/>
                <a:gd name="T6" fmla="*/ 0 w 4"/>
                <a:gd name="T7" fmla="*/ 0 h 32"/>
                <a:gd name="T8" fmla="*/ 0 w 4"/>
                <a:gd name="T9" fmla="*/ 32 h 32"/>
                <a:gd name="T10" fmla="*/ 0 w 4"/>
                <a:gd name="T11" fmla="*/ 32 h 32"/>
              </a:gdLst>
              <a:ahLst/>
              <a:cxnLst>
                <a:cxn ang="0">
                  <a:pos x="T0" y="T1"/>
                </a:cxn>
                <a:cxn ang="0">
                  <a:pos x="T2" y="T3"/>
                </a:cxn>
                <a:cxn ang="0">
                  <a:pos x="T4" y="T5"/>
                </a:cxn>
                <a:cxn ang="0">
                  <a:pos x="T6" y="T7"/>
                </a:cxn>
                <a:cxn ang="0">
                  <a:pos x="T8" y="T9"/>
                </a:cxn>
                <a:cxn ang="0">
                  <a:pos x="T10" y="T11"/>
                </a:cxn>
              </a:cxnLst>
              <a:rect l="0" t="0" r="r" b="b"/>
              <a:pathLst>
                <a:path w="4" h="32">
                  <a:moveTo>
                    <a:pt x="0" y="32"/>
                  </a:moveTo>
                  <a:lnTo>
                    <a:pt x="4" y="32"/>
                  </a:lnTo>
                  <a:lnTo>
                    <a:pt x="4" y="0"/>
                  </a:lnTo>
                  <a:lnTo>
                    <a:pt x="0" y="0"/>
                  </a:lnTo>
                  <a:lnTo>
                    <a:pt x="0" y="32"/>
                  </a:lnTo>
                  <a:lnTo>
                    <a:pt x="0" y="32"/>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4" name="Freeform 18"/>
            <p:cNvSpPr>
              <a:spLocks noEditPoints="1"/>
            </p:cNvSpPr>
            <p:nvPr userDrawn="1"/>
          </p:nvSpPr>
          <p:spPr bwMode="auto">
            <a:xfrm>
              <a:off x="7779749" y="798513"/>
              <a:ext cx="52480" cy="50800"/>
            </a:xfrm>
            <a:custGeom>
              <a:avLst/>
              <a:gdLst>
                <a:gd name="T0" fmla="*/ 19 w 33"/>
                <a:gd name="T1" fmla="*/ 0 h 32"/>
                <a:gd name="T2" fmla="*/ 13 w 33"/>
                <a:gd name="T3" fmla="*/ 0 h 32"/>
                <a:gd name="T4" fmla="*/ 0 w 33"/>
                <a:gd name="T5" fmla="*/ 32 h 32"/>
                <a:gd name="T6" fmla="*/ 6 w 33"/>
                <a:gd name="T7" fmla="*/ 32 h 32"/>
                <a:gd name="T8" fmla="*/ 7 w 33"/>
                <a:gd name="T9" fmla="*/ 26 h 32"/>
                <a:gd name="T10" fmla="*/ 25 w 33"/>
                <a:gd name="T11" fmla="*/ 26 h 32"/>
                <a:gd name="T12" fmla="*/ 27 w 33"/>
                <a:gd name="T13" fmla="*/ 32 h 32"/>
                <a:gd name="T14" fmla="*/ 33 w 33"/>
                <a:gd name="T15" fmla="*/ 32 h 32"/>
                <a:gd name="T16" fmla="*/ 19 w 33"/>
                <a:gd name="T17" fmla="*/ 0 h 32"/>
                <a:gd name="T18" fmla="*/ 19 w 33"/>
                <a:gd name="T19" fmla="*/ 0 h 32"/>
                <a:gd name="T20" fmla="*/ 19 w 33"/>
                <a:gd name="T21" fmla="*/ 0 h 32"/>
                <a:gd name="T22" fmla="*/ 23 w 33"/>
                <a:gd name="T23" fmla="*/ 20 h 32"/>
                <a:gd name="T24" fmla="*/ 9 w 33"/>
                <a:gd name="T25" fmla="*/ 20 h 32"/>
                <a:gd name="T26" fmla="*/ 17 w 33"/>
                <a:gd name="T27" fmla="*/ 6 h 32"/>
                <a:gd name="T28" fmla="*/ 23 w 33"/>
                <a:gd name="T29" fmla="*/ 20 h 32"/>
                <a:gd name="T30" fmla="*/ 23 w 33"/>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3" h="32">
                  <a:moveTo>
                    <a:pt x="19" y="0"/>
                  </a:moveTo>
                  <a:lnTo>
                    <a:pt x="13" y="0"/>
                  </a:lnTo>
                  <a:lnTo>
                    <a:pt x="0" y="32"/>
                  </a:lnTo>
                  <a:lnTo>
                    <a:pt x="6" y="32"/>
                  </a:lnTo>
                  <a:lnTo>
                    <a:pt x="7" y="26"/>
                  </a:lnTo>
                  <a:lnTo>
                    <a:pt x="25" y="26"/>
                  </a:lnTo>
                  <a:lnTo>
                    <a:pt x="27" y="32"/>
                  </a:lnTo>
                  <a:lnTo>
                    <a:pt x="33" y="32"/>
                  </a:lnTo>
                  <a:lnTo>
                    <a:pt x="19" y="0"/>
                  </a:lnTo>
                  <a:lnTo>
                    <a:pt x="19" y="0"/>
                  </a:lnTo>
                  <a:lnTo>
                    <a:pt x="19" y="0"/>
                  </a:lnTo>
                  <a:close/>
                  <a:moveTo>
                    <a:pt x="23" y="20"/>
                  </a:moveTo>
                  <a:lnTo>
                    <a:pt x="9" y="20"/>
                  </a:lnTo>
                  <a:lnTo>
                    <a:pt x="17" y="6"/>
                  </a:lnTo>
                  <a:lnTo>
                    <a:pt x="23" y="20"/>
                  </a:lnTo>
                  <a:lnTo>
                    <a:pt x="23" y="2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5" name="Freeform 19"/>
            <p:cNvSpPr>
              <a:spLocks/>
            </p:cNvSpPr>
            <p:nvPr userDrawn="1"/>
          </p:nvSpPr>
          <p:spPr bwMode="auto">
            <a:xfrm>
              <a:off x="7841771" y="798513"/>
              <a:ext cx="41348" cy="50800"/>
            </a:xfrm>
            <a:custGeom>
              <a:avLst/>
              <a:gdLst>
                <a:gd name="T0" fmla="*/ 22 w 26"/>
                <a:gd name="T1" fmla="*/ 22 h 32"/>
                <a:gd name="T2" fmla="*/ 2 w 26"/>
                <a:gd name="T3" fmla="*/ 0 h 32"/>
                <a:gd name="T4" fmla="*/ 0 w 26"/>
                <a:gd name="T5" fmla="*/ 0 h 32"/>
                <a:gd name="T6" fmla="*/ 0 w 26"/>
                <a:gd name="T7" fmla="*/ 32 h 32"/>
                <a:gd name="T8" fmla="*/ 4 w 26"/>
                <a:gd name="T9" fmla="*/ 32 h 32"/>
                <a:gd name="T10" fmla="*/ 4 w 26"/>
                <a:gd name="T11" fmla="*/ 10 h 32"/>
                <a:gd name="T12" fmla="*/ 22 w 26"/>
                <a:gd name="T13" fmla="*/ 32 h 32"/>
                <a:gd name="T14" fmla="*/ 26 w 26"/>
                <a:gd name="T15" fmla="*/ 32 h 32"/>
                <a:gd name="T16" fmla="*/ 26 w 26"/>
                <a:gd name="T17" fmla="*/ 0 h 32"/>
                <a:gd name="T18" fmla="*/ 22 w 26"/>
                <a:gd name="T19" fmla="*/ 0 h 32"/>
                <a:gd name="T20" fmla="*/ 22 w 26"/>
                <a:gd name="T21" fmla="*/ 22 h 32"/>
                <a:gd name="T22" fmla="*/ 22 w 26"/>
                <a:gd name="T23" fmla="*/ 2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6" h="32">
                  <a:moveTo>
                    <a:pt x="22" y="22"/>
                  </a:moveTo>
                  <a:lnTo>
                    <a:pt x="2" y="0"/>
                  </a:lnTo>
                  <a:lnTo>
                    <a:pt x="0" y="0"/>
                  </a:lnTo>
                  <a:lnTo>
                    <a:pt x="0" y="32"/>
                  </a:lnTo>
                  <a:lnTo>
                    <a:pt x="4" y="32"/>
                  </a:lnTo>
                  <a:lnTo>
                    <a:pt x="4" y="10"/>
                  </a:lnTo>
                  <a:lnTo>
                    <a:pt x="22" y="32"/>
                  </a:lnTo>
                  <a:lnTo>
                    <a:pt x="26" y="32"/>
                  </a:lnTo>
                  <a:lnTo>
                    <a:pt x="26" y="0"/>
                  </a:lnTo>
                  <a:lnTo>
                    <a:pt x="22" y="0"/>
                  </a:lnTo>
                  <a:lnTo>
                    <a:pt x="22" y="22"/>
                  </a:lnTo>
                  <a:lnTo>
                    <a:pt x="22" y="22"/>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6" name="Freeform 20"/>
            <p:cNvSpPr>
              <a:spLocks/>
            </p:cNvSpPr>
            <p:nvPr userDrawn="1"/>
          </p:nvSpPr>
          <p:spPr bwMode="auto">
            <a:xfrm>
              <a:off x="7921286" y="795338"/>
              <a:ext cx="47709" cy="53975"/>
            </a:xfrm>
            <a:custGeom>
              <a:avLst/>
              <a:gdLst>
                <a:gd name="T0" fmla="*/ 13 w 15"/>
                <a:gd name="T1" fmla="*/ 13 h 17"/>
                <a:gd name="T2" fmla="*/ 9 w 15"/>
                <a:gd name="T3" fmla="*/ 15 h 17"/>
                <a:gd name="T4" fmla="*/ 3 w 15"/>
                <a:gd name="T5" fmla="*/ 9 h 17"/>
                <a:gd name="T6" fmla="*/ 9 w 15"/>
                <a:gd name="T7" fmla="*/ 3 h 17"/>
                <a:gd name="T8" fmla="*/ 13 w 15"/>
                <a:gd name="T9" fmla="*/ 5 h 17"/>
                <a:gd name="T10" fmla="*/ 13 w 15"/>
                <a:gd name="T11" fmla="*/ 5 h 17"/>
                <a:gd name="T12" fmla="*/ 15 w 15"/>
                <a:gd name="T13" fmla="*/ 3 h 17"/>
                <a:gd name="T14" fmla="*/ 15 w 15"/>
                <a:gd name="T15" fmla="*/ 3 h 17"/>
                <a:gd name="T16" fmla="*/ 9 w 15"/>
                <a:gd name="T17" fmla="*/ 0 h 17"/>
                <a:gd name="T18" fmla="*/ 2 w 15"/>
                <a:gd name="T19" fmla="*/ 3 h 17"/>
                <a:gd name="T20" fmla="*/ 0 w 15"/>
                <a:gd name="T21" fmla="*/ 9 h 17"/>
                <a:gd name="T22" fmla="*/ 9 w 15"/>
                <a:gd name="T23" fmla="*/ 17 h 17"/>
                <a:gd name="T24" fmla="*/ 15 w 15"/>
                <a:gd name="T25" fmla="*/ 15 h 17"/>
                <a:gd name="T26" fmla="*/ 15 w 15"/>
                <a:gd name="T27" fmla="*/ 15 h 17"/>
                <a:gd name="T28" fmla="*/ 13 w 15"/>
                <a:gd name="T29" fmla="*/ 13 h 17"/>
                <a:gd name="T30" fmla="*/ 13 w 15"/>
                <a:gd name="T31" fmla="*/ 13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5" h="17">
                  <a:moveTo>
                    <a:pt x="13" y="13"/>
                  </a:moveTo>
                  <a:cubicBezTo>
                    <a:pt x="12" y="14"/>
                    <a:pt x="10" y="15"/>
                    <a:pt x="9" y="15"/>
                  </a:cubicBezTo>
                  <a:cubicBezTo>
                    <a:pt x="4" y="15"/>
                    <a:pt x="3" y="12"/>
                    <a:pt x="3" y="9"/>
                  </a:cubicBezTo>
                  <a:cubicBezTo>
                    <a:pt x="3" y="6"/>
                    <a:pt x="4" y="3"/>
                    <a:pt x="9" y="3"/>
                  </a:cubicBezTo>
                  <a:cubicBezTo>
                    <a:pt x="10" y="3"/>
                    <a:pt x="12" y="3"/>
                    <a:pt x="13" y="5"/>
                  </a:cubicBezTo>
                  <a:cubicBezTo>
                    <a:pt x="13" y="5"/>
                    <a:pt x="13" y="5"/>
                    <a:pt x="13" y="5"/>
                  </a:cubicBezTo>
                  <a:cubicBezTo>
                    <a:pt x="15" y="3"/>
                    <a:pt x="15" y="3"/>
                    <a:pt x="15" y="3"/>
                  </a:cubicBezTo>
                  <a:cubicBezTo>
                    <a:pt x="15" y="3"/>
                    <a:pt x="15" y="3"/>
                    <a:pt x="15" y="3"/>
                  </a:cubicBezTo>
                  <a:cubicBezTo>
                    <a:pt x="13" y="1"/>
                    <a:pt x="11" y="0"/>
                    <a:pt x="9" y="0"/>
                  </a:cubicBezTo>
                  <a:cubicBezTo>
                    <a:pt x="6" y="0"/>
                    <a:pt x="4" y="1"/>
                    <a:pt x="2" y="3"/>
                  </a:cubicBezTo>
                  <a:cubicBezTo>
                    <a:pt x="1" y="4"/>
                    <a:pt x="0" y="7"/>
                    <a:pt x="0" y="9"/>
                  </a:cubicBezTo>
                  <a:cubicBezTo>
                    <a:pt x="0" y="13"/>
                    <a:pt x="3" y="17"/>
                    <a:pt x="9" y="17"/>
                  </a:cubicBezTo>
                  <a:cubicBezTo>
                    <a:pt x="11" y="17"/>
                    <a:pt x="13" y="16"/>
                    <a:pt x="15" y="15"/>
                  </a:cubicBezTo>
                  <a:cubicBezTo>
                    <a:pt x="15" y="15"/>
                    <a:pt x="15" y="15"/>
                    <a:pt x="15" y="15"/>
                  </a:cubicBezTo>
                  <a:cubicBezTo>
                    <a:pt x="13" y="13"/>
                    <a:pt x="13" y="13"/>
                    <a:pt x="13" y="13"/>
                  </a:cubicBezTo>
                  <a:cubicBezTo>
                    <a:pt x="13" y="13"/>
                    <a:pt x="13" y="13"/>
                    <a:pt x="13" y="13"/>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7" name="Freeform 21"/>
            <p:cNvSpPr>
              <a:spLocks noEditPoints="1"/>
            </p:cNvSpPr>
            <p:nvPr userDrawn="1"/>
          </p:nvSpPr>
          <p:spPr bwMode="auto">
            <a:xfrm>
              <a:off x="7972176" y="798513"/>
              <a:ext cx="54070" cy="50800"/>
            </a:xfrm>
            <a:custGeom>
              <a:avLst/>
              <a:gdLst>
                <a:gd name="T0" fmla="*/ 20 w 34"/>
                <a:gd name="T1" fmla="*/ 0 h 32"/>
                <a:gd name="T2" fmla="*/ 14 w 34"/>
                <a:gd name="T3" fmla="*/ 0 h 32"/>
                <a:gd name="T4" fmla="*/ 0 w 34"/>
                <a:gd name="T5" fmla="*/ 32 h 32"/>
                <a:gd name="T6" fmla="*/ 6 w 34"/>
                <a:gd name="T7" fmla="*/ 32 h 32"/>
                <a:gd name="T8" fmla="*/ 8 w 34"/>
                <a:gd name="T9" fmla="*/ 26 h 32"/>
                <a:gd name="T10" fmla="*/ 26 w 34"/>
                <a:gd name="T11" fmla="*/ 26 h 32"/>
                <a:gd name="T12" fmla="*/ 28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0 w 34"/>
                <a:gd name="T25" fmla="*/ 20 h 32"/>
                <a:gd name="T26" fmla="*/ 16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8" y="26"/>
                  </a:lnTo>
                  <a:lnTo>
                    <a:pt x="26" y="26"/>
                  </a:lnTo>
                  <a:lnTo>
                    <a:pt x="28" y="32"/>
                  </a:lnTo>
                  <a:lnTo>
                    <a:pt x="34" y="32"/>
                  </a:lnTo>
                  <a:lnTo>
                    <a:pt x="20" y="0"/>
                  </a:lnTo>
                  <a:lnTo>
                    <a:pt x="20" y="0"/>
                  </a:lnTo>
                  <a:lnTo>
                    <a:pt x="20" y="0"/>
                  </a:lnTo>
                  <a:close/>
                  <a:moveTo>
                    <a:pt x="24" y="20"/>
                  </a:moveTo>
                  <a:lnTo>
                    <a:pt x="10" y="20"/>
                  </a:lnTo>
                  <a:lnTo>
                    <a:pt x="16" y="6"/>
                  </a:lnTo>
                  <a:lnTo>
                    <a:pt x="24" y="20"/>
                  </a:lnTo>
                  <a:lnTo>
                    <a:pt x="24" y="2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8" name="Freeform 22"/>
            <p:cNvSpPr>
              <a:spLocks/>
            </p:cNvSpPr>
            <p:nvPr userDrawn="1"/>
          </p:nvSpPr>
          <p:spPr bwMode="auto">
            <a:xfrm>
              <a:off x="8023065" y="798513"/>
              <a:ext cx="44528" cy="50800"/>
            </a:xfrm>
            <a:custGeom>
              <a:avLst/>
              <a:gdLst>
                <a:gd name="T0" fmla="*/ 0 w 28"/>
                <a:gd name="T1" fmla="*/ 4 h 32"/>
                <a:gd name="T2" fmla="*/ 12 w 28"/>
                <a:gd name="T3" fmla="*/ 4 h 32"/>
                <a:gd name="T4" fmla="*/ 12 w 28"/>
                <a:gd name="T5" fmla="*/ 32 h 32"/>
                <a:gd name="T6" fmla="*/ 16 w 28"/>
                <a:gd name="T7" fmla="*/ 32 h 32"/>
                <a:gd name="T8" fmla="*/ 16 w 28"/>
                <a:gd name="T9" fmla="*/ 4 h 32"/>
                <a:gd name="T10" fmla="*/ 28 w 28"/>
                <a:gd name="T11" fmla="*/ 4 h 32"/>
                <a:gd name="T12" fmla="*/ 28 w 28"/>
                <a:gd name="T13" fmla="*/ 0 h 32"/>
                <a:gd name="T14" fmla="*/ 0 w 28"/>
                <a:gd name="T15" fmla="*/ 0 h 32"/>
                <a:gd name="T16" fmla="*/ 0 w 28"/>
                <a:gd name="T17" fmla="*/ 4 h 32"/>
                <a:gd name="T18" fmla="*/ 0 w 28"/>
                <a:gd name="T19" fmla="*/ 4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8" h="32">
                  <a:moveTo>
                    <a:pt x="0" y="4"/>
                  </a:moveTo>
                  <a:lnTo>
                    <a:pt x="12" y="4"/>
                  </a:lnTo>
                  <a:lnTo>
                    <a:pt x="12" y="32"/>
                  </a:lnTo>
                  <a:lnTo>
                    <a:pt x="16" y="32"/>
                  </a:lnTo>
                  <a:lnTo>
                    <a:pt x="16" y="4"/>
                  </a:lnTo>
                  <a:lnTo>
                    <a:pt x="28" y="4"/>
                  </a:lnTo>
                  <a:lnTo>
                    <a:pt x="28" y="0"/>
                  </a:lnTo>
                  <a:lnTo>
                    <a:pt x="0" y="0"/>
                  </a:lnTo>
                  <a:lnTo>
                    <a:pt x="0" y="4"/>
                  </a:lnTo>
                  <a:lnTo>
                    <a:pt x="0" y="4"/>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9" name="Freeform 23"/>
            <p:cNvSpPr>
              <a:spLocks/>
            </p:cNvSpPr>
            <p:nvPr userDrawn="1"/>
          </p:nvSpPr>
          <p:spPr bwMode="auto">
            <a:xfrm>
              <a:off x="8073955" y="798513"/>
              <a:ext cx="44528" cy="50800"/>
            </a:xfrm>
            <a:custGeom>
              <a:avLst/>
              <a:gdLst>
                <a:gd name="T0" fmla="*/ 22 w 28"/>
                <a:gd name="T1" fmla="*/ 12 h 32"/>
                <a:gd name="T2" fmla="*/ 6 w 28"/>
                <a:gd name="T3" fmla="*/ 12 h 32"/>
                <a:gd name="T4" fmla="*/ 6 w 28"/>
                <a:gd name="T5" fmla="*/ 0 h 32"/>
                <a:gd name="T6" fmla="*/ 0 w 28"/>
                <a:gd name="T7" fmla="*/ 0 h 32"/>
                <a:gd name="T8" fmla="*/ 0 w 28"/>
                <a:gd name="T9" fmla="*/ 32 h 32"/>
                <a:gd name="T10" fmla="*/ 6 w 28"/>
                <a:gd name="T11" fmla="*/ 32 h 32"/>
                <a:gd name="T12" fmla="*/ 6 w 28"/>
                <a:gd name="T13" fmla="*/ 18 h 32"/>
                <a:gd name="T14" fmla="*/ 22 w 28"/>
                <a:gd name="T15" fmla="*/ 18 h 32"/>
                <a:gd name="T16" fmla="*/ 22 w 28"/>
                <a:gd name="T17" fmla="*/ 32 h 32"/>
                <a:gd name="T18" fmla="*/ 28 w 28"/>
                <a:gd name="T19" fmla="*/ 32 h 32"/>
                <a:gd name="T20" fmla="*/ 28 w 28"/>
                <a:gd name="T21" fmla="*/ 0 h 32"/>
                <a:gd name="T22" fmla="*/ 22 w 28"/>
                <a:gd name="T23" fmla="*/ 0 h 32"/>
                <a:gd name="T24" fmla="*/ 22 w 28"/>
                <a:gd name="T25" fmla="*/ 12 h 32"/>
                <a:gd name="T26" fmla="*/ 22 w 28"/>
                <a:gd name="T27" fmla="*/ 1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8" h="32">
                  <a:moveTo>
                    <a:pt x="22" y="12"/>
                  </a:moveTo>
                  <a:lnTo>
                    <a:pt x="6" y="12"/>
                  </a:lnTo>
                  <a:lnTo>
                    <a:pt x="6" y="0"/>
                  </a:lnTo>
                  <a:lnTo>
                    <a:pt x="0" y="0"/>
                  </a:lnTo>
                  <a:lnTo>
                    <a:pt x="0" y="32"/>
                  </a:lnTo>
                  <a:lnTo>
                    <a:pt x="6" y="32"/>
                  </a:lnTo>
                  <a:lnTo>
                    <a:pt x="6" y="18"/>
                  </a:lnTo>
                  <a:lnTo>
                    <a:pt x="22" y="18"/>
                  </a:lnTo>
                  <a:lnTo>
                    <a:pt x="22" y="32"/>
                  </a:lnTo>
                  <a:lnTo>
                    <a:pt x="28" y="32"/>
                  </a:lnTo>
                  <a:lnTo>
                    <a:pt x="28" y="0"/>
                  </a:lnTo>
                  <a:lnTo>
                    <a:pt x="22" y="0"/>
                  </a:lnTo>
                  <a:lnTo>
                    <a:pt x="22" y="12"/>
                  </a:lnTo>
                  <a:lnTo>
                    <a:pt x="22" y="12"/>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0" name="Freeform 24"/>
            <p:cNvSpPr>
              <a:spLocks noEditPoints="1"/>
            </p:cNvSpPr>
            <p:nvPr userDrawn="1"/>
          </p:nvSpPr>
          <p:spPr bwMode="auto">
            <a:xfrm>
              <a:off x="8128025" y="795338"/>
              <a:ext cx="50890" cy="53975"/>
            </a:xfrm>
            <a:custGeom>
              <a:avLst/>
              <a:gdLst>
                <a:gd name="T0" fmla="*/ 8 w 16"/>
                <a:gd name="T1" fmla="*/ 0 h 17"/>
                <a:gd name="T2" fmla="*/ 0 w 16"/>
                <a:gd name="T3" fmla="*/ 9 h 17"/>
                <a:gd name="T4" fmla="*/ 8 w 16"/>
                <a:gd name="T5" fmla="*/ 17 h 17"/>
                <a:gd name="T6" fmla="*/ 16 w 16"/>
                <a:gd name="T7" fmla="*/ 9 h 17"/>
                <a:gd name="T8" fmla="*/ 8 w 16"/>
                <a:gd name="T9" fmla="*/ 0 h 17"/>
                <a:gd name="T10" fmla="*/ 8 w 16"/>
                <a:gd name="T11" fmla="*/ 15 h 17"/>
                <a:gd name="T12" fmla="*/ 2 w 16"/>
                <a:gd name="T13" fmla="*/ 9 h 17"/>
                <a:gd name="T14" fmla="*/ 8 w 16"/>
                <a:gd name="T15" fmla="*/ 3 h 17"/>
                <a:gd name="T16" fmla="*/ 14 w 16"/>
                <a:gd name="T17" fmla="*/ 9 h 17"/>
                <a:gd name="T18" fmla="*/ 8 w 16"/>
                <a:gd name="T19" fmla="*/ 15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6" h="17">
                  <a:moveTo>
                    <a:pt x="8" y="0"/>
                  </a:moveTo>
                  <a:cubicBezTo>
                    <a:pt x="3" y="0"/>
                    <a:pt x="0" y="4"/>
                    <a:pt x="0" y="9"/>
                  </a:cubicBezTo>
                  <a:cubicBezTo>
                    <a:pt x="0" y="13"/>
                    <a:pt x="2" y="17"/>
                    <a:pt x="8" y="17"/>
                  </a:cubicBezTo>
                  <a:cubicBezTo>
                    <a:pt x="14" y="17"/>
                    <a:pt x="16" y="13"/>
                    <a:pt x="16" y="9"/>
                  </a:cubicBezTo>
                  <a:cubicBezTo>
                    <a:pt x="16" y="5"/>
                    <a:pt x="14" y="0"/>
                    <a:pt x="8" y="0"/>
                  </a:cubicBezTo>
                  <a:close/>
                  <a:moveTo>
                    <a:pt x="8" y="15"/>
                  </a:moveTo>
                  <a:cubicBezTo>
                    <a:pt x="4" y="15"/>
                    <a:pt x="2" y="12"/>
                    <a:pt x="2" y="9"/>
                  </a:cubicBezTo>
                  <a:cubicBezTo>
                    <a:pt x="2" y="6"/>
                    <a:pt x="4" y="3"/>
                    <a:pt x="8" y="3"/>
                  </a:cubicBezTo>
                  <a:cubicBezTo>
                    <a:pt x="12" y="3"/>
                    <a:pt x="14" y="6"/>
                    <a:pt x="14" y="9"/>
                  </a:cubicBezTo>
                  <a:cubicBezTo>
                    <a:pt x="14" y="12"/>
                    <a:pt x="12" y="15"/>
                    <a:pt x="8" y="15"/>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1" name="Freeform 25"/>
            <p:cNvSpPr>
              <a:spLocks/>
            </p:cNvSpPr>
            <p:nvPr userDrawn="1"/>
          </p:nvSpPr>
          <p:spPr bwMode="auto">
            <a:xfrm>
              <a:off x="8188456" y="798513"/>
              <a:ext cx="34987" cy="50800"/>
            </a:xfrm>
            <a:custGeom>
              <a:avLst/>
              <a:gdLst>
                <a:gd name="T0" fmla="*/ 6 w 22"/>
                <a:gd name="T1" fmla="*/ 0 h 32"/>
                <a:gd name="T2" fmla="*/ 0 w 22"/>
                <a:gd name="T3" fmla="*/ 0 h 32"/>
                <a:gd name="T4" fmla="*/ 0 w 22"/>
                <a:gd name="T5" fmla="*/ 32 h 32"/>
                <a:gd name="T6" fmla="*/ 22 w 22"/>
                <a:gd name="T7" fmla="*/ 32 h 32"/>
                <a:gd name="T8" fmla="*/ 22 w 22"/>
                <a:gd name="T9" fmla="*/ 28 h 32"/>
                <a:gd name="T10" fmla="*/ 6 w 22"/>
                <a:gd name="T11" fmla="*/ 28 h 32"/>
                <a:gd name="T12" fmla="*/ 6 w 22"/>
                <a:gd name="T13" fmla="*/ 0 h 32"/>
                <a:gd name="T14" fmla="*/ 6 w 22"/>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 h="32">
                  <a:moveTo>
                    <a:pt x="6" y="0"/>
                  </a:moveTo>
                  <a:lnTo>
                    <a:pt x="0" y="0"/>
                  </a:lnTo>
                  <a:lnTo>
                    <a:pt x="0" y="32"/>
                  </a:lnTo>
                  <a:lnTo>
                    <a:pt x="22" y="32"/>
                  </a:lnTo>
                  <a:lnTo>
                    <a:pt x="22" y="28"/>
                  </a:lnTo>
                  <a:lnTo>
                    <a:pt x="6" y="28"/>
                  </a:lnTo>
                  <a:lnTo>
                    <a:pt x="6" y="0"/>
                  </a:lnTo>
                  <a:lnTo>
                    <a:pt x="6" y="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2" name="Freeform 26"/>
            <p:cNvSpPr>
              <a:spLocks/>
            </p:cNvSpPr>
            <p:nvPr userDrawn="1"/>
          </p:nvSpPr>
          <p:spPr bwMode="auto">
            <a:xfrm>
              <a:off x="8232985" y="798513"/>
              <a:ext cx="6361" cy="50800"/>
            </a:xfrm>
            <a:custGeom>
              <a:avLst/>
              <a:gdLst>
                <a:gd name="T0" fmla="*/ 0 w 4"/>
                <a:gd name="T1" fmla="*/ 32 h 32"/>
                <a:gd name="T2" fmla="*/ 4 w 4"/>
                <a:gd name="T3" fmla="*/ 32 h 32"/>
                <a:gd name="T4" fmla="*/ 4 w 4"/>
                <a:gd name="T5" fmla="*/ 0 h 32"/>
                <a:gd name="T6" fmla="*/ 0 w 4"/>
                <a:gd name="T7" fmla="*/ 0 h 32"/>
                <a:gd name="T8" fmla="*/ 0 w 4"/>
                <a:gd name="T9" fmla="*/ 32 h 32"/>
                <a:gd name="T10" fmla="*/ 0 w 4"/>
                <a:gd name="T11" fmla="*/ 32 h 32"/>
              </a:gdLst>
              <a:ahLst/>
              <a:cxnLst>
                <a:cxn ang="0">
                  <a:pos x="T0" y="T1"/>
                </a:cxn>
                <a:cxn ang="0">
                  <a:pos x="T2" y="T3"/>
                </a:cxn>
                <a:cxn ang="0">
                  <a:pos x="T4" y="T5"/>
                </a:cxn>
                <a:cxn ang="0">
                  <a:pos x="T6" y="T7"/>
                </a:cxn>
                <a:cxn ang="0">
                  <a:pos x="T8" y="T9"/>
                </a:cxn>
                <a:cxn ang="0">
                  <a:pos x="T10" y="T11"/>
                </a:cxn>
              </a:cxnLst>
              <a:rect l="0" t="0" r="r" b="b"/>
              <a:pathLst>
                <a:path w="4" h="32">
                  <a:moveTo>
                    <a:pt x="0" y="32"/>
                  </a:moveTo>
                  <a:lnTo>
                    <a:pt x="4" y="32"/>
                  </a:lnTo>
                  <a:lnTo>
                    <a:pt x="4" y="0"/>
                  </a:lnTo>
                  <a:lnTo>
                    <a:pt x="0" y="0"/>
                  </a:lnTo>
                  <a:lnTo>
                    <a:pt x="0" y="32"/>
                  </a:lnTo>
                  <a:lnTo>
                    <a:pt x="0" y="32"/>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3" name="Freeform 27"/>
            <p:cNvSpPr>
              <a:spLocks/>
            </p:cNvSpPr>
            <p:nvPr userDrawn="1"/>
          </p:nvSpPr>
          <p:spPr bwMode="auto">
            <a:xfrm>
              <a:off x="8248888" y="795338"/>
              <a:ext cx="47709" cy="53975"/>
            </a:xfrm>
            <a:custGeom>
              <a:avLst/>
              <a:gdLst>
                <a:gd name="T0" fmla="*/ 13 w 15"/>
                <a:gd name="T1" fmla="*/ 13 h 17"/>
                <a:gd name="T2" fmla="*/ 9 w 15"/>
                <a:gd name="T3" fmla="*/ 15 h 17"/>
                <a:gd name="T4" fmla="*/ 3 w 15"/>
                <a:gd name="T5" fmla="*/ 9 h 17"/>
                <a:gd name="T6" fmla="*/ 9 w 15"/>
                <a:gd name="T7" fmla="*/ 3 h 17"/>
                <a:gd name="T8" fmla="*/ 13 w 15"/>
                <a:gd name="T9" fmla="*/ 5 h 17"/>
                <a:gd name="T10" fmla="*/ 13 w 15"/>
                <a:gd name="T11" fmla="*/ 5 h 17"/>
                <a:gd name="T12" fmla="*/ 15 w 15"/>
                <a:gd name="T13" fmla="*/ 3 h 17"/>
                <a:gd name="T14" fmla="*/ 15 w 15"/>
                <a:gd name="T15" fmla="*/ 3 h 17"/>
                <a:gd name="T16" fmla="*/ 9 w 15"/>
                <a:gd name="T17" fmla="*/ 0 h 17"/>
                <a:gd name="T18" fmla="*/ 3 w 15"/>
                <a:gd name="T19" fmla="*/ 3 h 17"/>
                <a:gd name="T20" fmla="*/ 0 w 15"/>
                <a:gd name="T21" fmla="*/ 9 h 17"/>
                <a:gd name="T22" fmla="*/ 9 w 15"/>
                <a:gd name="T23" fmla="*/ 17 h 17"/>
                <a:gd name="T24" fmla="*/ 15 w 15"/>
                <a:gd name="T25" fmla="*/ 15 h 17"/>
                <a:gd name="T26" fmla="*/ 15 w 15"/>
                <a:gd name="T27" fmla="*/ 15 h 17"/>
                <a:gd name="T28" fmla="*/ 13 w 15"/>
                <a:gd name="T29" fmla="*/ 13 h 17"/>
                <a:gd name="T30" fmla="*/ 13 w 15"/>
                <a:gd name="T31" fmla="*/ 13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5" h="17">
                  <a:moveTo>
                    <a:pt x="13" y="13"/>
                  </a:moveTo>
                  <a:cubicBezTo>
                    <a:pt x="12" y="14"/>
                    <a:pt x="10" y="15"/>
                    <a:pt x="9" y="15"/>
                  </a:cubicBezTo>
                  <a:cubicBezTo>
                    <a:pt x="5" y="15"/>
                    <a:pt x="3" y="12"/>
                    <a:pt x="3" y="9"/>
                  </a:cubicBezTo>
                  <a:cubicBezTo>
                    <a:pt x="3" y="6"/>
                    <a:pt x="5" y="3"/>
                    <a:pt x="9" y="3"/>
                  </a:cubicBezTo>
                  <a:cubicBezTo>
                    <a:pt x="10" y="3"/>
                    <a:pt x="12" y="3"/>
                    <a:pt x="13" y="5"/>
                  </a:cubicBezTo>
                  <a:cubicBezTo>
                    <a:pt x="13" y="5"/>
                    <a:pt x="13" y="5"/>
                    <a:pt x="13" y="5"/>
                  </a:cubicBezTo>
                  <a:cubicBezTo>
                    <a:pt x="15" y="3"/>
                    <a:pt x="15" y="3"/>
                    <a:pt x="15" y="3"/>
                  </a:cubicBezTo>
                  <a:cubicBezTo>
                    <a:pt x="15" y="3"/>
                    <a:pt x="15" y="3"/>
                    <a:pt x="15" y="3"/>
                  </a:cubicBezTo>
                  <a:cubicBezTo>
                    <a:pt x="13" y="1"/>
                    <a:pt x="11" y="0"/>
                    <a:pt x="9" y="0"/>
                  </a:cubicBezTo>
                  <a:cubicBezTo>
                    <a:pt x="6" y="0"/>
                    <a:pt x="4" y="1"/>
                    <a:pt x="3" y="3"/>
                  </a:cubicBezTo>
                  <a:cubicBezTo>
                    <a:pt x="1" y="4"/>
                    <a:pt x="0" y="7"/>
                    <a:pt x="0" y="9"/>
                  </a:cubicBezTo>
                  <a:cubicBezTo>
                    <a:pt x="0" y="13"/>
                    <a:pt x="3" y="17"/>
                    <a:pt x="9" y="17"/>
                  </a:cubicBezTo>
                  <a:cubicBezTo>
                    <a:pt x="11" y="17"/>
                    <a:pt x="13" y="16"/>
                    <a:pt x="15" y="15"/>
                  </a:cubicBezTo>
                  <a:cubicBezTo>
                    <a:pt x="15" y="15"/>
                    <a:pt x="15" y="15"/>
                    <a:pt x="15" y="15"/>
                  </a:cubicBezTo>
                  <a:cubicBezTo>
                    <a:pt x="13" y="13"/>
                    <a:pt x="13" y="13"/>
                    <a:pt x="13" y="13"/>
                  </a:cubicBezTo>
                  <a:cubicBezTo>
                    <a:pt x="13" y="13"/>
                    <a:pt x="13" y="13"/>
                    <a:pt x="13" y="13"/>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4" name="Freeform 28"/>
            <p:cNvSpPr>
              <a:spLocks/>
            </p:cNvSpPr>
            <p:nvPr userDrawn="1"/>
          </p:nvSpPr>
          <p:spPr bwMode="auto">
            <a:xfrm>
              <a:off x="8331584" y="798513"/>
              <a:ext cx="41348" cy="50800"/>
            </a:xfrm>
            <a:custGeom>
              <a:avLst/>
              <a:gdLst>
                <a:gd name="T0" fmla="*/ 11 w 13"/>
                <a:gd name="T1" fmla="*/ 9 h 16"/>
                <a:gd name="T2" fmla="*/ 7 w 13"/>
                <a:gd name="T3" fmla="*/ 14 h 16"/>
                <a:gd name="T4" fmla="*/ 2 w 13"/>
                <a:gd name="T5" fmla="*/ 9 h 16"/>
                <a:gd name="T6" fmla="*/ 2 w 13"/>
                <a:gd name="T7" fmla="*/ 0 h 16"/>
                <a:gd name="T8" fmla="*/ 0 w 13"/>
                <a:gd name="T9" fmla="*/ 0 h 16"/>
                <a:gd name="T10" fmla="*/ 0 w 13"/>
                <a:gd name="T11" fmla="*/ 9 h 16"/>
                <a:gd name="T12" fmla="*/ 7 w 13"/>
                <a:gd name="T13" fmla="*/ 16 h 16"/>
                <a:gd name="T14" fmla="*/ 13 w 13"/>
                <a:gd name="T15" fmla="*/ 9 h 16"/>
                <a:gd name="T16" fmla="*/ 13 w 13"/>
                <a:gd name="T17" fmla="*/ 0 h 16"/>
                <a:gd name="T18" fmla="*/ 11 w 13"/>
                <a:gd name="T19" fmla="*/ 0 h 16"/>
                <a:gd name="T20" fmla="*/ 11 w 13"/>
                <a:gd name="T21" fmla="*/ 9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 h="16">
                  <a:moveTo>
                    <a:pt x="11" y="9"/>
                  </a:moveTo>
                  <a:cubicBezTo>
                    <a:pt x="11" y="12"/>
                    <a:pt x="9" y="14"/>
                    <a:pt x="7" y="14"/>
                  </a:cubicBezTo>
                  <a:cubicBezTo>
                    <a:pt x="5" y="14"/>
                    <a:pt x="2" y="12"/>
                    <a:pt x="2" y="9"/>
                  </a:cubicBezTo>
                  <a:cubicBezTo>
                    <a:pt x="2" y="0"/>
                    <a:pt x="2" y="0"/>
                    <a:pt x="2" y="0"/>
                  </a:cubicBezTo>
                  <a:cubicBezTo>
                    <a:pt x="0" y="0"/>
                    <a:pt x="0" y="0"/>
                    <a:pt x="0" y="0"/>
                  </a:cubicBezTo>
                  <a:cubicBezTo>
                    <a:pt x="0" y="9"/>
                    <a:pt x="0" y="9"/>
                    <a:pt x="0" y="9"/>
                  </a:cubicBezTo>
                  <a:cubicBezTo>
                    <a:pt x="0" y="14"/>
                    <a:pt x="3" y="16"/>
                    <a:pt x="7" y="16"/>
                  </a:cubicBezTo>
                  <a:cubicBezTo>
                    <a:pt x="10" y="16"/>
                    <a:pt x="13" y="14"/>
                    <a:pt x="13" y="9"/>
                  </a:cubicBezTo>
                  <a:cubicBezTo>
                    <a:pt x="13" y="0"/>
                    <a:pt x="13" y="0"/>
                    <a:pt x="13" y="0"/>
                  </a:cubicBezTo>
                  <a:cubicBezTo>
                    <a:pt x="11" y="0"/>
                    <a:pt x="11" y="0"/>
                    <a:pt x="11" y="0"/>
                  </a:cubicBezTo>
                  <a:cubicBezTo>
                    <a:pt x="11" y="9"/>
                    <a:pt x="11" y="9"/>
                    <a:pt x="11" y="9"/>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5" name="Freeform 29"/>
            <p:cNvSpPr>
              <a:spLocks/>
            </p:cNvSpPr>
            <p:nvPr userDrawn="1"/>
          </p:nvSpPr>
          <p:spPr bwMode="auto">
            <a:xfrm>
              <a:off x="8388834" y="798513"/>
              <a:ext cx="41348" cy="50800"/>
            </a:xfrm>
            <a:custGeom>
              <a:avLst/>
              <a:gdLst>
                <a:gd name="T0" fmla="*/ 20 w 26"/>
                <a:gd name="T1" fmla="*/ 22 h 32"/>
                <a:gd name="T2" fmla="*/ 2 w 26"/>
                <a:gd name="T3" fmla="*/ 0 h 32"/>
                <a:gd name="T4" fmla="*/ 0 w 26"/>
                <a:gd name="T5" fmla="*/ 0 h 32"/>
                <a:gd name="T6" fmla="*/ 0 w 26"/>
                <a:gd name="T7" fmla="*/ 32 h 32"/>
                <a:gd name="T8" fmla="*/ 4 w 26"/>
                <a:gd name="T9" fmla="*/ 32 h 32"/>
                <a:gd name="T10" fmla="*/ 4 w 26"/>
                <a:gd name="T11" fmla="*/ 10 h 32"/>
                <a:gd name="T12" fmla="*/ 22 w 26"/>
                <a:gd name="T13" fmla="*/ 32 h 32"/>
                <a:gd name="T14" fmla="*/ 26 w 26"/>
                <a:gd name="T15" fmla="*/ 32 h 32"/>
                <a:gd name="T16" fmla="*/ 26 w 26"/>
                <a:gd name="T17" fmla="*/ 0 h 32"/>
                <a:gd name="T18" fmla="*/ 20 w 26"/>
                <a:gd name="T19" fmla="*/ 0 h 32"/>
                <a:gd name="T20" fmla="*/ 20 w 26"/>
                <a:gd name="T21" fmla="*/ 22 h 32"/>
                <a:gd name="T22" fmla="*/ 20 w 26"/>
                <a:gd name="T23" fmla="*/ 2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6" h="32">
                  <a:moveTo>
                    <a:pt x="20" y="22"/>
                  </a:moveTo>
                  <a:lnTo>
                    <a:pt x="2" y="0"/>
                  </a:lnTo>
                  <a:lnTo>
                    <a:pt x="0" y="0"/>
                  </a:lnTo>
                  <a:lnTo>
                    <a:pt x="0" y="32"/>
                  </a:lnTo>
                  <a:lnTo>
                    <a:pt x="4" y="32"/>
                  </a:lnTo>
                  <a:lnTo>
                    <a:pt x="4" y="10"/>
                  </a:lnTo>
                  <a:lnTo>
                    <a:pt x="22" y="32"/>
                  </a:lnTo>
                  <a:lnTo>
                    <a:pt x="26" y="32"/>
                  </a:lnTo>
                  <a:lnTo>
                    <a:pt x="26" y="0"/>
                  </a:lnTo>
                  <a:lnTo>
                    <a:pt x="20" y="0"/>
                  </a:lnTo>
                  <a:lnTo>
                    <a:pt x="20" y="22"/>
                  </a:lnTo>
                  <a:lnTo>
                    <a:pt x="20" y="22"/>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6" name="Freeform 30"/>
            <p:cNvSpPr>
              <a:spLocks/>
            </p:cNvSpPr>
            <p:nvPr userDrawn="1"/>
          </p:nvSpPr>
          <p:spPr bwMode="auto">
            <a:xfrm>
              <a:off x="8442905" y="798513"/>
              <a:ext cx="9542" cy="50800"/>
            </a:xfrm>
            <a:custGeom>
              <a:avLst/>
              <a:gdLst>
                <a:gd name="T0" fmla="*/ 0 w 6"/>
                <a:gd name="T1" fmla="*/ 32 h 32"/>
                <a:gd name="T2" fmla="*/ 6 w 6"/>
                <a:gd name="T3" fmla="*/ 32 h 32"/>
                <a:gd name="T4" fmla="*/ 6 w 6"/>
                <a:gd name="T5" fmla="*/ 0 h 32"/>
                <a:gd name="T6" fmla="*/ 0 w 6"/>
                <a:gd name="T7" fmla="*/ 0 h 32"/>
                <a:gd name="T8" fmla="*/ 0 w 6"/>
                <a:gd name="T9" fmla="*/ 32 h 32"/>
                <a:gd name="T10" fmla="*/ 0 w 6"/>
                <a:gd name="T11" fmla="*/ 32 h 32"/>
              </a:gdLst>
              <a:ahLst/>
              <a:cxnLst>
                <a:cxn ang="0">
                  <a:pos x="T0" y="T1"/>
                </a:cxn>
                <a:cxn ang="0">
                  <a:pos x="T2" y="T3"/>
                </a:cxn>
                <a:cxn ang="0">
                  <a:pos x="T4" y="T5"/>
                </a:cxn>
                <a:cxn ang="0">
                  <a:pos x="T6" y="T7"/>
                </a:cxn>
                <a:cxn ang="0">
                  <a:pos x="T8" y="T9"/>
                </a:cxn>
                <a:cxn ang="0">
                  <a:pos x="T10" y="T11"/>
                </a:cxn>
              </a:cxnLst>
              <a:rect l="0" t="0" r="r" b="b"/>
              <a:pathLst>
                <a:path w="6" h="32">
                  <a:moveTo>
                    <a:pt x="0" y="32"/>
                  </a:moveTo>
                  <a:lnTo>
                    <a:pt x="6" y="32"/>
                  </a:lnTo>
                  <a:lnTo>
                    <a:pt x="6" y="0"/>
                  </a:lnTo>
                  <a:lnTo>
                    <a:pt x="0" y="0"/>
                  </a:lnTo>
                  <a:lnTo>
                    <a:pt x="0" y="32"/>
                  </a:lnTo>
                  <a:lnTo>
                    <a:pt x="0" y="32"/>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7" name="Freeform 31"/>
            <p:cNvSpPr>
              <a:spLocks/>
            </p:cNvSpPr>
            <p:nvPr userDrawn="1"/>
          </p:nvSpPr>
          <p:spPr bwMode="auto">
            <a:xfrm>
              <a:off x="8461988" y="798513"/>
              <a:ext cx="50890" cy="50800"/>
            </a:xfrm>
            <a:custGeom>
              <a:avLst/>
              <a:gdLst>
                <a:gd name="T0" fmla="*/ 6 w 32"/>
                <a:gd name="T1" fmla="*/ 0 h 32"/>
                <a:gd name="T2" fmla="*/ 0 w 32"/>
                <a:gd name="T3" fmla="*/ 0 h 32"/>
                <a:gd name="T4" fmla="*/ 12 w 32"/>
                <a:gd name="T5" fmla="*/ 32 h 32"/>
                <a:gd name="T6" fmla="*/ 18 w 32"/>
                <a:gd name="T7" fmla="*/ 32 h 32"/>
                <a:gd name="T8" fmla="*/ 32 w 32"/>
                <a:gd name="T9" fmla="*/ 0 h 32"/>
                <a:gd name="T10" fmla="*/ 26 w 32"/>
                <a:gd name="T11" fmla="*/ 0 h 32"/>
                <a:gd name="T12" fmla="*/ 16 w 32"/>
                <a:gd name="T13" fmla="*/ 26 h 32"/>
                <a:gd name="T14" fmla="*/ 6 w 32"/>
                <a:gd name="T15" fmla="*/ 0 h 32"/>
                <a:gd name="T16" fmla="*/ 6 w 32"/>
                <a:gd name="T17"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 h="32">
                  <a:moveTo>
                    <a:pt x="6" y="0"/>
                  </a:moveTo>
                  <a:lnTo>
                    <a:pt x="0" y="0"/>
                  </a:lnTo>
                  <a:lnTo>
                    <a:pt x="12" y="32"/>
                  </a:lnTo>
                  <a:lnTo>
                    <a:pt x="18" y="32"/>
                  </a:lnTo>
                  <a:lnTo>
                    <a:pt x="32" y="0"/>
                  </a:lnTo>
                  <a:lnTo>
                    <a:pt x="26" y="0"/>
                  </a:lnTo>
                  <a:lnTo>
                    <a:pt x="16" y="26"/>
                  </a:lnTo>
                  <a:lnTo>
                    <a:pt x="6" y="0"/>
                  </a:lnTo>
                  <a:lnTo>
                    <a:pt x="6" y="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8" name="Freeform 32"/>
            <p:cNvSpPr>
              <a:spLocks/>
            </p:cNvSpPr>
            <p:nvPr userDrawn="1"/>
          </p:nvSpPr>
          <p:spPr bwMode="auto">
            <a:xfrm>
              <a:off x="8519239" y="798513"/>
              <a:ext cx="38167" cy="50800"/>
            </a:xfrm>
            <a:custGeom>
              <a:avLst/>
              <a:gdLst>
                <a:gd name="T0" fmla="*/ 6 w 24"/>
                <a:gd name="T1" fmla="*/ 18 h 32"/>
                <a:gd name="T2" fmla="*/ 24 w 24"/>
                <a:gd name="T3" fmla="*/ 18 h 32"/>
                <a:gd name="T4" fmla="*/ 24 w 24"/>
                <a:gd name="T5" fmla="*/ 12 h 32"/>
                <a:gd name="T6" fmla="*/ 6 w 24"/>
                <a:gd name="T7" fmla="*/ 12 h 32"/>
                <a:gd name="T8" fmla="*/ 6 w 24"/>
                <a:gd name="T9" fmla="*/ 4 h 32"/>
                <a:gd name="T10" fmla="*/ 24 w 24"/>
                <a:gd name="T11" fmla="*/ 4 h 32"/>
                <a:gd name="T12" fmla="*/ 24 w 24"/>
                <a:gd name="T13" fmla="*/ 0 h 32"/>
                <a:gd name="T14" fmla="*/ 0 w 24"/>
                <a:gd name="T15" fmla="*/ 0 h 32"/>
                <a:gd name="T16" fmla="*/ 0 w 24"/>
                <a:gd name="T17" fmla="*/ 32 h 32"/>
                <a:gd name="T18" fmla="*/ 24 w 24"/>
                <a:gd name="T19" fmla="*/ 32 h 32"/>
                <a:gd name="T20" fmla="*/ 24 w 24"/>
                <a:gd name="T21" fmla="*/ 26 h 32"/>
                <a:gd name="T22" fmla="*/ 6 w 24"/>
                <a:gd name="T23" fmla="*/ 26 h 32"/>
                <a:gd name="T24" fmla="*/ 6 w 24"/>
                <a:gd name="T25" fmla="*/ 18 h 32"/>
                <a:gd name="T26" fmla="*/ 6 w 24"/>
                <a:gd name="T27" fmla="*/ 18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4" h="32">
                  <a:moveTo>
                    <a:pt x="6" y="18"/>
                  </a:moveTo>
                  <a:lnTo>
                    <a:pt x="24" y="18"/>
                  </a:lnTo>
                  <a:lnTo>
                    <a:pt x="24" y="12"/>
                  </a:lnTo>
                  <a:lnTo>
                    <a:pt x="6" y="12"/>
                  </a:lnTo>
                  <a:lnTo>
                    <a:pt x="6" y="4"/>
                  </a:lnTo>
                  <a:lnTo>
                    <a:pt x="24" y="4"/>
                  </a:lnTo>
                  <a:lnTo>
                    <a:pt x="24" y="0"/>
                  </a:lnTo>
                  <a:lnTo>
                    <a:pt x="0" y="0"/>
                  </a:lnTo>
                  <a:lnTo>
                    <a:pt x="0" y="32"/>
                  </a:lnTo>
                  <a:lnTo>
                    <a:pt x="24" y="32"/>
                  </a:lnTo>
                  <a:lnTo>
                    <a:pt x="24" y="26"/>
                  </a:lnTo>
                  <a:lnTo>
                    <a:pt x="6" y="26"/>
                  </a:lnTo>
                  <a:lnTo>
                    <a:pt x="6" y="18"/>
                  </a:lnTo>
                  <a:lnTo>
                    <a:pt x="6" y="18"/>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9" name="Freeform 33"/>
            <p:cNvSpPr>
              <a:spLocks noEditPoints="1"/>
            </p:cNvSpPr>
            <p:nvPr userDrawn="1"/>
          </p:nvSpPr>
          <p:spPr bwMode="auto">
            <a:xfrm>
              <a:off x="8570129" y="798513"/>
              <a:ext cx="44528" cy="50800"/>
            </a:xfrm>
            <a:custGeom>
              <a:avLst/>
              <a:gdLst>
                <a:gd name="T0" fmla="*/ 13 w 14"/>
                <a:gd name="T1" fmla="*/ 5 h 16"/>
                <a:gd name="T2" fmla="*/ 7 w 14"/>
                <a:gd name="T3" fmla="*/ 0 h 16"/>
                <a:gd name="T4" fmla="*/ 0 w 14"/>
                <a:gd name="T5" fmla="*/ 0 h 16"/>
                <a:gd name="T6" fmla="*/ 0 w 14"/>
                <a:gd name="T7" fmla="*/ 16 h 16"/>
                <a:gd name="T8" fmla="*/ 2 w 14"/>
                <a:gd name="T9" fmla="*/ 16 h 16"/>
                <a:gd name="T10" fmla="*/ 2 w 14"/>
                <a:gd name="T11" fmla="*/ 10 h 16"/>
                <a:gd name="T12" fmla="*/ 6 w 14"/>
                <a:gd name="T13" fmla="*/ 10 h 16"/>
                <a:gd name="T14" fmla="*/ 11 w 14"/>
                <a:gd name="T15" fmla="*/ 16 h 16"/>
                <a:gd name="T16" fmla="*/ 14 w 14"/>
                <a:gd name="T17" fmla="*/ 16 h 16"/>
                <a:gd name="T18" fmla="*/ 9 w 14"/>
                <a:gd name="T19" fmla="*/ 10 h 16"/>
                <a:gd name="T20" fmla="*/ 13 w 14"/>
                <a:gd name="T21" fmla="*/ 5 h 16"/>
                <a:gd name="T22" fmla="*/ 2 w 14"/>
                <a:gd name="T23" fmla="*/ 2 h 16"/>
                <a:gd name="T24" fmla="*/ 7 w 14"/>
                <a:gd name="T25" fmla="*/ 2 h 16"/>
                <a:gd name="T26" fmla="*/ 10 w 14"/>
                <a:gd name="T27" fmla="*/ 5 h 16"/>
                <a:gd name="T28" fmla="*/ 7 w 14"/>
                <a:gd name="T29" fmla="*/ 8 h 16"/>
                <a:gd name="T30" fmla="*/ 2 w 14"/>
                <a:gd name="T31" fmla="*/ 8 h 16"/>
                <a:gd name="T32" fmla="*/ 2 w 14"/>
                <a:gd name="T33" fmla="*/ 2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4" h="16">
                  <a:moveTo>
                    <a:pt x="13" y="5"/>
                  </a:moveTo>
                  <a:cubicBezTo>
                    <a:pt x="13" y="2"/>
                    <a:pt x="11" y="0"/>
                    <a:pt x="7" y="0"/>
                  </a:cubicBezTo>
                  <a:cubicBezTo>
                    <a:pt x="0" y="0"/>
                    <a:pt x="0" y="0"/>
                    <a:pt x="0" y="0"/>
                  </a:cubicBezTo>
                  <a:cubicBezTo>
                    <a:pt x="0" y="16"/>
                    <a:pt x="0" y="16"/>
                    <a:pt x="0" y="16"/>
                  </a:cubicBezTo>
                  <a:cubicBezTo>
                    <a:pt x="2" y="16"/>
                    <a:pt x="2" y="16"/>
                    <a:pt x="2" y="16"/>
                  </a:cubicBezTo>
                  <a:cubicBezTo>
                    <a:pt x="2" y="10"/>
                    <a:pt x="2" y="10"/>
                    <a:pt x="2" y="10"/>
                  </a:cubicBezTo>
                  <a:cubicBezTo>
                    <a:pt x="6" y="10"/>
                    <a:pt x="6" y="10"/>
                    <a:pt x="6" y="10"/>
                  </a:cubicBezTo>
                  <a:cubicBezTo>
                    <a:pt x="11" y="16"/>
                    <a:pt x="11" y="16"/>
                    <a:pt x="11" y="16"/>
                  </a:cubicBezTo>
                  <a:cubicBezTo>
                    <a:pt x="14" y="16"/>
                    <a:pt x="14" y="16"/>
                    <a:pt x="14" y="16"/>
                  </a:cubicBezTo>
                  <a:cubicBezTo>
                    <a:pt x="9" y="10"/>
                    <a:pt x="9" y="10"/>
                    <a:pt x="9" y="10"/>
                  </a:cubicBezTo>
                  <a:cubicBezTo>
                    <a:pt x="11" y="10"/>
                    <a:pt x="13" y="8"/>
                    <a:pt x="13" y="5"/>
                  </a:cubicBezTo>
                  <a:close/>
                  <a:moveTo>
                    <a:pt x="2" y="2"/>
                  </a:moveTo>
                  <a:cubicBezTo>
                    <a:pt x="7" y="2"/>
                    <a:pt x="7" y="2"/>
                    <a:pt x="7" y="2"/>
                  </a:cubicBezTo>
                  <a:cubicBezTo>
                    <a:pt x="9" y="2"/>
                    <a:pt x="10" y="4"/>
                    <a:pt x="10" y="5"/>
                  </a:cubicBezTo>
                  <a:cubicBezTo>
                    <a:pt x="10" y="6"/>
                    <a:pt x="9" y="8"/>
                    <a:pt x="7" y="8"/>
                  </a:cubicBezTo>
                  <a:cubicBezTo>
                    <a:pt x="2" y="8"/>
                    <a:pt x="2" y="8"/>
                    <a:pt x="2" y="8"/>
                  </a:cubicBezTo>
                  <a:cubicBezTo>
                    <a:pt x="2" y="2"/>
                    <a:pt x="2" y="2"/>
                    <a:pt x="2" y="2"/>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0" name="Freeform 34"/>
            <p:cNvSpPr>
              <a:spLocks/>
            </p:cNvSpPr>
            <p:nvPr userDrawn="1"/>
          </p:nvSpPr>
          <p:spPr bwMode="auto">
            <a:xfrm>
              <a:off x="8617838" y="795338"/>
              <a:ext cx="44528" cy="53975"/>
            </a:xfrm>
            <a:custGeom>
              <a:avLst/>
              <a:gdLst>
                <a:gd name="T0" fmla="*/ 8 w 14"/>
                <a:gd name="T1" fmla="*/ 7 h 17"/>
                <a:gd name="T2" fmla="*/ 4 w 14"/>
                <a:gd name="T3" fmla="*/ 5 h 17"/>
                <a:gd name="T4" fmla="*/ 7 w 14"/>
                <a:gd name="T5" fmla="*/ 3 h 17"/>
                <a:gd name="T6" fmla="*/ 12 w 14"/>
                <a:gd name="T7" fmla="*/ 5 h 17"/>
                <a:gd name="T8" fmla="*/ 12 w 14"/>
                <a:gd name="T9" fmla="*/ 5 h 17"/>
                <a:gd name="T10" fmla="*/ 14 w 14"/>
                <a:gd name="T11" fmla="*/ 4 h 17"/>
                <a:gd name="T12" fmla="*/ 14 w 14"/>
                <a:gd name="T13" fmla="*/ 3 h 17"/>
                <a:gd name="T14" fmla="*/ 7 w 14"/>
                <a:gd name="T15" fmla="*/ 0 h 17"/>
                <a:gd name="T16" fmla="*/ 2 w 14"/>
                <a:gd name="T17" fmla="*/ 2 h 17"/>
                <a:gd name="T18" fmla="*/ 1 w 14"/>
                <a:gd name="T19" fmla="*/ 5 h 17"/>
                <a:gd name="T20" fmla="*/ 7 w 14"/>
                <a:gd name="T21" fmla="*/ 10 h 17"/>
                <a:gd name="T22" fmla="*/ 12 w 14"/>
                <a:gd name="T23" fmla="*/ 12 h 17"/>
                <a:gd name="T24" fmla="*/ 7 w 14"/>
                <a:gd name="T25" fmla="*/ 15 h 17"/>
                <a:gd name="T26" fmla="*/ 3 w 14"/>
                <a:gd name="T27" fmla="*/ 12 h 17"/>
                <a:gd name="T28" fmla="*/ 2 w 14"/>
                <a:gd name="T29" fmla="*/ 12 h 17"/>
                <a:gd name="T30" fmla="*/ 0 w 14"/>
                <a:gd name="T31" fmla="*/ 13 h 17"/>
                <a:gd name="T32" fmla="*/ 0 w 14"/>
                <a:gd name="T33" fmla="*/ 14 h 17"/>
                <a:gd name="T34" fmla="*/ 7 w 14"/>
                <a:gd name="T35" fmla="*/ 17 h 17"/>
                <a:gd name="T36" fmla="*/ 14 w 14"/>
                <a:gd name="T37" fmla="*/ 12 h 17"/>
                <a:gd name="T38" fmla="*/ 8 w 14"/>
                <a:gd name="T39" fmla="*/ 7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4" h="17">
                  <a:moveTo>
                    <a:pt x="8" y="7"/>
                  </a:moveTo>
                  <a:cubicBezTo>
                    <a:pt x="5" y="7"/>
                    <a:pt x="4" y="6"/>
                    <a:pt x="4" y="5"/>
                  </a:cubicBezTo>
                  <a:cubicBezTo>
                    <a:pt x="4" y="4"/>
                    <a:pt x="5" y="3"/>
                    <a:pt x="7" y="3"/>
                  </a:cubicBezTo>
                  <a:cubicBezTo>
                    <a:pt x="9" y="3"/>
                    <a:pt x="11" y="3"/>
                    <a:pt x="12" y="5"/>
                  </a:cubicBezTo>
                  <a:cubicBezTo>
                    <a:pt x="12" y="5"/>
                    <a:pt x="12" y="5"/>
                    <a:pt x="12" y="5"/>
                  </a:cubicBezTo>
                  <a:cubicBezTo>
                    <a:pt x="14" y="4"/>
                    <a:pt x="14" y="4"/>
                    <a:pt x="14" y="4"/>
                  </a:cubicBezTo>
                  <a:cubicBezTo>
                    <a:pt x="14" y="3"/>
                    <a:pt x="14" y="3"/>
                    <a:pt x="14" y="3"/>
                  </a:cubicBezTo>
                  <a:cubicBezTo>
                    <a:pt x="12" y="1"/>
                    <a:pt x="10" y="0"/>
                    <a:pt x="7" y="0"/>
                  </a:cubicBezTo>
                  <a:cubicBezTo>
                    <a:pt x="6" y="0"/>
                    <a:pt x="3" y="1"/>
                    <a:pt x="2" y="2"/>
                  </a:cubicBezTo>
                  <a:cubicBezTo>
                    <a:pt x="1" y="3"/>
                    <a:pt x="1" y="4"/>
                    <a:pt x="1" y="5"/>
                  </a:cubicBezTo>
                  <a:cubicBezTo>
                    <a:pt x="1" y="9"/>
                    <a:pt x="5" y="9"/>
                    <a:pt x="7" y="10"/>
                  </a:cubicBezTo>
                  <a:cubicBezTo>
                    <a:pt x="10" y="10"/>
                    <a:pt x="12" y="11"/>
                    <a:pt x="12" y="12"/>
                  </a:cubicBezTo>
                  <a:cubicBezTo>
                    <a:pt x="12" y="15"/>
                    <a:pt x="8" y="15"/>
                    <a:pt x="7" y="15"/>
                  </a:cubicBezTo>
                  <a:cubicBezTo>
                    <a:pt x="6" y="15"/>
                    <a:pt x="4" y="14"/>
                    <a:pt x="3" y="12"/>
                  </a:cubicBezTo>
                  <a:cubicBezTo>
                    <a:pt x="2" y="12"/>
                    <a:pt x="2" y="12"/>
                    <a:pt x="2" y="12"/>
                  </a:cubicBezTo>
                  <a:cubicBezTo>
                    <a:pt x="0" y="13"/>
                    <a:pt x="0" y="13"/>
                    <a:pt x="0" y="13"/>
                  </a:cubicBezTo>
                  <a:cubicBezTo>
                    <a:pt x="0" y="14"/>
                    <a:pt x="0" y="14"/>
                    <a:pt x="0" y="14"/>
                  </a:cubicBezTo>
                  <a:cubicBezTo>
                    <a:pt x="2" y="16"/>
                    <a:pt x="4" y="17"/>
                    <a:pt x="7" y="17"/>
                  </a:cubicBezTo>
                  <a:cubicBezTo>
                    <a:pt x="11" y="17"/>
                    <a:pt x="14" y="16"/>
                    <a:pt x="14" y="12"/>
                  </a:cubicBezTo>
                  <a:cubicBezTo>
                    <a:pt x="14" y="9"/>
                    <a:pt x="11" y="8"/>
                    <a:pt x="8" y="7"/>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1" name="Freeform 35"/>
            <p:cNvSpPr>
              <a:spLocks/>
            </p:cNvSpPr>
            <p:nvPr userDrawn="1"/>
          </p:nvSpPr>
          <p:spPr bwMode="auto">
            <a:xfrm>
              <a:off x="8671908" y="798513"/>
              <a:ext cx="9542" cy="50800"/>
            </a:xfrm>
            <a:custGeom>
              <a:avLst/>
              <a:gdLst>
                <a:gd name="T0" fmla="*/ 0 w 6"/>
                <a:gd name="T1" fmla="*/ 32 h 32"/>
                <a:gd name="T2" fmla="*/ 6 w 6"/>
                <a:gd name="T3" fmla="*/ 32 h 32"/>
                <a:gd name="T4" fmla="*/ 6 w 6"/>
                <a:gd name="T5" fmla="*/ 0 h 32"/>
                <a:gd name="T6" fmla="*/ 0 w 6"/>
                <a:gd name="T7" fmla="*/ 0 h 32"/>
                <a:gd name="T8" fmla="*/ 0 w 6"/>
                <a:gd name="T9" fmla="*/ 32 h 32"/>
                <a:gd name="T10" fmla="*/ 0 w 6"/>
                <a:gd name="T11" fmla="*/ 32 h 32"/>
              </a:gdLst>
              <a:ahLst/>
              <a:cxnLst>
                <a:cxn ang="0">
                  <a:pos x="T0" y="T1"/>
                </a:cxn>
                <a:cxn ang="0">
                  <a:pos x="T2" y="T3"/>
                </a:cxn>
                <a:cxn ang="0">
                  <a:pos x="T4" y="T5"/>
                </a:cxn>
                <a:cxn ang="0">
                  <a:pos x="T6" y="T7"/>
                </a:cxn>
                <a:cxn ang="0">
                  <a:pos x="T8" y="T9"/>
                </a:cxn>
                <a:cxn ang="0">
                  <a:pos x="T10" y="T11"/>
                </a:cxn>
              </a:cxnLst>
              <a:rect l="0" t="0" r="r" b="b"/>
              <a:pathLst>
                <a:path w="6" h="32">
                  <a:moveTo>
                    <a:pt x="0" y="32"/>
                  </a:moveTo>
                  <a:lnTo>
                    <a:pt x="6" y="32"/>
                  </a:lnTo>
                  <a:lnTo>
                    <a:pt x="6" y="0"/>
                  </a:lnTo>
                  <a:lnTo>
                    <a:pt x="0" y="0"/>
                  </a:lnTo>
                  <a:lnTo>
                    <a:pt x="0" y="32"/>
                  </a:lnTo>
                  <a:lnTo>
                    <a:pt x="0" y="32"/>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2" name="Freeform 36"/>
            <p:cNvSpPr>
              <a:spLocks/>
            </p:cNvSpPr>
            <p:nvPr userDrawn="1"/>
          </p:nvSpPr>
          <p:spPr bwMode="auto">
            <a:xfrm>
              <a:off x="8690991" y="798513"/>
              <a:ext cx="84286" cy="50800"/>
            </a:xfrm>
            <a:custGeom>
              <a:avLst/>
              <a:gdLst>
                <a:gd name="T0" fmla="*/ 29 w 53"/>
                <a:gd name="T1" fmla="*/ 0 h 32"/>
                <a:gd name="T2" fmla="*/ 0 w 53"/>
                <a:gd name="T3" fmla="*/ 0 h 32"/>
                <a:gd name="T4" fmla="*/ 0 w 53"/>
                <a:gd name="T5" fmla="*/ 4 h 32"/>
                <a:gd name="T6" fmla="*/ 9 w 53"/>
                <a:gd name="T7" fmla="*/ 4 h 32"/>
                <a:gd name="T8" fmla="*/ 9 w 53"/>
                <a:gd name="T9" fmla="*/ 32 h 32"/>
                <a:gd name="T10" fmla="*/ 15 w 53"/>
                <a:gd name="T11" fmla="*/ 32 h 32"/>
                <a:gd name="T12" fmla="*/ 15 w 53"/>
                <a:gd name="T13" fmla="*/ 4 h 32"/>
                <a:gd name="T14" fmla="*/ 25 w 53"/>
                <a:gd name="T15" fmla="*/ 4 h 32"/>
                <a:gd name="T16" fmla="*/ 35 w 53"/>
                <a:gd name="T17" fmla="*/ 18 h 32"/>
                <a:gd name="T18" fmla="*/ 35 w 53"/>
                <a:gd name="T19" fmla="*/ 32 h 32"/>
                <a:gd name="T20" fmla="*/ 41 w 53"/>
                <a:gd name="T21" fmla="*/ 32 h 32"/>
                <a:gd name="T22" fmla="*/ 41 w 53"/>
                <a:gd name="T23" fmla="*/ 18 h 32"/>
                <a:gd name="T24" fmla="*/ 53 w 53"/>
                <a:gd name="T25" fmla="*/ 0 h 32"/>
                <a:gd name="T26" fmla="*/ 53 w 53"/>
                <a:gd name="T27" fmla="*/ 0 h 32"/>
                <a:gd name="T28" fmla="*/ 53 w 53"/>
                <a:gd name="T29" fmla="*/ 0 h 32"/>
                <a:gd name="T30" fmla="*/ 47 w 53"/>
                <a:gd name="T31" fmla="*/ 0 h 32"/>
                <a:gd name="T32" fmla="*/ 37 w 53"/>
                <a:gd name="T33" fmla="*/ 14 h 32"/>
                <a:gd name="T34" fmla="*/ 29 w 53"/>
                <a:gd name="T35" fmla="*/ 0 h 32"/>
                <a:gd name="T36" fmla="*/ 29 w 53"/>
                <a:gd name="T37"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53" h="32">
                  <a:moveTo>
                    <a:pt x="29" y="0"/>
                  </a:moveTo>
                  <a:lnTo>
                    <a:pt x="0" y="0"/>
                  </a:lnTo>
                  <a:lnTo>
                    <a:pt x="0" y="4"/>
                  </a:lnTo>
                  <a:lnTo>
                    <a:pt x="9" y="4"/>
                  </a:lnTo>
                  <a:lnTo>
                    <a:pt x="9" y="32"/>
                  </a:lnTo>
                  <a:lnTo>
                    <a:pt x="15" y="32"/>
                  </a:lnTo>
                  <a:lnTo>
                    <a:pt x="15" y="4"/>
                  </a:lnTo>
                  <a:lnTo>
                    <a:pt x="25" y="4"/>
                  </a:lnTo>
                  <a:lnTo>
                    <a:pt x="35" y="18"/>
                  </a:lnTo>
                  <a:lnTo>
                    <a:pt x="35" y="32"/>
                  </a:lnTo>
                  <a:lnTo>
                    <a:pt x="41" y="32"/>
                  </a:lnTo>
                  <a:lnTo>
                    <a:pt x="41" y="18"/>
                  </a:lnTo>
                  <a:lnTo>
                    <a:pt x="53" y="0"/>
                  </a:lnTo>
                  <a:lnTo>
                    <a:pt x="53" y="0"/>
                  </a:lnTo>
                  <a:lnTo>
                    <a:pt x="53" y="0"/>
                  </a:lnTo>
                  <a:lnTo>
                    <a:pt x="47" y="0"/>
                  </a:lnTo>
                  <a:lnTo>
                    <a:pt x="37" y="14"/>
                  </a:lnTo>
                  <a:lnTo>
                    <a:pt x="29" y="0"/>
                  </a:lnTo>
                  <a:lnTo>
                    <a:pt x="29" y="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3" name="Freeform 37"/>
            <p:cNvSpPr>
              <a:spLocks/>
            </p:cNvSpPr>
            <p:nvPr userDrawn="1"/>
          </p:nvSpPr>
          <p:spPr bwMode="auto">
            <a:xfrm>
              <a:off x="8484252" y="371475"/>
              <a:ext cx="291025" cy="363538"/>
            </a:xfrm>
            <a:custGeom>
              <a:avLst/>
              <a:gdLst>
                <a:gd name="T0" fmla="*/ 92 w 92"/>
                <a:gd name="T1" fmla="*/ 0 h 115"/>
                <a:gd name="T2" fmla="*/ 92 w 92"/>
                <a:gd name="T3" fmla="*/ 71 h 115"/>
                <a:gd name="T4" fmla="*/ 49 w 92"/>
                <a:gd name="T5" fmla="*/ 115 h 115"/>
                <a:gd name="T6" fmla="*/ 0 w 92"/>
                <a:gd name="T7" fmla="*/ 70 h 115"/>
                <a:gd name="T8" fmla="*/ 0 w 92"/>
                <a:gd name="T9" fmla="*/ 0 h 115"/>
                <a:gd name="T10" fmla="*/ 22 w 92"/>
                <a:gd name="T11" fmla="*/ 0 h 115"/>
                <a:gd name="T12" fmla="*/ 22 w 92"/>
                <a:gd name="T13" fmla="*/ 72 h 115"/>
                <a:gd name="T14" fmla="*/ 50 w 92"/>
                <a:gd name="T15" fmla="*/ 105 h 115"/>
                <a:gd name="T16" fmla="*/ 79 w 92"/>
                <a:gd name="T17" fmla="*/ 73 h 115"/>
                <a:gd name="T18" fmla="*/ 79 w 92"/>
                <a:gd name="T19" fmla="*/ 0 h 115"/>
                <a:gd name="T20" fmla="*/ 92 w 92"/>
                <a:gd name="T21" fmla="*/ 0 h 1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92" h="115">
                  <a:moveTo>
                    <a:pt x="92" y="0"/>
                  </a:moveTo>
                  <a:cubicBezTo>
                    <a:pt x="92" y="71"/>
                    <a:pt x="92" y="71"/>
                    <a:pt x="92" y="71"/>
                  </a:cubicBezTo>
                  <a:cubicBezTo>
                    <a:pt x="92" y="109"/>
                    <a:pt x="62" y="115"/>
                    <a:pt x="49" y="115"/>
                  </a:cubicBezTo>
                  <a:cubicBezTo>
                    <a:pt x="25" y="115"/>
                    <a:pt x="0" y="107"/>
                    <a:pt x="0" y="70"/>
                  </a:cubicBezTo>
                  <a:cubicBezTo>
                    <a:pt x="0" y="0"/>
                    <a:pt x="0" y="0"/>
                    <a:pt x="0" y="0"/>
                  </a:cubicBezTo>
                  <a:cubicBezTo>
                    <a:pt x="22" y="0"/>
                    <a:pt x="22" y="0"/>
                    <a:pt x="22" y="0"/>
                  </a:cubicBezTo>
                  <a:cubicBezTo>
                    <a:pt x="22" y="72"/>
                    <a:pt x="22" y="72"/>
                    <a:pt x="22" y="72"/>
                  </a:cubicBezTo>
                  <a:cubicBezTo>
                    <a:pt x="22" y="93"/>
                    <a:pt x="32" y="105"/>
                    <a:pt x="50" y="105"/>
                  </a:cubicBezTo>
                  <a:cubicBezTo>
                    <a:pt x="66" y="105"/>
                    <a:pt x="79" y="95"/>
                    <a:pt x="79" y="73"/>
                  </a:cubicBezTo>
                  <a:cubicBezTo>
                    <a:pt x="79" y="0"/>
                    <a:pt x="79" y="0"/>
                    <a:pt x="79" y="0"/>
                  </a:cubicBezTo>
                  <a:cubicBezTo>
                    <a:pt x="92" y="0"/>
                    <a:pt x="92" y="0"/>
                    <a:pt x="92" y="0"/>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4" name="Freeform 38"/>
            <p:cNvSpPr>
              <a:spLocks/>
            </p:cNvSpPr>
            <p:nvPr userDrawn="1"/>
          </p:nvSpPr>
          <p:spPr bwMode="auto">
            <a:xfrm>
              <a:off x="8096219" y="365125"/>
              <a:ext cx="337144" cy="369888"/>
            </a:xfrm>
            <a:custGeom>
              <a:avLst/>
              <a:gdLst>
                <a:gd name="T0" fmla="*/ 61 w 106"/>
                <a:gd name="T1" fmla="*/ 117 h 117"/>
                <a:gd name="T2" fmla="*/ 0 w 106"/>
                <a:gd name="T3" fmla="*/ 60 h 117"/>
                <a:gd name="T4" fmla="*/ 63 w 106"/>
                <a:gd name="T5" fmla="*/ 0 h 117"/>
                <a:gd name="T6" fmla="*/ 97 w 106"/>
                <a:gd name="T7" fmla="*/ 13 h 117"/>
                <a:gd name="T8" fmla="*/ 106 w 106"/>
                <a:gd name="T9" fmla="*/ 28 h 117"/>
                <a:gd name="T10" fmla="*/ 94 w 106"/>
                <a:gd name="T11" fmla="*/ 39 h 117"/>
                <a:gd name="T12" fmla="*/ 83 w 106"/>
                <a:gd name="T13" fmla="*/ 28 h 117"/>
                <a:gd name="T14" fmla="*/ 86 w 106"/>
                <a:gd name="T15" fmla="*/ 20 h 117"/>
                <a:gd name="T16" fmla="*/ 63 w 106"/>
                <a:gd name="T17" fmla="*/ 10 h 117"/>
                <a:gd name="T18" fmla="*/ 21 w 106"/>
                <a:gd name="T19" fmla="*/ 58 h 117"/>
                <a:gd name="T20" fmla="*/ 65 w 106"/>
                <a:gd name="T21" fmla="*/ 108 h 117"/>
                <a:gd name="T22" fmla="*/ 102 w 106"/>
                <a:gd name="T23" fmla="*/ 93 h 117"/>
                <a:gd name="T24" fmla="*/ 106 w 106"/>
                <a:gd name="T25" fmla="*/ 99 h 117"/>
                <a:gd name="T26" fmla="*/ 61 w 106"/>
                <a:gd name="T27" fmla="*/ 117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06" h="117">
                  <a:moveTo>
                    <a:pt x="61" y="117"/>
                  </a:moveTo>
                  <a:cubicBezTo>
                    <a:pt x="23" y="117"/>
                    <a:pt x="0" y="91"/>
                    <a:pt x="0" y="60"/>
                  </a:cubicBezTo>
                  <a:cubicBezTo>
                    <a:pt x="0" y="29"/>
                    <a:pt x="24" y="0"/>
                    <a:pt x="63" y="0"/>
                  </a:cubicBezTo>
                  <a:cubicBezTo>
                    <a:pt x="74" y="0"/>
                    <a:pt x="88" y="4"/>
                    <a:pt x="97" y="13"/>
                  </a:cubicBezTo>
                  <a:cubicBezTo>
                    <a:pt x="102" y="16"/>
                    <a:pt x="106" y="23"/>
                    <a:pt x="106" y="28"/>
                  </a:cubicBezTo>
                  <a:cubicBezTo>
                    <a:pt x="106" y="34"/>
                    <a:pt x="101" y="39"/>
                    <a:pt x="94" y="39"/>
                  </a:cubicBezTo>
                  <a:cubicBezTo>
                    <a:pt x="88" y="39"/>
                    <a:pt x="83" y="34"/>
                    <a:pt x="83" y="28"/>
                  </a:cubicBezTo>
                  <a:cubicBezTo>
                    <a:pt x="83" y="25"/>
                    <a:pt x="84" y="22"/>
                    <a:pt x="86" y="20"/>
                  </a:cubicBezTo>
                  <a:cubicBezTo>
                    <a:pt x="81" y="14"/>
                    <a:pt x="71" y="10"/>
                    <a:pt x="63" y="10"/>
                  </a:cubicBezTo>
                  <a:cubicBezTo>
                    <a:pt x="36" y="10"/>
                    <a:pt x="21" y="35"/>
                    <a:pt x="21" y="58"/>
                  </a:cubicBezTo>
                  <a:cubicBezTo>
                    <a:pt x="21" y="85"/>
                    <a:pt x="38" y="108"/>
                    <a:pt x="65" y="108"/>
                  </a:cubicBezTo>
                  <a:cubicBezTo>
                    <a:pt x="79" y="108"/>
                    <a:pt x="90" y="102"/>
                    <a:pt x="102" y="93"/>
                  </a:cubicBezTo>
                  <a:cubicBezTo>
                    <a:pt x="106" y="99"/>
                    <a:pt x="106" y="99"/>
                    <a:pt x="106" y="99"/>
                  </a:cubicBezTo>
                  <a:cubicBezTo>
                    <a:pt x="94" y="111"/>
                    <a:pt x="77" y="117"/>
                    <a:pt x="61" y="117"/>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5" name="Freeform 39"/>
            <p:cNvSpPr>
              <a:spLocks noEditPoints="1"/>
            </p:cNvSpPr>
            <p:nvPr userDrawn="1"/>
          </p:nvSpPr>
          <p:spPr bwMode="auto">
            <a:xfrm>
              <a:off x="7760666" y="371475"/>
              <a:ext cx="329192" cy="357188"/>
            </a:xfrm>
            <a:custGeom>
              <a:avLst/>
              <a:gdLst>
                <a:gd name="T0" fmla="*/ 163 w 207"/>
                <a:gd name="T1" fmla="*/ 225 h 225"/>
                <a:gd name="T2" fmla="*/ 207 w 207"/>
                <a:gd name="T3" fmla="*/ 225 h 225"/>
                <a:gd name="T4" fmla="*/ 119 w 207"/>
                <a:gd name="T5" fmla="*/ 0 h 225"/>
                <a:gd name="T6" fmla="*/ 85 w 207"/>
                <a:gd name="T7" fmla="*/ 0 h 225"/>
                <a:gd name="T8" fmla="*/ 0 w 207"/>
                <a:gd name="T9" fmla="*/ 225 h 225"/>
                <a:gd name="T10" fmla="*/ 21 w 207"/>
                <a:gd name="T11" fmla="*/ 225 h 225"/>
                <a:gd name="T12" fmla="*/ 47 w 207"/>
                <a:gd name="T13" fmla="*/ 161 h 225"/>
                <a:gd name="T14" fmla="*/ 139 w 207"/>
                <a:gd name="T15" fmla="*/ 161 h 225"/>
                <a:gd name="T16" fmla="*/ 163 w 207"/>
                <a:gd name="T17" fmla="*/ 225 h 225"/>
                <a:gd name="T18" fmla="*/ 163 w 207"/>
                <a:gd name="T19" fmla="*/ 225 h 225"/>
                <a:gd name="T20" fmla="*/ 53 w 207"/>
                <a:gd name="T21" fmla="*/ 141 h 225"/>
                <a:gd name="T22" fmla="*/ 93 w 207"/>
                <a:gd name="T23" fmla="*/ 36 h 225"/>
                <a:gd name="T24" fmla="*/ 133 w 207"/>
                <a:gd name="T25" fmla="*/ 141 h 225"/>
                <a:gd name="T26" fmla="*/ 53 w 207"/>
                <a:gd name="T27" fmla="*/ 141 h 225"/>
                <a:gd name="T28" fmla="*/ 53 w 207"/>
                <a:gd name="T29" fmla="*/ 141 h 2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07" h="225">
                  <a:moveTo>
                    <a:pt x="163" y="225"/>
                  </a:moveTo>
                  <a:lnTo>
                    <a:pt x="207" y="225"/>
                  </a:lnTo>
                  <a:lnTo>
                    <a:pt x="119" y="0"/>
                  </a:lnTo>
                  <a:lnTo>
                    <a:pt x="85" y="0"/>
                  </a:lnTo>
                  <a:lnTo>
                    <a:pt x="0" y="225"/>
                  </a:lnTo>
                  <a:lnTo>
                    <a:pt x="21" y="225"/>
                  </a:lnTo>
                  <a:lnTo>
                    <a:pt x="47" y="161"/>
                  </a:lnTo>
                  <a:lnTo>
                    <a:pt x="139" y="161"/>
                  </a:lnTo>
                  <a:lnTo>
                    <a:pt x="163" y="225"/>
                  </a:lnTo>
                  <a:lnTo>
                    <a:pt x="163" y="225"/>
                  </a:lnTo>
                  <a:close/>
                  <a:moveTo>
                    <a:pt x="53" y="141"/>
                  </a:moveTo>
                  <a:lnTo>
                    <a:pt x="93" y="36"/>
                  </a:lnTo>
                  <a:lnTo>
                    <a:pt x="133" y="141"/>
                  </a:lnTo>
                  <a:lnTo>
                    <a:pt x="53" y="141"/>
                  </a:lnTo>
                  <a:lnTo>
                    <a:pt x="53" y="141"/>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grpSp>
    </p:spTree>
    <p:extLst>
      <p:ext uri="{BB962C8B-B14F-4D97-AF65-F5344CB8AC3E}">
        <p14:creationId xmlns:p14="http://schemas.microsoft.com/office/powerpoint/2010/main" val="317887847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Slide 2">
    <p:spTree>
      <p:nvGrpSpPr>
        <p:cNvPr id="1" name=""/>
        <p:cNvGrpSpPr/>
        <p:nvPr/>
      </p:nvGrpSpPr>
      <p:grpSpPr>
        <a:xfrm>
          <a:off x="0" y="0"/>
          <a:ext cx="0" cy="0"/>
          <a:chOff x="0" y="0"/>
          <a:chExt cx="0" cy="0"/>
        </a:xfrm>
      </p:grpSpPr>
      <p:sp>
        <p:nvSpPr>
          <p:cNvPr id="44" name="Rectangle 43"/>
          <p:cNvSpPr/>
          <p:nvPr userDrawn="1"/>
        </p:nvSpPr>
        <p:spPr>
          <a:xfrm>
            <a:off x="0" y="-3175"/>
            <a:ext cx="9142413" cy="68580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45" name="AutoShape 3"/>
          <p:cNvSpPr>
            <a:spLocks noChangeAspect="1" noChangeArrowheads="1" noTextEdit="1"/>
          </p:cNvSpPr>
          <p:nvPr userDrawn="1"/>
        </p:nvSpPr>
        <p:spPr bwMode="auto">
          <a:xfrm>
            <a:off x="0" y="0"/>
            <a:ext cx="9144227" cy="685800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6" name="Freeform 5"/>
          <p:cNvSpPr>
            <a:spLocks/>
          </p:cNvSpPr>
          <p:nvPr userDrawn="1"/>
        </p:nvSpPr>
        <p:spPr bwMode="auto">
          <a:xfrm>
            <a:off x="0" y="457200"/>
            <a:ext cx="4572114" cy="6388100"/>
          </a:xfrm>
          <a:custGeom>
            <a:avLst/>
            <a:gdLst>
              <a:gd name="T0" fmla="*/ 2875 w 2875"/>
              <a:gd name="T1" fmla="*/ 0 h 4024"/>
              <a:gd name="T2" fmla="*/ 2875 w 2875"/>
              <a:gd name="T3" fmla="*/ 4024 h 4024"/>
              <a:gd name="T4" fmla="*/ 0 w 2875"/>
              <a:gd name="T5" fmla="*/ 4024 h 4024"/>
              <a:gd name="T6" fmla="*/ 0 w 2875"/>
              <a:gd name="T7" fmla="*/ 0 h 4024"/>
              <a:gd name="T8" fmla="*/ 2875 w 2875"/>
              <a:gd name="T9" fmla="*/ 0 h 4024"/>
              <a:gd name="T10" fmla="*/ 2875 w 2875"/>
              <a:gd name="T11" fmla="*/ 0 h 4024"/>
            </a:gdLst>
            <a:ahLst/>
            <a:cxnLst>
              <a:cxn ang="0">
                <a:pos x="T0" y="T1"/>
              </a:cxn>
              <a:cxn ang="0">
                <a:pos x="T2" y="T3"/>
              </a:cxn>
              <a:cxn ang="0">
                <a:pos x="T4" y="T5"/>
              </a:cxn>
              <a:cxn ang="0">
                <a:pos x="T6" y="T7"/>
              </a:cxn>
              <a:cxn ang="0">
                <a:pos x="T8" y="T9"/>
              </a:cxn>
              <a:cxn ang="0">
                <a:pos x="T10" y="T11"/>
              </a:cxn>
            </a:cxnLst>
            <a:rect l="0" t="0" r="r" b="b"/>
            <a:pathLst>
              <a:path w="2875" h="4024">
                <a:moveTo>
                  <a:pt x="2875" y="0"/>
                </a:moveTo>
                <a:lnTo>
                  <a:pt x="2875" y="4024"/>
                </a:lnTo>
                <a:lnTo>
                  <a:pt x="0" y="4024"/>
                </a:lnTo>
                <a:lnTo>
                  <a:pt x="0" y="0"/>
                </a:lnTo>
                <a:lnTo>
                  <a:pt x="2875" y="0"/>
                </a:lnTo>
                <a:lnTo>
                  <a:pt x="2875" y="0"/>
                </a:lnTo>
                <a:close/>
              </a:path>
            </a:pathLst>
          </a:custGeom>
          <a:solidFill>
            <a:srgbClr val="8C857B"/>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7" name="Freeform 6"/>
          <p:cNvSpPr>
            <a:spLocks/>
          </p:cNvSpPr>
          <p:nvPr userDrawn="1"/>
        </p:nvSpPr>
        <p:spPr bwMode="auto">
          <a:xfrm>
            <a:off x="4572114" y="-3175"/>
            <a:ext cx="4572114" cy="6858000"/>
          </a:xfrm>
          <a:custGeom>
            <a:avLst/>
            <a:gdLst>
              <a:gd name="T0" fmla="*/ 2875 w 2875"/>
              <a:gd name="T1" fmla="*/ 0 h 4320"/>
              <a:gd name="T2" fmla="*/ 2875 w 2875"/>
              <a:gd name="T3" fmla="*/ 4030 h 4320"/>
              <a:gd name="T4" fmla="*/ 290 w 2875"/>
              <a:gd name="T5" fmla="*/ 4030 h 4320"/>
              <a:gd name="T6" fmla="*/ 0 w 2875"/>
              <a:gd name="T7" fmla="*/ 4320 h 4320"/>
              <a:gd name="T8" fmla="*/ 0 w 2875"/>
              <a:gd name="T9" fmla="*/ 290 h 4320"/>
              <a:gd name="T10" fmla="*/ 290 w 2875"/>
              <a:gd name="T11" fmla="*/ 0 h 4320"/>
              <a:gd name="T12" fmla="*/ 2875 w 2875"/>
              <a:gd name="T13" fmla="*/ 0 h 4320"/>
              <a:gd name="T14" fmla="*/ 2875 w 2875"/>
              <a:gd name="T15" fmla="*/ 0 h 432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875" h="4320">
                <a:moveTo>
                  <a:pt x="2875" y="0"/>
                </a:moveTo>
                <a:lnTo>
                  <a:pt x="2875" y="4030"/>
                </a:lnTo>
                <a:lnTo>
                  <a:pt x="290" y="4030"/>
                </a:lnTo>
                <a:lnTo>
                  <a:pt x="0" y="4320"/>
                </a:lnTo>
                <a:lnTo>
                  <a:pt x="0" y="290"/>
                </a:lnTo>
                <a:lnTo>
                  <a:pt x="290" y="0"/>
                </a:lnTo>
                <a:lnTo>
                  <a:pt x="2875" y="0"/>
                </a:lnTo>
                <a:lnTo>
                  <a:pt x="2875" y="0"/>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grpSp>
        <p:nvGrpSpPr>
          <p:cNvPr id="2" name="Group 1"/>
          <p:cNvGrpSpPr/>
          <p:nvPr userDrawn="1"/>
        </p:nvGrpSpPr>
        <p:grpSpPr>
          <a:xfrm>
            <a:off x="7401258" y="365125"/>
            <a:ext cx="1374019" cy="484188"/>
            <a:chOff x="7401258" y="365125"/>
            <a:chExt cx="1374019" cy="484188"/>
          </a:xfrm>
        </p:grpSpPr>
        <p:sp>
          <p:nvSpPr>
            <p:cNvPr id="48" name="Freeform 7"/>
            <p:cNvSpPr>
              <a:spLocks/>
            </p:cNvSpPr>
            <p:nvPr userDrawn="1"/>
          </p:nvSpPr>
          <p:spPr bwMode="auto">
            <a:xfrm>
              <a:off x="7401258" y="371475"/>
              <a:ext cx="289435" cy="369888"/>
            </a:xfrm>
            <a:custGeom>
              <a:avLst/>
              <a:gdLst>
                <a:gd name="T0" fmla="*/ 91 w 91"/>
                <a:gd name="T1" fmla="*/ 0 h 117"/>
                <a:gd name="T2" fmla="*/ 91 w 91"/>
                <a:gd name="T3" fmla="*/ 51 h 117"/>
                <a:gd name="T4" fmla="*/ 46 w 91"/>
                <a:gd name="T5" fmla="*/ 117 h 117"/>
                <a:gd name="T6" fmla="*/ 0 w 91"/>
                <a:gd name="T7" fmla="*/ 51 h 117"/>
                <a:gd name="T8" fmla="*/ 0 w 91"/>
                <a:gd name="T9" fmla="*/ 0 h 117"/>
                <a:gd name="T10" fmla="*/ 91 w 91"/>
                <a:gd name="T11" fmla="*/ 0 h 117"/>
              </a:gdLst>
              <a:ahLst/>
              <a:cxnLst>
                <a:cxn ang="0">
                  <a:pos x="T0" y="T1"/>
                </a:cxn>
                <a:cxn ang="0">
                  <a:pos x="T2" y="T3"/>
                </a:cxn>
                <a:cxn ang="0">
                  <a:pos x="T4" y="T5"/>
                </a:cxn>
                <a:cxn ang="0">
                  <a:pos x="T6" y="T7"/>
                </a:cxn>
                <a:cxn ang="0">
                  <a:pos x="T8" y="T9"/>
                </a:cxn>
                <a:cxn ang="0">
                  <a:pos x="T10" y="T11"/>
                </a:cxn>
              </a:cxnLst>
              <a:rect l="0" t="0" r="r" b="b"/>
              <a:pathLst>
                <a:path w="91" h="117">
                  <a:moveTo>
                    <a:pt x="91" y="0"/>
                  </a:moveTo>
                  <a:cubicBezTo>
                    <a:pt x="91" y="51"/>
                    <a:pt x="91" y="51"/>
                    <a:pt x="91" y="51"/>
                  </a:cubicBezTo>
                  <a:cubicBezTo>
                    <a:pt x="91" y="77"/>
                    <a:pt x="74" y="105"/>
                    <a:pt x="46" y="117"/>
                  </a:cubicBezTo>
                  <a:cubicBezTo>
                    <a:pt x="18" y="105"/>
                    <a:pt x="0" y="77"/>
                    <a:pt x="0" y="51"/>
                  </a:cubicBezTo>
                  <a:cubicBezTo>
                    <a:pt x="0" y="0"/>
                    <a:pt x="0" y="0"/>
                    <a:pt x="0" y="0"/>
                  </a:cubicBezTo>
                  <a:cubicBezTo>
                    <a:pt x="91" y="0"/>
                    <a:pt x="91" y="0"/>
                    <a:pt x="91" y="0"/>
                  </a:cubicBezTo>
                  <a:close/>
                </a:path>
              </a:pathLst>
            </a:custGeom>
            <a:solidFill>
              <a:srgbClr val="E2231A"/>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9" name="Freeform 8"/>
            <p:cNvSpPr>
              <a:spLocks/>
            </p:cNvSpPr>
            <p:nvPr userDrawn="1"/>
          </p:nvSpPr>
          <p:spPr bwMode="auto">
            <a:xfrm>
              <a:off x="7455328" y="415925"/>
              <a:ext cx="181294" cy="236538"/>
            </a:xfrm>
            <a:custGeom>
              <a:avLst/>
              <a:gdLst>
                <a:gd name="T0" fmla="*/ 0 w 114"/>
                <a:gd name="T1" fmla="*/ 74 h 149"/>
                <a:gd name="T2" fmla="*/ 58 w 114"/>
                <a:gd name="T3" fmla="*/ 0 h 149"/>
                <a:gd name="T4" fmla="*/ 114 w 114"/>
                <a:gd name="T5" fmla="*/ 74 h 149"/>
                <a:gd name="T6" fmla="*/ 58 w 114"/>
                <a:gd name="T7" fmla="*/ 149 h 149"/>
                <a:gd name="T8" fmla="*/ 0 w 114"/>
                <a:gd name="T9" fmla="*/ 74 h 149"/>
                <a:gd name="T10" fmla="*/ 0 w 114"/>
                <a:gd name="T11" fmla="*/ 74 h 149"/>
              </a:gdLst>
              <a:ahLst/>
              <a:cxnLst>
                <a:cxn ang="0">
                  <a:pos x="T0" y="T1"/>
                </a:cxn>
                <a:cxn ang="0">
                  <a:pos x="T2" y="T3"/>
                </a:cxn>
                <a:cxn ang="0">
                  <a:pos x="T4" y="T5"/>
                </a:cxn>
                <a:cxn ang="0">
                  <a:pos x="T6" y="T7"/>
                </a:cxn>
                <a:cxn ang="0">
                  <a:pos x="T8" y="T9"/>
                </a:cxn>
                <a:cxn ang="0">
                  <a:pos x="T10" y="T11"/>
                </a:cxn>
              </a:cxnLst>
              <a:rect l="0" t="0" r="r" b="b"/>
              <a:pathLst>
                <a:path w="114" h="149">
                  <a:moveTo>
                    <a:pt x="0" y="74"/>
                  </a:moveTo>
                  <a:lnTo>
                    <a:pt x="58" y="0"/>
                  </a:lnTo>
                  <a:lnTo>
                    <a:pt x="114" y="74"/>
                  </a:lnTo>
                  <a:lnTo>
                    <a:pt x="58" y="149"/>
                  </a:lnTo>
                  <a:lnTo>
                    <a:pt x="0" y="74"/>
                  </a:lnTo>
                  <a:lnTo>
                    <a:pt x="0" y="74"/>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0" name="Freeform 9"/>
            <p:cNvSpPr>
              <a:spLocks/>
            </p:cNvSpPr>
            <p:nvPr userDrawn="1"/>
          </p:nvSpPr>
          <p:spPr bwMode="auto">
            <a:xfrm>
              <a:off x="7480773" y="466725"/>
              <a:ext cx="130405" cy="153988"/>
            </a:xfrm>
            <a:custGeom>
              <a:avLst/>
              <a:gdLst>
                <a:gd name="T0" fmla="*/ 18 w 41"/>
                <a:gd name="T1" fmla="*/ 26 h 49"/>
                <a:gd name="T2" fmla="*/ 21 w 41"/>
                <a:gd name="T3" fmla="*/ 49 h 49"/>
                <a:gd name="T4" fmla="*/ 21 w 41"/>
                <a:gd name="T5" fmla="*/ 49 h 49"/>
                <a:gd name="T6" fmla="*/ 21 w 41"/>
                <a:gd name="T7" fmla="*/ 49 h 49"/>
                <a:gd name="T8" fmla="*/ 23 w 41"/>
                <a:gd name="T9" fmla="*/ 26 h 49"/>
                <a:gd name="T10" fmla="*/ 23 w 41"/>
                <a:gd name="T11" fmla="*/ 24 h 49"/>
                <a:gd name="T12" fmla="*/ 32 w 41"/>
                <a:gd name="T13" fmla="*/ 24 h 49"/>
                <a:gd name="T14" fmla="*/ 32 w 41"/>
                <a:gd name="T15" fmla="*/ 25 h 49"/>
                <a:gd name="T16" fmla="*/ 35 w 41"/>
                <a:gd name="T17" fmla="*/ 28 h 49"/>
                <a:gd name="T18" fmla="*/ 37 w 41"/>
                <a:gd name="T19" fmla="*/ 25 h 49"/>
                <a:gd name="T20" fmla="*/ 37 w 41"/>
                <a:gd name="T21" fmla="*/ 24 h 49"/>
                <a:gd name="T22" fmla="*/ 38 w 41"/>
                <a:gd name="T23" fmla="*/ 24 h 49"/>
                <a:gd name="T24" fmla="*/ 41 w 41"/>
                <a:gd name="T25" fmla="*/ 21 h 49"/>
                <a:gd name="T26" fmla="*/ 38 w 41"/>
                <a:gd name="T27" fmla="*/ 19 h 49"/>
                <a:gd name="T28" fmla="*/ 37 w 41"/>
                <a:gd name="T29" fmla="*/ 19 h 49"/>
                <a:gd name="T30" fmla="*/ 37 w 41"/>
                <a:gd name="T31" fmla="*/ 18 h 49"/>
                <a:gd name="T32" fmla="*/ 35 w 41"/>
                <a:gd name="T33" fmla="*/ 15 h 49"/>
                <a:gd name="T34" fmla="*/ 32 w 41"/>
                <a:gd name="T35" fmla="*/ 18 h 49"/>
                <a:gd name="T36" fmla="*/ 32 w 41"/>
                <a:gd name="T37" fmla="*/ 19 h 49"/>
                <a:gd name="T38" fmla="*/ 23 w 41"/>
                <a:gd name="T39" fmla="*/ 19 h 49"/>
                <a:gd name="T40" fmla="*/ 23 w 41"/>
                <a:gd name="T41" fmla="*/ 9 h 49"/>
                <a:gd name="T42" fmla="*/ 24 w 41"/>
                <a:gd name="T43" fmla="*/ 9 h 49"/>
                <a:gd name="T44" fmla="*/ 27 w 41"/>
                <a:gd name="T45" fmla="*/ 6 h 49"/>
                <a:gd name="T46" fmla="*/ 24 w 41"/>
                <a:gd name="T47" fmla="*/ 3 h 49"/>
                <a:gd name="T48" fmla="*/ 23 w 41"/>
                <a:gd name="T49" fmla="*/ 3 h 49"/>
                <a:gd name="T50" fmla="*/ 23 w 41"/>
                <a:gd name="T51" fmla="*/ 3 h 49"/>
                <a:gd name="T52" fmla="*/ 21 w 41"/>
                <a:gd name="T53" fmla="*/ 0 h 49"/>
                <a:gd name="T54" fmla="*/ 18 w 41"/>
                <a:gd name="T55" fmla="*/ 3 h 49"/>
                <a:gd name="T56" fmla="*/ 18 w 41"/>
                <a:gd name="T57" fmla="*/ 3 h 49"/>
                <a:gd name="T58" fmla="*/ 17 w 41"/>
                <a:gd name="T59" fmla="*/ 3 h 49"/>
                <a:gd name="T60" fmla="*/ 14 w 41"/>
                <a:gd name="T61" fmla="*/ 6 h 49"/>
                <a:gd name="T62" fmla="*/ 17 w 41"/>
                <a:gd name="T63" fmla="*/ 9 h 49"/>
                <a:gd name="T64" fmla="*/ 18 w 41"/>
                <a:gd name="T65" fmla="*/ 9 h 49"/>
                <a:gd name="T66" fmla="*/ 18 w 41"/>
                <a:gd name="T67" fmla="*/ 19 h 49"/>
                <a:gd name="T68" fmla="*/ 18 w 41"/>
                <a:gd name="T69" fmla="*/ 19 h 49"/>
                <a:gd name="T70" fmla="*/ 10 w 41"/>
                <a:gd name="T71" fmla="*/ 19 h 49"/>
                <a:gd name="T72" fmla="*/ 10 w 41"/>
                <a:gd name="T73" fmla="*/ 18 h 49"/>
                <a:gd name="T74" fmla="*/ 7 w 41"/>
                <a:gd name="T75" fmla="*/ 15 h 49"/>
                <a:gd name="T76" fmla="*/ 4 w 41"/>
                <a:gd name="T77" fmla="*/ 18 h 49"/>
                <a:gd name="T78" fmla="*/ 4 w 41"/>
                <a:gd name="T79" fmla="*/ 19 h 49"/>
                <a:gd name="T80" fmla="*/ 4 w 41"/>
                <a:gd name="T81" fmla="*/ 19 h 49"/>
                <a:gd name="T82" fmla="*/ 0 w 41"/>
                <a:gd name="T83" fmla="*/ 21 h 49"/>
                <a:gd name="T84" fmla="*/ 4 w 41"/>
                <a:gd name="T85" fmla="*/ 24 h 49"/>
                <a:gd name="T86" fmla="*/ 4 w 41"/>
                <a:gd name="T87" fmla="*/ 24 h 49"/>
                <a:gd name="T88" fmla="*/ 4 w 41"/>
                <a:gd name="T89" fmla="*/ 25 h 49"/>
                <a:gd name="T90" fmla="*/ 7 w 41"/>
                <a:gd name="T91" fmla="*/ 28 h 49"/>
                <a:gd name="T92" fmla="*/ 10 w 41"/>
                <a:gd name="T93" fmla="*/ 25 h 49"/>
                <a:gd name="T94" fmla="*/ 10 w 41"/>
                <a:gd name="T95" fmla="*/ 24 h 49"/>
                <a:gd name="T96" fmla="*/ 18 w 41"/>
                <a:gd name="T97" fmla="*/ 24 h 49"/>
                <a:gd name="T98" fmla="*/ 18 w 41"/>
                <a:gd name="T99" fmla="*/ 26 h 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1" h="49">
                  <a:moveTo>
                    <a:pt x="18" y="26"/>
                  </a:moveTo>
                  <a:cubicBezTo>
                    <a:pt x="18" y="36"/>
                    <a:pt x="20" y="48"/>
                    <a:pt x="21" y="49"/>
                  </a:cubicBezTo>
                  <a:cubicBezTo>
                    <a:pt x="21" y="49"/>
                    <a:pt x="21" y="49"/>
                    <a:pt x="21" y="49"/>
                  </a:cubicBezTo>
                  <a:cubicBezTo>
                    <a:pt x="21" y="49"/>
                    <a:pt x="21" y="49"/>
                    <a:pt x="21" y="49"/>
                  </a:cubicBezTo>
                  <a:cubicBezTo>
                    <a:pt x="21" y="48"/>
                    <a:pt x="23" y="36"/>
                    <a:pt x="23" y="26"/>
                  </a:cubicBezTo>
                  <a:cubicBezTo>
                    <a:pt x="23" y="24"/>
                    <a:pt x="23" y="24"/>
                    <a:pt x="23" y="24"/>
                  </a:cubicBezTo>
                  <a:cubicBezTo>
                    <a:pt x="32" y="24"/>
                    <a:pt x="32" y="24"/>
                    <a:pt x="32" y="24"/>
                  </a:cubicBezTo>
                  <a:cubicBezTo>
                    <a:pt x="32" y="25"/>
                    <a:pt x="32" y="25"/>
                    <a:pt x="32" y="25"/>
                  </a:cubicBezTo>
                  <a:cubicBezTo>
                    <a:pt x="32" y="26"/>
                    <a:pt x="33" y="28"/>
                    <a:pt x="35" y="28"/>
                  </a:cubicBezTo>
                  <a:cubicBezTo>
                    <a:pt x="36" y="28"/>
                    <a:pt x="37" y="26"/>
                    <a:pt x="37" y="25"/>
                  </a:cubicBezTo>
                  <a:cubicBezTo>
                    <a:pt x="37" y="24"/>
                    <a:pt x="37" y="24"/>
                    <a:pt x="37" y="24"/>
                  </a:cubicBezTo>
                  <a:cubicBezTo>
                    <a:pt x="38" y="24"/>
                    <a:pt x="38" y="24"/>
                    <a:pt x="38" y="24"/>
                  </a:cubicBezTo>
                  <a:cubicBezTo>
                    <a:pt x="39" y="24"/>
                    <a:pt x="41" y="23"/>
                    <a:pt x="41" y="21"/>
                  </a:cubicBezTo>
                  <a:cubicBezTo>
                    <a:pt x="41" y="20"/>
                    <a:pt x="39" y="19"/>
                    <a:pt x="38" y="19"/>
                  </a:cubicBezTo>
                  <a:cubicBezTo>
                    <a:pt x="37" y="19"/>
                    <a:pt x="37" y="19"/>
                    <a:pt x="37" y="19"/>
                  </a:cubicBezTo>
                  <a:cubicBezTo>
                    <a:pt x="37" y="18"/>
                    <a:pt x="37" y="18"/>
                    <a:pt x="37" y="18"/>
                  </a:cubicBezTo>
                  <a:cubicBezTo>
                    <a:pt x="37" y="17"/>
                    <a:pt x="36" y="15"/>
                    <a:pt x="35" y="15"/>
                  </a:cubicBezTo>
                  <a:cubicBezTo>
                    <a:pt x="33" y="15"/>
                    <a:pt x="32" y="17"/>
                    <a:pt x="32" y="18"/>
                  </a:cubicBezTo>
                  <a:cubicBezTo>
                    <a:pt x="32" y="19"/>
                    <a:pt x="32" y="19"/>
                    <a:pt x="32" y="19"/>
                  </a:cubicBezTo>
                  <a:cubicBezTo>
                    <a:pt x="23" y="19"/>
                    <a:pt x="23" y="19"/>
                    <a:pt x="23" y="19"/>
                  </a:cubicBezTo>
                  <a:cubicBezTo>
                    <a:pt x="23" y="9"/>
                    <a:pt x="23" y="9"/>
                    <a:pt x="23" y="9"/>
                  </a:cubicBezTo>
                  <a:cubicBezTo>
                    <a:pt x="24" y="9"/>
                    <a:pt x="24" y="9"/>
                    <a:pt x="24" y="9"/>
                  </a:cubicBezTo>
                  <a:cubicBezTo>
                    <a:pt x="25" y="9"/>
                    <a:pt x="27" y="8"/>
                    <a:pt x="27" y="6"/>
                  </a:cubicBezTo>
                  <a:cubicBezTo>
                    <a:pt x="27" y="5"/>
                    <a:pt x="25" y="3"/>
                    <a:pt x="24" y="3"/>
                  </a:cubicBezTo>
                  <a:cubicBezTo>
                    <a:pt x="23" y="3"/>
                    <a:pt x="23" y="3"/>
                    <a:pt x="23" y="3"/>
                  </a:cubicBezTo>
                  <a:cubicBezTo>
                    <a:pt x="23" y="3"/>
                    <a:pt x="23" y="3"/>
                    <a:pt x="23" y="3"/>
                  </a:cubicBezTo>
                  <a:cubicBezTo>
                    <a:pt x="23" y="1"/>
                    <a:pt x="22" y="0"/>
                    <a:pt x="21" y="0"/>
                  </a:cubicBezTo>
                  <a:cubicBezTo>
                    <a:pt x="19" y="0"/>
                    <a:pt x="18" y="1"/>
                    <a:pt x="18" y="3"/>
                  </a:cubicBezTo>
                  <a:cubicBezTo>
                    <a:pt x="18" y="3"/>
                    <a:pt x="18" y="3"/>
                    <a:pt x="18" y="3"/>
                  </a:cubicBezTo>
                  <a:cubicBezTo>
                    <a:pt x="17" y="3"/>
                    <a:pt x="17" y="3"/>
                    <a:pt x="17" y="3"/>
                  </a:cubicBezTo>
                  <a:cubicBezTo>
                    <a:pt x="16" y="3"/>
                    <a:pt x="14" y="5"/>
                    <a:pt x="14" y="6"/>
                  </a:cubicBezTo>
                  <a:cubicBezTo>
                    <a:pt x="14" y="8"/>
                    <a:pt x="16" y="9"/>
                    <a:pt x="17" y="9"/>
                  </a:cubicBezTo>
                  <a:cubicBezTo>
                    <a:pt x="18" y="9"/>
                    <a:pt x="18" y="9"/>
                    <a:pt x="18" y="9"/>
                  </a:cubicBezTo>
                  <a:cubicBezTo>
                    <a:pt x="18" y="19"/>
                    <a:pt x="18" y="19"/>
                    <a:pt x="18" y="19"/>
                  </a:cubicBezTo>
                  <a:cubicBezTo>
                    <a:pt x="18" y="19"/>
                    <a:pt x="18" y="19"/>
                    <a:pt x="18" y="19"/>
                  </a:cubicBezTo>
                  <a:cubicBezTo>
                    <a:pt x="10" y="19"/>
                    <a:pt x="10" y="19"/>
                    <a:pt x="10" y="19"/>
                  </a:cubicBezTo>
                  <a:cubicBezTo>
                    <a:pt x="10" y="18"/>
                    <a:pt x="10" y="18"/>
                    <a:pt x="10" y="18"/>
                  </a:cubicBezTo>
                  <a:cubicBezTo>
                    <a:pt x="10" y="17"/>
                    <a:pt x="8" y="15"/>
                    <a:pt x="7" y="15"/>
                  </a:cubicBezTo>
                  <a:cubicBezTo>
                    <a:pt x="5" y="15"/>
                    <a:pt x="4" y="17"/>
                    <a:pt x="4" y="18"/>
                  </a:cubicBezTo>
                  <a:cubicBezTo>
                    <a:pt x="4" y="19"/>
                    <a:pt x="4" y="19"/>
                    <a:pt x="4" y="19"/>
                  </a:cubicBezTo>
                  <a:cubicBezTo>
                    <a:pt x="4" y="19"/>
                    <a:pt x="4" y="19"/>
                    <a:pt x="4" y="19"/>
                  </a:cubicBezTo>
                  <a:cubicBezTo>
                    <a:pt x="2" y="19"/>
                    <a:pt x="0" y="20"/>
                    <a:pt x="0" y="21"/>
                  </a:cubicBezTo>
                  <a:cubicBezTo>
                    <a:pt x="0" y="23"/>
                    <a:pt x="2" y="24"/>
                    <a:pt x="4" y="24"/>
                  </a:cubicBezTo>
                  <a:cubicBezTo>
                    <a:pt x="4" y="24"/>
                    <a:pt x="4" y="24"/>
                    <a:pt x="4" y="24"/>
                  </a:cubicBezTo>
                  <a:cubicBezTo>
                    <a:pt x="4" y="25"/>
                    <a:pt x="4" y="25"/>
                    <a:pt x="4" y="25"/>
                  </a:cubicBezTo>
                  <a:cubicBezTo>
                    <a:pt x="4" y="26"/>
                    <a:pt x="5" y="28"/>
                    <a:pt x="7" y="28"/>
                  </a:cubicBezTo>
                  <a:cubicBezTo>
                    <a:pt x="8" y="28"/>
                    <a:pt x="10" y="26"/>
                    <a:pt x="10" y="25"/>
                  </a:cubicBezTo>
                  <a:cubicBezTo>
                    <a:pt x="10" y="24"/>
                    <a:pt x="10" y="24"/>
                    <a:pt x="10" y="24"/>
                  </a:cubicBezTo>
                  <a:cubicBezTo>
                    <a:pt x="18" y="24"/>
                    <a:pt x="18" y="24"/>
                    <a:pt x="18" y="24"/>
                  </a:cubicBezTo>
                  <a:cubicBezTo>
                    <a:pt x="18" y="26"/>
                    <a:pt x="18" y="26"/>
                    <a:pt x="18" y="26"/>
                  </a:cubicBezTo>
                  <a:close/>
                </a:path>
              </a:pathLst>
            </a:custGeom>
            <a:solidFill>
              <a:srgbClr val="E2231A"/>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1" name="Freeform 10"/>
            <p:cNvSpPr>
              <a:spLocks noEditPoints="1"/>
            </p:cNvSpPr>
            <p:nvPr userDrawn="1"/>
          </p:nvSpPr>
          <p:spPr bwMode="auto">
            <a:xfrm>
              <a:off x="7401258" y="798513"/>
              <a:ext cx="54070" cy="50800"/>
            </a:xfrm>
            <a:custGeom>
              <a:avLst/>
              <a:gdLst>
                <a:gd name="T0" fmla="*/ 20 w 34"/>
                <a:gd name="T1" fmla="*/ 0 h 32"/>
                <a:gd name="T2" fmla="*/ 14 w 34"/>
                <a:gd name="T3" fmla="*/ 0 h 32"/>
                <a:gd name="T4" fmla="*/ 0 w 34"/>
                <a:gd name="T5" fmla="*/ 32 h 32"/>
                <a:gd name="T6" fmla="*/ 6 w 34"/>
                <a:gd name="T7" fmla="*/ 32 h 32"/>
                <a:gd name="T8" fmla="*/ 10 w 34"/>
                <a:gd name="T9" fmla="*/ 26 h 32"/>
                <a:gd name="T10" fmla="*/ 26 w 34"/>
                <a:gd name="T11" fmla="*/ 26 h 32"/>
                <a:gd name="T12" fmla="*/ 30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2 w 34"/>
                <a:gd name="T25" fmla="*/ 20 h 32"/>
                <a:gd name="T26" fmla="*/ 18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10" y="26"/>
                  </a:lnTo>
                  <a:lnTo>
                    <a:pt x="26" y="26"/>
                  </a:lnTo>
                  <a:lnTo>
                    <a:pt x="30" y="32"/>
                  </a:lnTo>
                  <a:lnTo>
                    <a:pt x="34" y="32"/>
                  </a:lnTo>
                  <a:lnTo>
                    <a:pt x="20" y="0"/>
                  </a:lnTo>
                  <a:lnTo>
                    <a:pt x="20" y="0"/>
                  </a:lnTo>
                  <a:lnTo>
                    <a:pt x="20" y="0"/>
                  </a:lnTo>
                  <a:close/>
                  <a:moveTo>
                    <a:pt x="24" y="20"/>
                  </a:moveTo>
                  <a:lnTo>
                    <a:pt x="12" y="20"/>
                  </a:lnTo>
                  <a:lnTo>
                    <a:pt x="18" y="6"/>
                  </a:lnTo>
                  <a:lnTo>
                    <a:pt x="24" y="20"/>
                  </a:lnTo>
                  <a:lnTo>
                    <a:pt x="24" y="2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2" name="Freeform 11"/>
            <p:cNvSpPr>
              <a:spLocks/>
            </p:cNvSpPr>
            <p:nvPr userDrawn="1"/>
          </p:nvSpPr>
          <p:spPr bwMode="auto">
            <a:xfrm>
              <a:off x="7458509" y="798513"/>
              <a:ext cx="44528" cy="50800"/>
            </a:xfrm>
            <a:custGeom>
              <a:avLst/>
              <a:gdLst>
                <a:gd name="T0" fmla="*/ 11 w 14"/>
                <a:gd name="T1" fmla="*/ 9 h 16"/>
                <a:gd name="T2" fmla="*/ 7 w 14"/>
                <a:gd name="T3" fmla="*/ 14 h 16"/>
                <a:gd name="T4" fmla="*/ 3 w 14"/>
                <a:gd name="T5" fmla="*/ 9 h 16"/>
                <a:gd name="T6" fmla="*/ 3 w 14"/>
                <a:gd name="T7" fmla="*/ 0 h 16"/>
                <a:gd name="T8" fmla="*/ 0 w 14"/>
                <a:gd name="T9" fmla="*/ 0 h 16"/>
                <a:gd name="T10" fmla="*/ 0 w 14"/>
                <a:gd name="T11" fmla="*/ 9 h 16"/>
                <a:gd name="T12" fmla="*/ 7 w 14"/>
                <a:gd name="T13" fmla="*/ 16 h 16"/>
                <a:gd name="T14" fmla="*/ 14 w 14"/>
                <a:gd name="T15" fmla="*/ 9 h 16"/>
                <a:gd name="T16" fmla="*/ 14 w 14"/>
                <a:gd name="T17" fmla="*/ 0 h 16"/>
                <a:gd name="T18" fmla="*/ 11 w 14"/>
                <a:gd name="T19" fmla="*/ 0 h 16"/>
                <a:gd name="T20" fmla="*/ 11 w 14"/>
                <a:gd name="T21" fmla="*/ 9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4" h="16">
                  <a:moveTo>
                    <a:pt x="11" y="9"/>
                  </a:moveTo>
                  <a:cubicBezTo>
                    <a:pt x="11" y="12"/>
                    <a:pt x="9" y="14"/>
                    <a:pt x="7" y="14"/>
                  </a:cubicBezTo>
                  <a:cubicBezTo>
                    <a:pt x="5" y="14"/>
                    <a:pt x="3" y="12"/>
                    <a:pt x="3" y="9"/>
                  </a:cubicBezTo>
                  <a:cubicBezTo>
                    <a:pt x="3" y="0"/>
                    <a:pt x="3" y="0"/>
                    <a:pt x="3" y="0"/>
                  </a:cubicBezTo>
                  <a:cubicBezTo>
                    <a:pt x="0" y="0"/>
                    <a:pt x="0" y="0"/>
                    <a:pt x="0" y="0"/>
                  </a:cubicBezTo>
                  <a:cubicBezTo>
                    <a:pt x="0" y="9"/>
                    <a:pt x="0" y="9"/>
                    <a:pt x="0" y="9"/>
                  </a:cubicBezTo>
                  <a:cubicBezTo>
                    <a:pt x="0" y="14"/>
                    <a:pt x="4" y="16"/>
                    <a:pt x="7" y="16"/>
                  </a:cubicBezTo>
                  <a:cubicBezTo>
                    <a:pt x="10" y="16"/>
                    <a:pt x="14" y="14"/>
                    <a:pt x="14" y="9"/>
                  </a:cubicBezTo>
                  <a:cubicBezTo>
                    <a:pt x="14" y="0"/>
                    <a:pt x="14" y="0"/>
                    <a:pt x="14" y="0"/>
                  </a:cubicBezTo>
                  <a:cubicBezTo>
                    <a:pt x="11" y="0"/>
                    <a:pt x="11" y="0"/>
                    <a:pt x="11" y="0"/>
                  </a:cubicBezTo>
                  <a:cubicBezTo>
                    <a:pt x="11" y="9"/>
                    <a:pt x="11" y="9"/>
                    <a:pt x="11" y="9"/>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3" name="Freeform 12"/>
            <p:cNvSpPr>
              <a:spLocks/>
            </p:cNvSpPr>
            <p:nvPr userDrawn="1"/>
          </p:nvSpPr>
          <p:spPr bwMode="auto">
            <a:xfrm>
              <a:off x="7512579" y="795338"/>
              <a:ext cx="41348" cy="53975"/>
            </a:xfrm>
            <a:custGeom>
              <a:avLst/>
              <a:gdLst>
                <a:gd name="T0" fmla="*/ 7 w 13"/>
                <a:gd name="T1" fmla="*/ 7 h 17"/>
                <a:gd name="T2" fmla="*/ 3 w 13"/>
                <a:gd name="T3" fmla="*/ 5 h 17"/>
                <a:gd name="T4" fmla="*/ 7 w 13"/>
                <a:gd name="T5" fmla="*/ 3 h 17"/>
                <a:gd name="T6" fmla="*/ 11 w 13"/>
                <a:gd name="T7" fmla="*/ 5 h 17"/>
                <a:gd name="T8" fmla="*/ 11 w 13"/>
                <a:gd name="T9" fmla="*/ 5 h 17"/>
                <a:gd name="T10" fmla="*/ 13 w 13"/>
                <a:gd name="T11" fmla="*/ 4 h 17"/>
                <a:gd name="T12" fmla="*/ 13 w 13"/>
                <a:gd name="T13" fmla="*/ 3 h 17"/>
                <a:gd name="T14" fmla="*/ 7 w 13"/>
                <a:gd name="T15" fmla="*/ 0 h 17"/>
                <a:gd name="T16" fmla="*/ 2 w 13"/>
                <a:gd name="T17" fmla="*/ 2 h 17"/>
                <a:gd name="T18" fmla="*/ 0 w 13"/>
                <a:gd name="T19" fmla="*/ 5 h 17"/>
                <a:gd name="T20" fmla="*/ 7 w 13"/>
                <a:gd name="T21" fmla="*/ 10 h 17"/>
                <a:gd name="T22" fmla="*/ 11 w 13"/>
                <a:gd name="T23" fmla="*/ 12 h 17"/>
                <a:gd name="T24" fmla="*/ 7 w 13"/>
                <a:gd name="T25" fmla="*/ 15 h 17"/>
                <a:gd name="T26" fmla="*/ 2 w 13"/>
                <a:gd name="T27" fmla="*/ 12 h 17"/>
                <a:gd name="T28" fmla="*/ 2 w 13"/>
                <a:gd name="T29" fmla="*/ 12 h 17"/>
                <a:gd name="T30" fmla="*/ 0 w 13"/>
                <a:gd name="T31" fmla="*/ 13 h 17"/>
                <a:gd name="T32" fmla="*/ 0 w 13"/>
                <a:gd name="T33" fmla="*/ 14 h 17"/>
                <a:gd name="T34" fmla="*/ 7 w 13"/>
                <a:gd name="T35" fmla="*/ 17 h 17"/>
                <a:gd name="T36" fmla="*/ 13 w 13"/>
                <a:gd name="T37" fmla="*/ 12 h 17"/>
                <a:gd name="T38" fmla="*/ 7 w 13"/>
                <a:gd name="T39" fmla="*/ 7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3" h="17">
                  <a:moveTo>
                    <a:pt x="7" y="7"/>
                  </a:moveTo>
                  <a:cubicBezTo>
                    <a:pt x="5" y="7"/>
                    <a:pt x="3" y="6"/>
                    <a:pt x="3" y="5"/>
                  </a:cubicBezTo>
                  <a:cubicBezTo>
                    <a:pt x="3" y="4"/>
                    <a:pt x="5" y="3"/>
                    <a:pt x="7" y="3"/>
                  </a:cubicBezTo>
                  <a:cubicBezTo>
                    <a:pt x="9" y="3"/>
                    <a:pt x="10" y="3"/>
                    <a:pt x="11" y="5"/>
                  </a:cubicBezTo>
                  <a:cubicBezTo>
                    <a:pt x="11" y="5"/>
                    <a:pt x="11" y="5"/>
                    <a:pt x="11" y="5"/>
                  </a:cubicBezTo>
                  <a:cubicBezTo>
                    <a:pt x="13" y="4"/>
                    <a:pt x="13" y="4"/>
                    <a:pt x="13" y="4"/>
                  </a:cubicBezTo>
                  <a:cubicBezTo>
                    <a:pt x="13" y="3"/>
                    <a:pt x="13" y="3"/>
                    <a:pt x="13" y="3"/>
                  </a:cubicBezTo>
                  <a:cubicBezTo>
                    <a:pt x="12" y="1"/>
                    <a:pt x="10" y="0"/>
                    <a:pt x="7" y="0"/>
                  </a:cubicBezTo>
                  <a:cubicBezTo>
                    <a:pt x="5" y="0"/>
                    <a:pt x="3" y="1"/>
                    <a:pt x="2" y="2"/>
                  </a:cubicBezTo>
                  <a:cubicBezTo>
                    <a:pt x="1" y="3"/>
                    <a:pt x="0" y="4"/>
                    <a:pt x="0" y="5"/>
                  </a:cubicBezTo>
                  <a:cubicBezTo>
                    <a:pt x="0" y="9"/>
                    <a:pt x="4" y="9"/>
                    <a:pt x="7" y="10"/>
                  </a:cubicBezTo>
                  <a:cubicBezTo>
                    <a:pt x="9" y="10"/>
                    <a:pt x="11" y="11"/>
                    <a:pt x="11" y="12"/>
                  </a:cubicBezTo>
                  <a:cubicBezTo>
                    <a:pt x="11" y="15"/>
                    <a:pt x="8" y="15"/>
                    <a:pt x="7" y="15"/>
                  </a:cubicBezTo>
                  <a:cubicBezTo>
                    <a:pt x="5" y="15"/>
                    <a:pt x="3" y="14"/>
                    <a:pt x="2" y="12"/>
                  </a:cubicBezTo>
                  <a:cubicBezTo>
                    <a:pt x="2" y="12"/>
                    <a:pt x="2" y="12"/>
                    <a:pt x="2" y="12"/>
                  </a:cubicBezTo>
                  <a:cubicBezTo>
                    <a:pt x="0" y="13"/>
                    <a:pt x="0" y="13"/>
                    <a:pt x="0" y="13"/>
                  </a:cubicBezTo>
                  <a:cubicBezTo>
                    <a:pt x="0" y="14"/>
                    <a:pt x="0" y="14"/>
                    <a:pt x="0" y="14"/>
                  </a:cubicBezTo>
                  <a:cubicBezTo>
                    <a:pt x="1" y="16"/>
                    <a:pt x="3" y="17"/>
                    <a:pt x="7" y="17"/>
                  </a:cubicBezTo>
                  <a:cubicBezTo>
                    <a:pt x="10" y="17"/>
                    <a:pt x="13" y="16"/>
                    <a:pt x="13" y="12"/>
                  </a:cubicBezTo>
                  <a:cubicBezTo>
                    <a:pt x="13" y="9"/>
                    <a:pt x="10" y="8"/>
                    <a:pt x="7" y="7"/>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4" name="Freeform 13"/>
            <p:cNvSpPr>
              <a:spLocks/>
            </p:cNvSpPr>
            <p:nvPr userDrawn="1"/>
          </p:nvSpPr>
          <p:spPr bwMode="auto">
            <a:xfrm>
              <a:off x="7560288" y="798513"/>
              <a:ext cx="41348" cy="50800"/>
            </a:xfrm>
            <a:custGeom>
              <a:avLst/>
              <a:gdLst>
                <a:gd name="T0" fmla="*/ 0 w 26"/>
                <a:gd name="T1" fmla="*/ 4 h 32"/>
                <a:gd name="T2" fmla="*/ 10 w 26"/>
                <a:gd name="T3" fmla="*/ 4 h 32"/>
                <a:gd name="T4" fmla="*/ 10 w 26"/>
                <a:gd name="T5" fmla="*/ 32 h 32"/>
                <a:gd name="T6" fmla="*/ 16 w 26"/>
                <a:gd name="T7" fmla="*/ 32 h 32"/>
                <a:gd name="T8" fmla="*/ 16 w 26"/>
                <a:gd name="T9" fmla="*/ 4 h 32"/>
                <a:gd name="T10" fmla="*/ 26 w 26"/>
                <a:gd name="T11" fmla="*/ 4 h 32"/>
                <a:gd name="T12" fmla="*/ 26 w 26"/>
                <a:gd name="T13" fmla="*/ 0 h 32"/>
                <a:gd name="T14" fmla="*/ 0 w 26"/>
                <a:gd name="T15" fmla="*/ 0 h 32"/>
                <a:gd name="T16" fmla="*/ 0 w 26"/>
                <a:gd name="T17" fmla="*/ 4 h 32"/>
                <a:gd name="T18" fmla="*/ 0 w 26"/>
                <a:gd name="T19" fmla="*/ 4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6" h="32">
                  <a:moveTo>
                    <a:pt x="0" y="4"/>
                  </a:moveTo>
                  <a:lnTo>
                    <a:pt x="10" y="4"/>
                  </a:lnTo>
                  <a:lnTo>
                    <a:pt x="10" y="32"/>
                  </a:lnTo>
                  <a:lnTo>
                    <a:pt x="16" y="32"/>
                  </a:lnTo>
                  <a:lnTo>
                    <a:pt x="16" y="4"/>
                  </a:lnTo>
                  <a:lnTo>
                    <a:pt x="26" y="4"/>
                  </a:lnTo>
                  <a:lnTo>
                    <a:pt x="26" y="0"/>
                  </a:lnTo>
                  <a:lnTo>
                    <a:pt x="0" y="0"/>
                  </a:lnTo>
                  <a:lnTo>
                    <a:pt x="0" y="4"/>
                  </a:lnTo>
                  <a:lnTo>
                    <a:pt x="0" y="4"/>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5" name="Freeform 14"/>
            <p:cNvSpPr>
              <a:spLocks noEditPoints="1"/>
            </p:cNvSpPr>
            <p:nvPr userDrawn="1"/>
          </p:nvSpPr>
          <p:spPr bwMode="auto">
            <a:xfrm>
              <a:off x="7611177" y="798513"/>
              <a:ext cx="44528" cy="50800"/>
            </a:xfrm>
            <a:custGeom>
              <a:avLst/>
              <a:gdLst>
                <a:gd name="T0" fmla="*/ 13 w 14"/>
                <a:gd name="T1" fmla="*/ 5 h 16"/>
                <a:gd name="T2" fmla="*/ 7 w 14"/>
                <a:gd name="T3" fmla="*/ 0 h 16"/>
                <a:gd name="T4" fmla="*/ 0 w 14"/>
                <a:gd name="T5" fmla="*/ 0 h 16"/>
                <a:gd name="T6" fmla="*/ 0 w 14"/>
                <a:gd name="T7" fmla="*/ 16 h 16"/>
                <a:gd name="T8" fmla="*/ 2 w 14"/>
                <a:gd name="T9" fmla="*/ 16 h 16"/>
                <a:gd name="T10" fmla="*/ 2 w 14"/>
                <a:gd name="T11" fmla="*/ 10 h 16"/>
                <a:gd name="T12" fmla="*/ 6 w 14"/>
                <a:gd name="T13" fmla="*/ 10 h 16"/>
                <a:gd name="T14" fmla="*/ 10 w 14"/>
                <a:gd name="T15" fmla="*/ 16 h 16"/>
                <a:gd name="T16" fmla="*/ 14 w 14"/>
                <a:gd name="T17" fmla="*/ 16 h 16"/>
                <a:gd name="T18" fmla="*/ 8 w 14"/>
                <a:gd name="T19" fmla="*/ 10 h 16"/>
                <a:gd name="T20" fmla="*/ 13 w 14"/>
                <a:gd name="T21" fmla="*/ 5 h 16"/>
                <a:gd name="T22" fmla="*/ 2 w 14"/>
                <a:gd name="T23" fmla="*/ 2 h 16"/>
                <a:gd name="T24" fmla="*/ 7 w 14"/>
                <a:gd name="T25" fmla="*/ 2 h 16"/>
                <a:gd name="T26" fmla="*/ 10 w 14"/>
                <a:gd name="T27" fmla="*/ 5 h 16"/>
                <a:gd name="T28" fmla="*/ 7 w 14"/>
                <a:gd name="T29" fmla="*/ 8 h 16"/>
                <a:gd name="T30" fmla="*/ 2 w 14"/>
                <a:gd name="T31" fmla="*/ 8 h 16"/>
                <a:gd name="T32" fmla="*/ 2 w 14"/>
                <a:gd name="T33" fmla="*/ 2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4" h="16">
                  <a:moveTo>
                    <a:pt x="13" y="5"/>
                  </a:moveTo>
                  <a:cubicBezTo>
                    <a:pt x="13" y="2"/>
                    <a:pt x="11" y="0"/>
                    <a:pt x="7" y="0"/>
                  </a:cubicBezTo>
                  <a:cubicBezTo>
                    <a:pt x="0" y="0"/>
                    <a:pt x="0" y="0"/>
                    <a:pt x="0" y="0"/>
                  </a:cubicBezTo>
                  <a:cubicBezTo>
                    <a:pt x="0" y="16"/>
                    <a:pt x="0" y="16"/>
                    <a:pt x="0" y="16"/>
                  </a:cubicBezTo>
                  <a:cubicBezTo>
                    <a:pt x="2" y="16"/>
                    <a:pt x="2" y="16"/>
                    <a:pt x="2" y="16"/>
                  </a:cubicBezTo>
                  <a:cubicBezTo>
                    <a:pt x="2" y="10"/>
                    <a:pt x="2" y="10"/>
                    <a:pt x="2" y="10"/>
                  </a:cubicBezTo>
                  <a:cubicBezTo>
                    <a:pt x="6" y="10"/>
                    <a:pt x="6" y="10"/>
                    <a:pt x="6" y="10"/>
                  </a:cubicBezTo>
                  <a:cubicBezTo>
                    <a:pt x="10" y="16"/>
                    <a:pt x="10" y="16"/>
                    <a:pt x="10" y="16"/>
                  </a:cubicBezTo>
                  <a:cubicBezTo>
                    <a:pt x="14" y="16"/>
                    <a:pt x="14" y="16"/>
                    <a:pt x="14" y="16"/>
                  </a:cubicBezTo>
                  <a:cubicBezTo>
                    <a:pt x="8" y="10"/>
                    <a:pt x="8" y="10"/>
                    <a:pt x="8" y="10"/>
                  </a:cubicBezTo>
                  <a:cubicBezTo>
                    <a:pt x="11" y="10"/>
                    <a:pt x="13" y="8"/>
                    <a:pt x="13" y="5"/>
                  </a:cubicBezTo>
                  <a:close/>
                  <a:moveTo>
                    <a:pt x="2" y="2"/>
                  </a:moveTo>
                  <a:cubicBezTo>
                    <a:pt x="7" y="2"/>
                    <a:pt x="7" y="2"/>
                    <a:pt x="7" y="2"/>
                  </a:cubicBezTo>
                  <a:cubicBezTo>
                    <a:pt x="9" y="2"/>
                    <a:pt x="10" y="4"/>
                    <a:pt x="10" y="5"/>
                  </a:cubicBezTo>
                  <a:cubicBezTo>
                    <a:pt x="10" y="6"/>
                    <a:pt x="9" y="8"/>
                    <a:pt x="7" y="8"/>
                  </a:cubicBezTo>
                  <a:cubicBezTo>
                    <a:pt x="2" y="8"/>
                    <a:pt x="2" y="8"/>
                    <a:pt x="2" y="8"/>
                  </a:cubicBezTo>
                  <a:cubicBezTo>
                    <a:pt x="2" y="2"/>
                    <a:pt x="2" y="2"/>
                    <a:pt x="2" y="2"/>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6" name="Freeform 15"/>
            <p:cNvSpPr>
              <a:spLocks noEditPoints="1"/>
            </p:cNvSpPr>
            <p:nvPr userDrawn="1"/>
          </p:nvSpPr>
          <p:spPr bwMode="auto">
            <a:xfrm>
              <a:off x="7658886" y="798513"/>
              <a:ext cx="54070" cy="50800"/>
            </a:xfrm>
            <a:custGeom>
              <a:avLst/>
              <a:gdLst>
                <a:gd name="T0" fmla="*/ 18 w 34"/>
                <a:gd name="T1" fmla="*/ 0 h 32"/>
                <a:gd name="T2" fmla="*/ 14 w 34"/>
                <a:gd name="T3" fmla="*/ 0 h 32"/>
                <a:gd name="T4" fmla="*/ 0 w 34"/>
                <a:gd name="T5" fmla="*/ 32 h 32"/>
                <a:gd name="T6" fmla="*/ 4 w 34"/>
                <a:gd name="T7" fmla="*/ 32 h 32"/>
                <a:gd name="T8" fmla="*/ 8 w 34"/>
                <a:gd name="T9" fmla="*/ 26 h 32"/>
                <a:gd name="T10" fmla="*/ 24 w 34"/>
                <a:gd name="T11" fmla="*/ 26 h 32"/>
                <a:gd name="T12" fmla="*/ 28 w 34"/>
                <a:gd name="T13" fmla="*/ 32 h 32"/>
                <a:gd name="T14" fmla="*/ 34 w 34"/>
                <a:gd name="T15" fmla="*/ 32 h 32"/>
                <a:gd name="T16" fmla="*/ 20 w 34"/>
                <a:gd name="T17" fmla="*/ 0 h 32"/>
                <a:gd name="T18" fmla="*/ 18 w 34"/>
                <a:gd name="T19" fmla="*/ 0 h 32"/>
                <a:gd name="T20" fmla="*/ 18 w 34"/>
                <a:gd name="T21" fmla="*/ 0 h 32"/>
                <a:gd name="T22" fmla="*/ 22 w 34"/>
                <a:gd name="T23" fmla="*/ 20 h 32"/>
                <a:gd name="T24" fmla="*/ 10 w 34"/>
                <a:gd name="T25" fmla="*/ 20 h 32"/>
                <a:gd name="T26" fmla="*/ 16 w 34"/>
                <a:gd name="T27" fmla="*/ 6 h 32"/>
                <a:gd name="T28" fmla="*/ 22 w 34"/>
                <a:gd name="T29" fmla="*/ 20 h 32"/>
                <a:gd name="T30" fmla="*/ 22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18" y="0"/>
                  </a:moveTo>
                  <a:lnTo>
                    <a:pt x="14" y="0"/>
                  </a:lnTo>
                  <a:lnTo>
                    <a:pt x="0" y="32"/>
                  </a:lnTo>
                  <a:lnTo>
                    <a:pt x="4" y="32"/>
                  </a:lnTo>
                  <a:lnTo>
                    <a:pt x="8" y="26"/>
                  </a:lnTo>
                  <a:lnTo>
                    <a:pt x="24" y="26"/>
                  </a:lnTo>
                  <a:lnTo>
                    <a:pt x="28" y="32"/>
                  </a:lnTo>
                  <a:lnTo>
                    <a:pt x="34" y="32"/>
                  </a:lnTo>
                  <a:lnTo>
                    <a:pt x="20" y="0"/>
                  </a:lnTo>
                  <a:lnTo>
                    <a:pt x="18" y="0"/>
                  </a:lnTo>
                  <a:lnTo>
                    <a:pt x="18" y="0"/>
                  </a:lnTo>
                  <a:close/>
                  <a:moveTo>
                    <a:pt x="22" y="20"/>
                  </a:moveTo>
                  <a:lnTo>
                    <a:pt x="10" y="20"/>
                  </a:lnTo>
                  <a:lnTo>
                    <a:pt x="16" y="6"/>
                  </a:lnTo>
                  <a:lnTo>
                    <a:pt x="22" y="20"/>
                  </a:lnTo>
                  <a:lnTo>
                    <a:pt x="22" y="2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7" name="Freeform 16"/>
            <p:cNvSpPr>
              <a:spLocks/>
            </p:cNvSpPr>
            <p:nvPr userDrawn="1"/>
          </p:nvSpPr>
          <p:spPr bwMode="auto">
            <a:xfrm>
              <a:off x="7719318" y="798513"/>
              <a:ext cx="34987" cy="50800"/>
            </a:xfrm>
            <a:custGeom>
              <a:avLst/>
              <a:gdLst>
                <a:gd name="T0" fmla="*/ 6 w 22"/>
                <a:gd name="T1" fmla="*/ 0 h 32"/>
                <a:gd name="T2" fmla="*/ 0 w 22"/>
                <a:gd name="T3" fmla="*/ 0 h 32"/>
                <a:gd name="T4" fmla="*/ 0 w 22"/>
                <a:gd name="T5" fmla="*/ 32 h 32"/>
                <a:gd name="T6" fmla="*/ 22 w 22"/>
                <a:gd name="T7" fmla="*/ 32 h 32"/>
                <a:gd name="T8" fmla="*/ 22 w 22"/>
                <a:gd name="T9" fmla="*/ 28 h 32"/>
                <a:gd name="T10" fmla="*/ 6 w 22"/>
                <a:gd name="T11" fmla="*/ 28 h 32"/>
                <a:gd name="T12" fmla="*/ 6 w 22"/>
                <a:gd name="T13" fmla="*/ 0 h 32"/>
                <a:gd name="T14" fmla="*/ 6 w 22"/>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 h="32">
                  <a:moveTo>
                    <a:pt x="6" y="0"/>
                  </a:moveTo>
                  <a:lnTo>
                    <a:pt x="0" y="0"/>
                  </a:lnTo>
                  <a:lnTo>
                    <a:pt x="0" y="32"/>
                  </a:lnTo>
                  <a:lnTo>
                    <a:pt x="22" y="32"/>
                  </a:lnTo>
                  <a:lnTo>
                    <a:pt x="22" y="28"/>
                  </a:lnTo>
                  <a:lnTo>
                    <a:pt x="6" y="28"/>
                  </a:lnTo>
                  <a:lnTo>
                    <a:pt x="6" y="0"/>
                  </a:lnTo>
                  <a:lnTo>
                    <a:pt x="6" y="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8" name="Freeform 17"/>
            <p:cNvSpPr>
              <a:spLocks/>
            </p:cNvSpPr>
            <p:nvPr userDrawn="1"/>
          </p:nvSpPr>
          <p:spPr bwMode="auto">
            <a:xfrm>
              <a:off x="7763846" y="798513"/>
              <a:ext cx="6361" cy="50800"/>
            </a:xfrm>
            <a:custGeom>
              <a:avLst/>
              <a:gdLst>
                <a:gd name="T0" fmla="*/ 0 w 4"/>
                <a:gd name="T1" fmla="*/ 32 h 32"/>
                <a:gd name="T2" fmla="*/ 4 w 4"/>
                <a:gd name="T3" fmla="*/ 32 h 32"/>
                <a:gd name="T4" fmla="*/ 4 w 4"/>
                <a:gd name="T5" fmla="*/ 0 h 32"/>
                <a:gd name="T6" fmla="*/ 0 w 4"/>
                <a:gd name="T7" fmla="*/ 0 h 32"/>
                <a:gd name="T8" fmla="*/ 0 w 4"/>
                <a:gd name="T9" fmla="*/ 32 h 32"/>
                <a:gd name="T10" fmla="*/ 0 w 4"/>
                <a:gd name="T11" fmla="*/ 32 h 32"/>
              </a:gdLst>
              <a:ahLst/>
              <a:cxnLst>
                <a:cxn ang="0">
                  <a:pos x="T0" y="T1"/>
                </a:cxn>
                <a:cxn ang="0">
                  <a:pos x="T2" y="T3"/>
                </a:cxn>
                <a:cxn ang="0">
                  <a:pos x="T4" y="T5"/>
                </a:cxn>
                <a:cxn ang="0">
                  <a:pos x="T6" y="T7"/>
                </a:cxn>
                <a:cxn ang="0">
                  <a:pos x="T8" y="T9"/>
                </a:cxn>
                <a:cxn ang="0">
                  <a:pos x="T10" y="T11"/>
                </a:cxn>
              </a:cxnLst>
              <a:rect l="0" t="0" r="r" b="b"/>
              <a:pathLst>
                <a:path w="4" h="32">
                  <a:moveTo>
                    <a:pt x="0" y="32"/>
                  </a:moveTo>
                  <a:lnTo>
                    <a:pt x="4" y="32"/>
                  </a:lnTo>
                  <a:lnTo>
                    <a:pt x="4" y="0"/>
                  </a:lnTo>
                  <a:lnTo>
                    <a:pt x="0" y="0"/>
                  </a:lnTo>
                  <a:lnTo>
                    <a:pt x="0" y="32"/>
                  </a:lnTo>
                  <a:lnTo>
                    <a:pt x="0" y="32"/>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9" name="Freeform 18"/>
            <p:cNvSpPr>
              <a:spLocks noEditPoints="1"/>
            </p:cNvSpPr>
            <p:nvPr userDrawn="1"/>
          </p:nvSpPr>
          <p:spPr bwMode="auto">
            <a:xfrm>
              <a:off x="7779749" y="798513"/>
              <a:ext cx="52480" cy="50800"/>
            </a:xfrm>
            <a:custGeom>
              <a:avLst/>
              <a:gdLst>
                <a:gd name="T0" fmla="*/ 19 w 33"/>
                <a:gd name="T1" fmla="*/ 0 h 32"/>
                <a:gd name="T2" fmla="*/ 13 w 33"/>
                <a:gd name="T3" fmla="*/ 0 h 32"/>
                <a:gd name="T4" fmla="*/ 0 w 33"/>
                <a:gd name="T5" fmla="*/ 32 h 32"/>
                <a:gd name="T6" fmla="*/ 6 w 33"/>
                <a:gd name="T7" fmla="*/ 32 h 32"/>
                <a:gd name="T8" fmla="*/ 7 w 33"/>
                <a:gd name="T9" fmla="*/ 26 h 32"/>
                <a:gd name="T10" fmla="*/ 25 w 33"/>
                <a:gd name="T11" fmla="*/ 26 h 32"/>
                <a:gd name="T12" fmla="*/ 27 w 33"/>
                <a:gd name="T13" fmla="*/ 32 h 32"/>
                <a:gd name="T14" fmla="*/ 33 w 33"/>
                <a:gd name="T15" fmla="*/ 32 h 32"/>
                <a:gd name="T16" fmla="*/ 19 w 33"/>
                <a:gd name="T17" fmla="*/ 0 h 32"/>
                <a:gd name="T18" fmla="*/ 19 w 33"/>
                <a:gd name="T19" fmla="*/ 0 h 32"/>
                <a:gd name="T20" fmla="*/ 19 w 33"/>
                <a:gd name="T21" fmla="*/ 0 h 32"/>
                <a:gd name="T22" fmla="*/ 23 w 33"/>
                <a:gd name="T23" fmla="*/ 20 h 32"/>
                <a:gd name="T24" fmla="*/ 9 w 33"/>
                <a:gd name="T25" fmla="*/ 20 h 32"/>
                <a:gd name="T26" fmla="*/ 17 w 33"/>
                <a:gd name="T27" fmla="*/ 6 h 32"/>
                <a:gd name="T28" fmla="*/ 23 w 33"/>
                <a:gd name="T29" fmla="*/ 20 h 32"/>
                <a:gd name="T30" fmla="*/ 23 w 33"/>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3" h="32">
                  <a:moveTo>
                    <a:pt x="19" y="0"/>
                  </a:moveTo>
                  <a:lnTo>
                    <a:pt x="13" y="0"/>
                  </a:lnTo>
                  <a:lnTo>
                    <a:pt x="0" y="32"/>
                  </a:lnTo>
                  <a:lnTo>
                    <a:pt x="6" y="32"/>
                  </a:lnTo>
                  <a:lnTo>
                    <a:pt x="7" y="26"/>
                  </a:lnTo>
                  <a:lnTo>
                    <a:pt x="25" y="26"/>
                  </a:lnTo>
                  <a:lnTo>
                    <a:pt x="27" y="32"/>
                  </a:lnTo>
                  <a:lnTo>
                    <a:pt x="33" y="32"/>
                  </a:lnTo>
                  <a:lnTo>
                    <a:pt x="19" y="0"/>
                  </a:lnTo>
                  <a:lnTo>
                    <a:pt x="19" y="0"/>
                  </a:lnTo>
                  <a:lnTo>
                    <a:pt x="19" y="0"/>
                  </a:lnTo>
                  <a:close/>
                  <a:moveTo>
                    <a:pt x="23" y="20"/>
                  </a:moveTo>
                  <a:lnTo>
                    <a:pt x="9" y="20"/>
                  </a:lnTo>
                  <a:lnTo>
                    <a:pt x="17" y="6"/>
                  </a:lnTo>
                  <a:lnTo>
                    <a:pt x="23" y="20"/>
                  </a:lnTo>
                  <a:lnTo>
                    <a:pt x="23" y="2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60" name="Freeform 19"/>
            <p:cNvSpPr>
              <a:spLocks/>
            </p:cNvSpPr>
            <p:nvPr userDrawn="1"/>
          </p:nvSpPr>
          <p:spPr bwMode="auto">
            <a:xfrm>
              <a:off x="7841771" y="798513"/>
              <a:ext cx="41348" cy="50800"/>
            </a:xfrm>
            <a:custGeom>
              <a:avLst/>
              <a:gdLst>
                <a:gd name="T0" fmla="*/ 22 w 26"/>
                <a:gd name="T1" fmla="*/ 22 h 32"/>
                <a:gd name="T2" fmla="*/ 2 w 26"/>
                <a:gd name="T3" fmla="*/ 0 h 32"/>
                <a:gd name="T4" fmla="*/ 0 w 26"/>
                <a:gd name="T5" fmla="*/ 0 h 32"/>
                <a:gd name="T6" fmla="*/ 0 w 26"/>
                <a:gd name="T7" fmla="*/ 32 h 32"/>
                <a:gd name="T8" fmla="*/ 4 w 26"/>
                <a:gd name="T9" fmla="*/ 32 h 32"/>
                <a:gd name="T10" fmla="*/ 4 w 26"/>
                <a:gd name="T11" fmla="*/ 10 h 32"/>
                <a:gd name="T12" fmla="*/ 22 w 26"/>
                <a:gd name="T13" fmla="*/ 32 h 32"/>
                <a:gd name="T14" fmla="*/ 26 w 26"/>
                <a:gd name="T15" fmla="*/ 32 h 32"/>
                <a:gd name="T16" fmla="*/ 26 w 26"/>
                <a:gd name="T17" fmla="*/ 0 h 32"/>
                <a:gd name="T18" fmla="*/ 22 w 26"/>
                <a:gd name="T19" fmla="*/ 0 h 32"/>
                <a:gd name="T20" fmla="*/ 22 w 26"/>
                <a:gd name="T21" fmla="*/ 22 h 32"/>
                <a:gd name="T22" fmla="*/ 22 w 26"/>
                <a:gd name="T23" fmla="*/ 2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6" h="32">
                  <a:moveTo>
                    <a:pt x="22" y="22"/>
                  </a:moveTo>
                  <a:lnTo>
                    <a:pt x="2" y="0"/>
                  </a:lnTo>
                  <a:lnTo>
                    <a:pt x="0" y="0"/>
                  </a:lnTo>
                  <a:lnTo>
                    <a:pt x="0" y="32"/>
                  </a:lnTo>
                  <a:lnTo>
                    <a:pt x="4" y="32"/>
                  </a:lnTo>
                  <a:lnTo>
                    <a:pt x="4" y="10"/>
                  </a:lnTo>
                  <a:lnTo>
                    <a:pt x="22" y="32"/>
                  </a:lnTo>
                  <a:lnTo>
                    <a:pt x="26" y="32"/>
                  </a:lnTo>
                  <a:lnTo>
                    <a:pt x="26" y="0"/>
                  </a:lnTo>
                  <a:lnTo>
                    <a:pt x="22" y="0"/>
                  </a:lnTo>
                  <a:lnTo>
                    <a:pt x="22" y="22"/>
                  </a:lnTo>
                  <a:lnTo>
                    <a:pt x="22" y="22"/>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61" name="Freeform 20"/>
            <p:cNvSpPr>
              <a:spLocks/>
            </p:cNvSpPr>
            <p:nvPr userDrawn="1"/>
          </p:nvSpPr>
          <p:spPr bwMode="auto">
            <a:xfrm>
              <a:off x="7921286" y="795338"/>
              <a:ext cx="47709" cy="53975"/>
            </a:xfrm>
            <a:custGeom>
              <a:avLst/>
              <a:gdLst>
                <a:gd name="T0" fmla="*/ 13 w 15"/>
                <a:gd name="T1" fmla="*/ 13 h 17"/>
                <a:gd name="T2" fmla="*/ 9 w 15"/>
                <a:gd name="T3" fmla="*/ 15 h 17"/>
                <a:gd name="T4" fmla="*/ 3 w 15"/>
                <a:gd name="T5" fmla="*/ 9 h 17"/>
                <a:gd name="T6" fmla="*/ 9 w 15"/>
                <a:gd name="T7" fmla="*/ 3 h 17"/>
                <a:gd name="T8" fmla="*/ 13 w 15"/>
                <a:gd name="T9" fmla="*/ 5 h 17"/>
                <a:gd name="T10" fmla="*/ 13 w 15"/>
                <a:gd name="T11" fmla="*/ 5 h 17"/>
                <a:gd name="T12" fmla="*/ 15 w 15"/>
                <a:gd name="T13" fmla="*/ 3 h 17"/>
                <a:gd name="T14" fmla="*/ 15 w 15"/>
                <a:gd name="T15" fmla="*/ 3 h 17"/>
                <a:gd name="T16" fmla="*/ 9 w 15"/>
                <a:gd name="T17" fmla="*/ 0 h 17"/>
                <a:gd name="T18" fmla="*/ 2 w 15"/>
                <a:gd name="T19" fmla="*/ 3 h 17"/>
                <a:gd name="T20" fmla="*/ 0 w 15"/>
                <a:gd name="T21" fmla="*/ 9 h 17"/>
                <a:gd name="T22" fmla="*/ 9 w 15"/>
                <a:gd name="T23" fmla="*/ 17 h 17"/>
                <a:gd name="T24" fmla="*/ 15 w 15"/>
                <a:gd name="T25" fmla="*/ 15 h 17"/>
                <a:gd name="T26" fmla="*/ 15 w 15"/>
                <a:gd name="T27" fmla="*/ 15 h 17"/>
                <a:gd name="T28" fmla="*/ 13 w 15"/>
                <a:gd name="T29" fmla="*/ 13 h 17"/>
                <a:gd name="T30" fmla="*/ 13 w 15"/>
                <a:gd name="T31" fmla="*/ 13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5" h="17">
                  <a:moveTo>
                    <a:pt x="13" y="13"/>
                  </a:moveTo>
                  <a:cubicBezTo>
                    <a:pt x="12" y="14"/>
                    <a:pt x="10" y="15"/>
                    <a:pt x="9" y="15"/>
                  </a:cubicBezTo>
                  <a:cubicBezTo>
                    <a:pt x="4" y="15"/>
                    <a:pt x="3" y="12"/>
                    <a:pt x="3" y="9"/>
                  </a:cubicBezTo>
                  <a:cubicBezTo>
                    <a:pt x="3" y="6"/>
                    <a:pt x="4" y="3"/>
                    <a:pt x="9" y="3"/>
                  </a:cubicBezTo>
                  <a:cubicBezTo>
                    <a:pt x="10" y="3"/>
                    <a:pt x="12" y="3"/>
                    <a:pt x="13" y="5"/>
                  </a:cubicBezTo>
                  <a:cubicBezTo>
                    <a:pt x="13" y="5"/>
                    <a:pt x="13" y="5"/>
                    <a:pt x="13" y="5"/>
                  </a:cubicBezTo>
                  <a:cubicBezTo>
                    <a:pt x="15" y="3"/>
                    <a:pt x="15" y="3"/>
                    <a:pt x="15" y="3"/>
                  </a:cubicBezTo>
                  <a:cubicBezTo>
                    <a:pt x="15" y="3"/>
                    <a:pt x="15" y="3"/>
                    <a:pt x="15" y="3"/>
                  </a:cubicBezTo>
                  <a:cubicBezTo>
                    <a:pt x="13" y="1"/>
                    <a:pt x="11" y="0"/>
                    <a:pt x="9" y="0"/>
                  </a:cubicBezTo>
                  <a:cubicBezTo>
                    <a:pt x="6" y="0"/>
                    <a:pt x="4" y="1"/>
                    <a:pt x="2" y="3"/>
                  </a:cubicBezTo>
                  <a:cubicBezTo>
                    <a:pt x="1" y="4"/>
                    <a:pt x="0" y="7"/>
                    <a:pt x="0" y="9"/>
                  </a:cubicBezTo>
                  <a:cubicBezTo>
                    <a:pt x="0" y="13"/>
                    <a:pt x="3" y="17"/>
                    <a:pt x="9" y="17"/>
                  </a:cubicBezTo>
                  <a:cubicBezTo>
                    <a:pt x="11" y="17"/>
                    <a:pt x="13" y="16"/>
                    <a:pt x="15" y="15"/>
                  </a:cubicBezTo>
                  <a:cubicBezTo>
                    <a:pt x="15" y="15"/>
                    <a:pt x="15" y="15"/>
                    <a:pt x="15" y="15"/>
                  </a:cubicBezTo>
                  <a:cubicBezTo>
                    <a:pt x="13" y="13"/>
                    <a:pt x="13" y="13"/>
                    <a:pt x="13" y="13"/>
                  </a:cubicBezTo>
                  <a:cubicBezTo>
                    <a:pt x="13" y="13"/>
                    <a:pt x="13" y="13"/>
                    <a:pt x="13" y="13"/>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62" name="Freeform 21"/>
            <p:cNvSpPr>
              <a:spLocks noEditPoints="1"/>
            </p:cNvSpPr>
            <p:nvPr userDrawn="1"/>
          </p:nvSpPr>
          <p:spPr bwMode="auto">
            <a:xfrm>
              <a:off x="7972176" y="798513"/>
              <a:ext cx="54070" cy="50800"/>
            </a:xfrm>
            <a:custGeom>
              <a:avLst/>
              <a:gdLst>
                <a:gd name="T0" fmla="*/ 20 w 34"/>
                <a:gd name="T1" fmla="*/ 0 h 32"/>
                <a:gd name="T2" fmla="*/ 14 w 34"/>
                <a:gd name="T3" fmla="*/ 0 h 32"/>
                <a:gd name="T4" fmla="*/ 0 w 34"/>
                <a:gd name="T5" fmla="*/ 32 h 32"/>
                <a:gd name="T6" fmla="*/ 6 w 34"/>
                <a:gd name="T7" fmla="*/ 32 h 32"/>
                <a:gd name="T8" fmla="*/ 8 w 34"/>
                <a:gd name="T9" fmla="*/ 26 h 32"/>
                <a:gd name="T10" fmla="*/ 26 w 34"/>
                <a:gd name="T11" fmla="*/ 26 h 32"/>
                <a:gd name="T12" fmla="*/ 28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0 w 34"/>
                <a:gd name="T25" fmla="*/ 20 h 32"/>
                <a:gd name="T26" fmla="*/ 16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8" y="26"/>
                  </a:lnTo>
                  <a:lnTo>
                    <a:pt x="26" y="26"/>
                  </a:lnTo>
                  <a:lnTo>
                    <a:pt x="28" y="32"/>
                  </a:lnTo>
                  <a:lnTo>
                    <a:pt x="34" y="32"/>
                  </a:lnTo>
                  <a:lnTo>
                    <a:pt x="20" y="0"/>
                  </a:lnTo>
                  <a:lnTo>
                    <a:pt x="20" y="0"/>
                  </a:lnTo>
                  <a:lnTo>
                    <a:pt x="20" y="0"/>
                  </a:lnTo>
                  <a:close/>
                  <a:moveTo>
                    <a:pt x="24" y="20"/>
                  </a:moveTo>
                  <a:lnTo>
                    <a:pt x="10" y="20"/>
                  </a:lnTo>
                  <a:lnTo>
                    <a:pt x="16" y="6"/>
                  </a:lnTo>
                  <a:lnTo>
                    <a:pt x="24" y="20"/>
                  </a:lnTo>
                  <a:lnTo>
                    <a:pt x="24" y="2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63" name="Freeform 22"/>
            <p:cNvSpPr>
              <a:spLocks/>
            </p:cNvSpPr>
            <p:nvPr userDrawn="1"/>
          </p:nvSpPr>
          <p:spPr bwMode="auto">
            <a:xfrm>
              <a:off x="8023065" y="798513"/>
              <a:ext cx="44528" cy="50800"/>
            </a:xfrm>
            <a:custGeom>
              <a:avLst/>
              <a:gdLst>
                <a:gd name="T0" fmla="*/ 0 w 28"/>
                <a:gd name="T1" fmla="*/ 4 h 32"/>
                <a:gd name="T2" fmla="*/ 12 w 28"/>
                <a:gd name="T3" fmla="*/ 4 h 32"/>
                <a:gd name="T4" fmla="*/ 12 w 28"/>
                <a:gd name="T5" fmla="*/ 32 h 32"/>
                <a:gd name="T6" fmla="*/ 16 w 28"/>
                <a:gd name="T7" fmla="*/ 32 h 32"/>
                <a:gd name="T8" fmla="*/ 16 w 28"/>
                <a:gd name="T9" fmla="*/ 4 h 32"/>
                <a:gd name="T10" fmla="*/ 28 w 28"/>
                <a:gd name="T11" fmla="*/ 4 h 32"/>
                <a:gd name="T12" fmla="*/ 28 w 28"/>
                <a:gd name="T13" fmla="*/ 0 h 32"/>
                <a:gd name="T14" fmla="*/ 0 w 28"/>
                <a:gd name="T15" fmla="*/ 0 h 32"/>
                <a:gd name="T16" fmla="*/ 0 w 28"/>
                <a:gd name="T17" fmla="*/ 4 h 32"/>
                <a:gd name="T18" fmla="*/ 0 w 28"/>
                <a:gd name="T19" fmla="*/ 4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8" h="32">
                  <a:moveTo>
                    <a:pt x="0" y="4"/>
                  </a:moveTo>
                  <a:lnTo>
                    <a:pt x="12" y="4"/>
                  </a:lnTo>
                  <a:lnTo>
                    <a:pt x="12" y="32"/>
                  </a:lnTo>
                  <a:lnTo>
                    <a:pt x="16" y="32"/>
                  </a:lnTo>
                  <a:lnTo>
                    <a:pt x="16" y="4"/>
                  </a:lnTo>
                  <a:lnTo>
                    <a:pt x="28" y="4"/>
                  </a:lnTo>
                  <a:lnTo>
                    <a:pt x="28" y="0"/>
                  </a:lnTo>
                  <a:lnTo>
                    <a:pt x="0" y="0"/>
                  </a:lnTo>
                  <a:lnTo>
                    <a:pt x="0" y="4"/>
                  </a:lnTo>
                  <a:lnTo>
                    <a:pt x="0" y="4"/>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64" name="Freeform 23"/>
            <p:cNvSpPr>
              <a:spLocks/>
            </p:cNvSpPr>
            <p:nvPr userDrawn="1"/>
          </p:nvSpPr>
          <p:spPr bwMode="auto">
            <a:xfrm>
              <a:off x="8073955" y="798513"/>
              <a:ext cx="44528" cy="50800"/>
            </a:xfrm>
            <a:custGeom>
              <a:avLst/>
              <a:gdLst>
                <a:gd name="T0" fmla="*/ 22 w 28"/>
                <a:gd name="T1" fmla="*/ 12 h 32"/>
                <a:gd name="T2" fmla="*/ 6 w 28"/>
                <a:gd name="T3" fmla="*/ 12 h 32"/>
                <a:gd name="T4" fmla="*/ 6 w 28"/>
                <a:gd name="T5" fmla="*/ 0 h 32"/>
                <a:gd name="T6" fmla="*/ 0 w 28"/>
                <a:gd name="T7" fmla="*/ 0 h 32"/>
                <a:gd name="T8" fmla="*/ 0 w 28"/>
                <a:gd name="T9" fmla="*/ 32 h 32"/>
                <a:gd name="T10" fmla="*/ 6 w 28"/>
                <a:gd name="T11" fmla="*/ 32 h 32"/>
                <a:gd name="T12" fmla="*/ 6 w 28"/>
                <a:gd name="T13" fmla="*/ 18 h 32"/>
                <a:gd name="T14" fmla="*/ 22 w 28"/>
                <a:gd name="T15" fmla="*/ 18 h 32"/>
                <a:gd name="T16" fmla="*/ 22 w 28"/>
                <a:gd name="T17" fmla="*/ 32 h 32"/>
                <a:gd name="T18" fmla="*/ 28 w 28"/>
                <a:gd name="T19" fmla="*/ 32 h 32"/>
                <a:gd name="T20" fmla="*/ 28 w 28"/>
                <a:gd name="T21" fmla="*/ 0 h 32"/>
                <a:gd name="T22" fmla="*/ 22 w 28"/>
                <a:gd name="T23" fmla="*/ 0 h 32"/>
                <a:gd name="T24" fmla="*/ 22 w 28"/>
                <a:gd name="T25" fmla="*/ 12 h 32"/>
                <a:gd name="T26" fmla="*/ 22 w 28"/>
                <a:gd name="T27" fmla="*/ 1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8" h="32">
                  <a:moveTo>
                    <a:pt x="22" y="12"/>
                  </a:moveTo>
                  <a:lnTo>
                    <a:pt x="6" y="12"/>
                  </a:lnTo>
                  <a:lnTo>
                    <a:pt x="6" y="0"/>
                  </a:lnTo>
                  <a:lnTo>
                    <a:pt x="0" y="0"/>
                  </a:lnTo>
                  <a:lnTo>
                    <a:pt x="0" y="32"/>
                  </a:lnTo>
                  <a:lnTo>
                    <a:pt x="6" y="32"/>
                  </a:lnTo>
                  <a:lnTo>
                    <a:pt x="6" y="18"/>
                  </a:lnTo>
                  <a:lnTo>
                    <a:pt x="22" y="18"/>
                  </a:lnTo>
                  <a:lnTo>
                    <a:pt x="22" y="32"/>
                  </a:lnTo>
                  <a:lnTo>
                    <a:pt x="28" y="32"/>
                  </a:lnTo>
                  <a:lnTo>
                    <a:pt x="28" y="0"/>
                  </a:lnTo>
                  <a:lnTo>
                    <a:pt x="22" y="0"/>
                  </a:lnTo>
                  <a:lnTo>
                    <a:pt x="22" y="12"/>
                  </a:lnTo>
                  <a:lnTo>
                    <a:pt x="22" y="12"/>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65" name="Freeform 24"/>
            <p:cNvSpPr>
              <a:spLocks noEditPoints="1"/>
            </p:cNvSpPr>
            <p:nvPr userDrawn="1"/>
          </p:nvSpPr>
          <p:spPr bwMode="auto">
            <a:xfrm>
              <a:off x="8128025" y="795338"/>
              <a:ext cx="50890" cy="53975"/>
            </a:xfrm>
            <a:custGeom>
              <a:avLst/>
              <a:gdLst>
                <a:gd name="T0" fmla="*/ 8 w 16"/>
                <a:gd name="T1" fmla="*/ 0 h 17"/>
                <a:gd name="T2" fmla="*/ 0 w 16"/>
                <a:gd name="T3" fmla="*/ 9 h 17"/>
                <a:gd name="T4" fmla="*/ 8 w 16"/>
                <a:gd name="T5" fmla="*/ 17 h 17"/>
                <a:gd name="T6" fmla="*/ 16 w 16"/>
                <a:gd name="T7" fmla="*/ 9 h 17"/>
                <a:gd name="T8" fmla="*/ 8 w 16"/>
                <a:gd name="T9" fmla="*/ 0 h 17"/>
                <a:gd name="T10" fmla="*/ 8 w 16"/>
                <a:gd name="T11" fmla="*/ 15 h 17"/>
                <a:gd name="T12" fmla="*/ 2 w 16"/>
                <a:gd name="T13" fmla="*/ 9 h 17"/>
                <a:gd name="T14" fmla="*/ 8 w 16"/>
                <a:gd name="T15" fmla="*/ 3 h 17"/>
                <a:gd name="T16" fmla="*/ 14 w 16"/>
                <a:gd name="T17" fmla="*/ 9 h 17"/>
                <a:gd name="T18" fmla="*/ 8 w 16"/>
                <a:gd name="T19" fmla="*/ 15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6" h="17">
                  <a:moveTo>
                    <a:pt x="8" y="0"/>
                  </a:moveTo>
                  <a:cubicBezTo>
                    <a:pt x="3" y="0"/>
                    <a:pt x="0" y="4"/>
                    <a:pt x="0" y="9"/>
                  </a:cubicBezTo>
                  <a:cubicBezTo>
                    <a:pt x="0" y="13"/>
                    <a:pt x="2" y="17"/>
                    <a:pt x="8" y="17"/>
                  </a:cubicBezTo>
                  <a:cubicBezTo>
                    <a:pt x="14" y="17"/>
                    <a:pt x="16" y="13"/>
                    <a:pt x="16" y="9"/>
                  </a:cubicBezTo>
                  <a:cubicBezTo>
                    <a:pt x="16" y="5"/>
                    <a:pt x="14" y="0"/>
                    <a:pt x="8" y="0"/>
                  </a:cubicBezTo>
                  <a:close/>
                  <a:moveTo>
                    <a:pt x="8" y="15"/>
                  </a:moveTo>
                  <a:cubicBezTo>
                    <a:pt x="4" y="15"/>
                    <a:pt x="2" y="12"/>
                    <a:pt x="2" y="9"/>
                  </a:cubicBezTo>
                  <a:cubicBezTo>
                    <a:pt x="2" y="6"/>
                    <a:pt x="4" y="3"/>
                    <a:pt x="8" y="3"/>
                  </a:cubicBezTo>
                  <a:cubicBezTo>
                    <a:pt x="12" y="3"/>
                    <a:pt x="14" y="6"/>
                    <a:pt x="14" y="9"/>
                  </a:cubicBezTo>
                  <a:cubicBezTo>
                    <a:pt x="14" y="12"/>
                    <a:pt x="12" y="15"/>
                    <a:pt x="8" y="15"/>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66" name="Freeform 25"/>
            <p:cNvSpPr>
              <a:spLocks/>
            </p:cNvSpPr>
            <p:nvPr userDrawn="1"/>
          </p:nvSpPr>
          <p:spPr bwMode="auto">
            <a:xfrm>
              <a:off x="8188456" y="798513"/>
              <a:ext cx="34987" cy="50800"/>
            </a:xfrm>
            <a:custGeom>
              <a:avLst/>
              <a:gdLst>
                <a:gd name="T0" fmla="*/ 6 w 22"/>
                <a:gd name="T1" fmla="*/ 0 h 32"/>
                <a:gd name="T2" fmla="*/ 0 w 22"/>
                <a:gd name="T3" fmla="*/ 0 h 32"/>
                <a:gd name="T4" fmla="*/ 0 w 22"/>
                <a:gd name="T5" fmla="*/ 32 h 32"/>
                <a:gd name="T6" fmla="*/ 22 w 22"/>
                <a:gd name="T7" fmla="*/ 32 h 32"/>
                <a:gd name="T8" fmla="*/ 22 w 22"/>
                <a:gd name="T9" fmla="*/ 28 h 32"/>
                <a:gd name="T10" fmla="*/ 6 w 22"/>
                <a:gd name="T11" fmla="*/ 28 h 32"/>
                <a:gd name="T12" fmla="*/ 6 w 22"/>
                <a:gd name="T13" fmla="*/ 0 h 32"/>
                <a:gd name="T14" fmla="*/ 6 w 22"/>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 h="32">
                  <a:moveTo>
                    <a:pt x="6" y="0"/>
                  </a:moveTo>
                  <a:lnTo>
                    <a:pt x="0" y="0"/>
                  </a:lnTo>
                  <a:lnTo>
                    <a:pt x="0" y="32"/>
                  </a:lnTo>
                  <a:lnTo>
                    <a:pt x="22" y="32"/>
                  </a:lnTo>
                  <a:lnTo>
                    <a:pt x="22" y="28"/>
                  </a:lnTo>
                  <a:lnTo>
                    <a:pt x="6" y="28"/>
                  </a:lnTo>
                  <a:lnTo>
                    <a:pt x="6" y="0"/>
                  </a:lnTo>
                  <a:lnTo>
                    <a:pt x="6" y="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67" name="Freeform 26"/>
            <p:cNvSpPr>
              <a:spLocks/>
            </p:cNvSpPr>
            <p:nvPr userDrawn="1"/>
          </p:nvSpPr>
          <p:spPr bwMode="auto">
            <a:xfrm>
              <a:off x="8232985" y="798513"/>
              <a:ext cx="6361" cy="50800"/>
            </a:xfrm>
            <a:custGeom>
              <a:avLst/>
              <a:gdLst>
                <a:gd name="T0" fmla="*/ 0 w 4"/>
                <a:gd name="T1" fmla="*/ 32 h 32"/>
                <a:gd name="T2" fmla="*/ 4 w 4"/>
                <a:gd name="T3" fmla="*/ 32 h 32"/>
                <a:gd name="T4" fmla="*/ 4 w 4"/>
                <a:gd name="T5" fmla="*/ 0 h 32"/>
                <a:gd name="T6" fmla="*/ 0 w 4"/>
                <a:gd name="T7" fmla="*/ 0 h 32"/>
                <a:gd name="T8" fmla="*/ 0 w 4"/>
                <a:gd name="T9" fmla="*/ 32 h 32"/>
                <a:gd name="T10" fmla="*/ 0 w 4"/>
                <a:gd name="T11" fmla="*/ 32 h 32"/>
              </a:gdLst>
              <a:ahLst/>
              <a:cxnLst>
                <a:cxn ang="0">
                  <a:pos x="T0" y="T1"/>
                </a:cxn>
                <a:cxn ang="0">
                  <a:pos x="T2" y="T3"/>
                </a:cxn>
                <a:cxn ang="0">
                  <a:pos x="T4" y="T5"/>
                </a:cxn>
                <a:cxn ang="0">
                  <a:pos x="T6" y="T7"/>
                </a:cxn>
                <a:cxn ang="0">
                  <a:pos x="T8" y="T9"/>
                </a:cxn>
                <a:cxn ang="0">
                  <a:pos x="T10" y="T11"/>
                </a:cxn>
              </a:cxnLst>
              <a:rect l="0" t="0" r="r" b="b"/>
              <a:pathLst>
                <a:path w="4" h="32">
                  <a:moveTo>
                    <a:pt x="0" y="32"/>
                  </a:moveTo>
                  <a:lnTo>
                    <a:pt x="4" y="32"/>
                  </a:lnTo>
                  <a:lnTo>
                    <a:pt x="4" y="0"/>
                  </a:lnTo>
                  <a:lnTo>
                    <a:pt x="0" y="0"/>
                  </a:lnTo>
                  <a:lnTo>
                    <a:pt x="0" y="32"/>
                  </a:lnTo>
                  <a:lnTo>
                    <a:pt x="0" y="32"/>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68" name="Freeform 27"/>
            <p:cNvSpPr>
              <a:spLocks/>
            </p:cNvSpPr>
            <p:nvPr userDrawn="1"/>
          </p:nvSpPr>
          <p:spPr bwMode="auto">
            <a:xfrm>
              <a:off x="8248888" y="795338"/>
              <a:ext cx="47709" cy="53975"/>
            </a:xfrm>
            <a:custGeom>
              <a:avLst/>
              <a:gdLst>
                <a:gd name="T0" fmla="*/ 13 w 15"/>
                <a:gd name="T1" fmla="*/ 13 h 17"/>
                <a:gd name="T2" fmla="*/ 9 w 15"/>
                <a:gd name="T3" fmla="*/ 15 h 17"/>
                <a:gd name="T4" fmla="*/ 3 w 15"/>
                <a:gd name="T5" fmla="*/ 9 h 17"/>
                <a:gd name="T6" fmla="*/ 9 w 15"/>
                <a:gd name="T7" fmla="*/ 3 h 17"/>
                <a:gd name="T8" fmla="*/ 13 w 15"/>
                <a:gd name="T9" fmla="*/ 5 h 17"/>
                <a:gd name="T10" fmla="*/ 13 w 15"/>
                <a:gd name="T11" fmla="*/ 5 h 17"/>
                <a:gd name="T12" fmla="*/ 15 w 15"/>
                <a:gd name="T13" fmla="*/ 3 h 17"/>
                <a:gd name="T14" fmla="*/ 15 w 15"/>
                <a:gd name="T15" fmla="*/ 3 h 17"/>
                <a:gd name="T16" fmla="*/ 9 w 15"/>
                <a:gd name="T17" fmla="*/ 0 h 17"/>
                <a:gd name="T18" fmla="*/ 3 w 15"/>
                <a:gd name="T19" fmla="*/ 3 h 17"/>
                <a:gd name="T20" fmla="*/ 0 w 15"/>
                <a:gd name="T21" fmla="*/ 9 h 17"/>
                <a:gd name="T22" fmla="*/ 9 w 15"/>
                <a:gd name="T23" fmla="*/ 17 h 17"/>
                <a:gd name="T24" fmla="*/ 15 w 15"/>
                <a:gd name="T25" fmla="*/ 15 h 17"/>
                <a:gd name="T26" fmla="*/ 15 w 15"/>
                <a:gd name="T27" fmla="*/ 15 h 17"/>
                <a:gd name="T28" fmla="*/ 13 w 15"/>
                <a:gd name="T29" fmla="*/ 13 h 17"/>
                <a:gd name="T30" fmla="*/ 13 w 15"/>
                <a:gd name="T31" fmla="*/ 13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5" h="17">
                  <a:moveTo>
                    <a:pt x="13" y="13"/>
                  </a:moveTo>
                  <a:cubicBezTo>
                    <a:pt x="12" y="14"/>
                    <a:pt x="10" y="15"/>
                    <a:pt x="9" y="15"/>
                  </a:cubicBezTo>
                  <a:cubicBezTo>
                    <a:pt x="5" y="15"/>
                    <a:pt x="3" y="12"/>
                    <a:pt x="3" y="9"/>
                  </a:cubicBezTo>
                  <a:cubicBezTo>
                    <a:pt x="3" y="6"/>
                    <a:pt x="5" y="3"/>
                    <a:pt x="9" y="3"/>
                  </a:cubicBezTo>
                  <a:cubicBezTo>
                    <a:pt x="10" y="3"/>
                    <a:pt x="12" y="3"/>
                    <a:pt x="13" y="5"/>
                  </a:cubicBezTo>
                  <a:cubicBezTo>
                    <a:pt x="13" y="5"/>
                    <a:pt x="13" y="5"/>
                    <a:pt x="13" y="5"/>
                  </a:cubicBezTo>
                  <a:cubicBezTo>
                    <a:pt x="15" y="3"/>
                    <a:pt x="15" y="3"/>
                    <a:pt x="15" y="3"/>
                  </a:cubicBezTo>
                  <a:cubicBezTo>
                    <a:pt x="15" y="3"/>
                    <a:pt x="15" y="3"/>
                    <a:pt x="15" y="3"/>
                  </a:cubicBezTo>
                  <a:cubicBezTo>
                    <a:pt x="13" y="1"/>
                    <a:pt x="11" y="0"/>
                    <a:pt x="9" y="0"/>
                  </a:cubicBezTo>
                  <a:cubicBezTo>
                    <a:pt x="6" y="0"/>
                    <a:pt x="4" y="1"/>
                    <a:pt x="3" y="3"/>
                  </a:cubicBezTo>
                  <a:cubicBezTo>
                    <a:pt x="1" y="4"/>
                    <a:pt x="0" y="7"/>
                    <a:pt x="0" y="9"/>
                  </a:cubicBezTo>
                  <a:cubicBezTo>
                    <a:pt x="0" y="13"/>
                    <a:pt x="3" y="17"/>
                    <a:pt x="9" y="17"/>
                  </a:cubicBezTo>
                  <a:cubicBezTo>
                    <a:pt x="11" y="17"/>
                    <a:pt x="13" y="16"/>
                    <a:pt x="15" y="15"/>
                  </a:cubicBezTo>
                  <a:cubicBezTo>
                    <a:pt x="15" y="15"/>
                    <a:pt x="15" y="15"/>
                    <a:pt x="15" y="15"/>
                  </a:cubicBezTo>
                  <a:cubicBezTo>
                    <a:pt x="13" y="13"/>
                    <a:pt x="13" y="13"/>
                    <a:pt x="13" y="13"/>
                  </a:cubicBezTo>
                  <a:cubicBezTo>
                    <a:pt x="13" y="13"/>
                    <a:pt x="13" y="13"/>
                    <a:pt x="13" y="13"/>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69" name="Freeform 28"/>
            <p:cNvSpPr>
              <a:spLocks/>
            </p:cNvSpPr>
            <p:nvPr userDrawn="1"/>
          </p:nvSpPr>
          <p:spPr bwMode="auto">
            <a:xfrm>
              <a:off x="8331584" y="798513"/>
              <a:ext cx="41348" cy="50800"/>
            </a:xfrm>
            <a:custGeom>
              <a:avLst/>
              <a:gdLst>
                <a:gd name="T0" fmla="*/ 11 w 13"/>
                <a:gd name="T1" fmla="*/ 9 h 16"/>
                <a:gd name="T2" fmla="*/ 7 w 13"/>
                <a:gd name="T3" fmla="*/ 14 h 16"/>
                <a:gd name="T4" fmla="*/ 2 w 13"/>
                <a:gd name="T5" fmla="*/ 9 h 16"/>
                <a:gd name="T6" fmla="*/ 2 w 13"/>
                <a:gd name="T7" fmla="*/ 0 h 16"/>
                <a:gd name="T8" fmla="*/ 0 w 13"/>
                <a:gd name="T9" fmla="*/ 0 h 16"/>
                <a:gd name="T10" fmla="*/ 0 w 13"/>
                <a:gd name="T11" fmla="*/ 9 h 16"/>
                <a:gd name="T12" fmla="*/ 7 w 13"/>
                <a:gd name="T13" fmla="*/ 16 h 16"/>
                <a:gd name="T14" fmla="*/ 13 w 13"/>
                <a:gd name="T15" fmla="*/ 9 h 16"/>
                <a:gd name="T16" fmla="*/ 13 w 13"/>
                <a:gd name="T17" fmla="*/ 0 h 16"/>
                <a:gd name="T18" fmla="*/ 11 w 13"/>
                <a:gd name="T19" fmla="*/ 0 h 16"/>
                <a:gd name="T20" fmla="*/ 11 w 13"/>
                <a:gd name="T21" fmla="*/ 9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 h="16">
                  <a:moveTo>
                    <a:pt x="11" y="9"/>
                  </a:moveTo>
                  <a:cubicBezTo>
                    <a:pt x="11" y="12"/>
                    <a:pt x="9" y="14"/>
                    <a:pt x="7" y="14"/>
                  </a:cubicBezTo>
                  <a:cubicBezTo>
                    <a:pt x="5" y="14"/>
                    <a:pt x="2" y="12"/>
                    <a:pt x="2" y="9"/>
                  </a:cubicBezTo>
                  <a:cubicBezTo>
                    <a:pt x="2" y="0"/>
                    <a:pt x="2" y="0"/>
                    <a:pt x="2" y="0"/>
                  </a:cubicBezTo>
                  <a:cubicBezTo>
                    <a:pt x="0" y="0"/>
                    <a:pt x="0" y="0"/>
                    <a:pt x="0" y="0"/>
                  </a:cubicBezTo>
                  <a:cubicBezTo>
                    <a:pt x="0" y="9"/>
                    <a:pt x="0" y="9"/>
                    <a:pt x="0" y="9"/>
                  </a:cubicBezTo>
                  <a:cubicBezTo>
                    <a:pt x="0" y="14"/>
                    <a:pt x="3" y="16"/>
                    <a:pt x="7" y="16"/>
                  </a:cubicBezTo>
                  <a:cubicBezTo>
                    <a:pt x="10" y="16"/>
                    <a:pt x="13" y="14"/>
                    <a:pt x="13" y="9"/>
                  </a:cubicBezTo>
                  <a:cubicBezTo>
                    <a:pt x="13" y="0"/>
                    <a:pt x="13" y="0"/>
                    <a:pt x="13" y="0"/>
                  </a:cubicBezTo>
                  <a:cubicBezTo>
                    <a:pt x="11" y="0"/>
                    <a:pt x="11" y="0"/>
                    <a:pt x="11" y="0"/>
                  </a:cubicBezTo>
                  <a:cubicBezTo>
                    <a:pt x="11" y="9"/>
                    <a:pt x="11" y="9"/>
                    <a:pt x="11" y="9"/>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70" name="Freeform 29"/>
            <p:cNvSpPr>
              <a:spLocks/>
            </p:cNvSpPr>
            <p:nvPr userDrawn="1"/>
          </p:nvSpPr>
          <p:spPr bwMode="auto">
            <a:xfrm>
              <a:off x="8388834" y="798513"/>
              <a:ext cx="41348" cy="50800"/>
            </a:xfrm>
            <a:custGeom>
              <a:avLst/>
              <a:gdLst>
                <a:gd name="T0" fmla="*/ 20 w 26"/>
                <a:gd name="T1" fmla="*/ 22 h 32"/>
                <a:gd name="T2" fmla="*/ 2 w 26"/>
                <a:gd name="T3" fmla="*/ 0 h 32"/>
                <a:gd name="T4" fmla="*/ 0 w 26"/>
                <a:gd name="T5" fmla="*/ 0 h 32"/>
                <a:gd name="T6" fmla="*/ 0 w 26"/>
                <a:gd name="T7" fmla="*/ 32 h 32"/>
                <a:gd name="T8" fmla="*/ 4 w 26"/>
                <a:gd name="T9" fmla="*/ 32 h 32"/>
                <a:gd name="T10" fmla="*/ 4 w 26"/>
                <a:gd name="T11" fmla="*/ 10 h 32"/>
                <a:gd name="T12" fmla="*/ 22 w 26"/>
                <a:gd name="T13" fmla="*/ 32 h 32"/>
                <a:gd name="T14" fmla="*/ 26 w 26"/>
                <a:gd name="T15" fmla="*/ 32 h 32"/>
                <a:gd name="T16" fmla="*/ 26 w 26"/>
                <a:gd name="T17" fmla="*/ 0 h 32"/>
                <a:gd name="T18" fmla="*/ 20 w 26"/>
                <a:gd name="T19" fmla="*/ 0 h 32"/>
                <a:gd name="T20" fmla="*/ 20 w 26"/>
                <a:gd name="T21" fmla="*/ 22 h 32"/>
                <a:gd name="T22" fmla="*/ 20 w 26"/>
                <a:gd name="T23" fmla="*/ 2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6" h="32">
                  <a:moveTo>
                    <a:pt x="20" y="22"/>
                  </a:moveTo>
                  <a:lnTo>
                    <a:pt x="2" y="0"/>
                  </a:lnTo>
                  <a:lnTo>
                    <a:pt x="0" y="0"/>
                  </a:lnTo>
                  <a:lnTo>
                    <a:pt x="0" y="32"/>
                  </a:lnTo>
                  <a:lnTo>
                    <a:pt x="4" y="32"/>
                  </a:lnTo>
                  <a:lnTo>
                    <a:pt x="4" y="10"/>
                  </a:lnTo>
                  <a:lnTo>
                    <a:pt x="22" y="32"/>
                  </a:lnTo>
                  <a:lnTo>
                    <a:pt x="26" y="32"/>
                  </a:lnTo>
                  <a:lnTo>
                    <a:pt x="26" y="0"/>
                  </a:lnTo>
                  <a:lnTo>
                    <a:pt x="20" y="0"/>
                  </a:lnTo>
                  <a:lnTo>
                    <a:pt x="20" y="22"/>
                  </a:lnTo>
                  <a:lnTo>
                    <a:pt x="20" y="22"/>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71" name="Freeform 30"/>
            <p:cNvSpPr>
              <a:spLocks/>
            </p:cNvSpPr>
            <p:nvPr userDrawn="1"/>
          </p:nvSpPr>
          <p:spPr bwMode="auto">
            <a:xfrm>
              <a:off x="8442905" y="798513"/>
              <a:ext cx="9542" cy="50800"/>
            </a:xfrm>
            <a:custGeom>
              <a:avLst/>
              <a:gdLst>
                <a:gd name="T0" fmla="*/ 0 w 6"/>
                <a:gd name="T1" fmla="*/ 32 h 32"/>
                <a:gd name="T2" fmla="*/ 6 w 6"/>
                <a:gd name="T3" fmla="*/ 32 h 32"/>
                <a:gd name="T4" fmla="*/ 6 w 6"/>
                <a:gd name="T5" fmla="*/ 0 h 32"/>
                <a:gd name="T6" fmla="*/ 0 w 6"/>
                <a:gd name="T7" fmla="*/ 0 h 32"/>
                <a:gd name="T8" fmla="*/ 0 w 6"/>
                <a:gd name="T9" fmla="*/ 32 h 32"/>
                <a:gd name="T10" fmla="*/ 0 w 6"/>
                <a:gd name="T11" fmla="*/ 32 h 32"/>
              </a:gdLst>
              <a:ahLst/>
              <a:cxnLst>
                <a:cxn ang="0">
                  <a:pos x="T0" y="T1"/>
                </a:cxn>
                <a:cxn ang="0">
                  <a:pos x="T2" y="T3"/>
                </a:cxn>
                <a:cxn ang="0">
                  <a:pos x="T4" y="T5"/>
                </a:cxn>
                <a:cxn ang="0">
                  <a:pos x="T6" y="T7"/>
                </a:cxn>
                <a:cxn ang="0">
                  <a:pos x="T8" y="T9"/>
                </a:cxn>
                <a:cxn ang="0">
                  <a:pos x="T10" y="T11"/>
                </a:cxn>
              </a:cxnLst>
              <a:rect l="0" t="0" r="r" b="b"/>
              <a:pathLst>
                <a:path w="6" h="32">
                  <a:moveTo>
                    <a:pt x="0" y="32"/>
                  </a:moveTo>
                  <a:lnTo>
                    <a:pt x="6" y="32"/>
                  </a:lnTo>
                  <a:lnTo>
                    <a:pt x="6" y="0"/>
                  </a:lnTo>
                  <a:lnTo>
                    <a:pt x="0" y="0"/>
                  </a:lnTo>
                  <a:lnTo>
                    <a:pt x="0" y="32"/>
                  </a:lnTo>
                  <a:lnTo>
                    <a:pt x="0" y="32"/>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72" name="Freeform 31"/>
            <p:cNvSpPr>
              <a:spLocks/>
            </p:cNvSpPr>
            <p:nvPr userDrawn="1"/>
          </p:nvSpPr>
          <p:spPr bwMode="auto">
            <a:xfrm>
              <a:off x="8461988" y="798513"/>
              <a:ext cx="50890" cy="50800"/>
            </a:xfrm>
            <a:custGeom>
              <a:avLst/>
              <a:gdLst>
                <a:gd name="T0" fmla="*/ 6 w 32"/>
                <a:gd name="T1" fmla="*/ 0 h 32"/>
                <a:gd name="T2" fmla="*/ 0 w 32"/>
                <a:gd name="T3" fmla="*/ 0 h 32"/>
                <a:gd name="T4" fmla="*/ 12 w 32"/>
                <a:gd name="T5" fmla="*/ 32 h 32"/>
                <a:gd name="T6" fmla="*/ 18 w 32"/>
                <a:gd name="T7" fmla="*/ 32 h 32"/>
                <a:gd name="T8" fmla="*/ 32 w 32"/>
                <a:gd name="T9" fmla="*/ 0 h 32"/>
                <a:gd name="T10" fmla="*/ 26 w 32"/>
                <a:gd name="T11" fmla="*/ 0 h 32"/>
                <a:gd name="T12" fmla="*/ 16 w 32"/>
                <a:gd name="T13" fmla="*/ 26 h 32"/>
                <a:gd name="T14" fmla="*/ 6 w 32"/>
                <a:gd name="T15" fmla="*/ 0 h 32"/>
                <a:gd name="T16" fmla="*/ 6 w 32"/>
                <a:gd name="T17"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 h="32">
                  <a:moveTo>
                    <a:pt x="6" y="0"/>
                  </a:moveTo>
                  <a:lnTo>
                    <a:pt x="0" y="0"/>
                  </a:lnTo>
                  <a:lnTo>
                    <a:pt x="12" y="32"/>
                  </a:lnTo>
                  <a:lnTo>
                    <a:pt x="18" y="32"/>
                  </a:lnTo>
                  <a:lnTo>
                    <a:pt x="32" y="0"/>
                  </a:lnTo>
                  <a:lnTo>
                    <a:pt x="26" y="0"/>
                  </a:lnTo>
                  <a:lnTo>
                    <a:pt x="16" y="26"/>
                  </a:lnTo>
                  <a:lnTo>
                    <a:pt x="6" y="0"/>
                  </a:lnTo>
                  <a:lnTo>
                    <a:pt x="6" y="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73" name="Freeform 32"/>
            <p:cNvSpPr>
              <a:spLocks/>
            </p:cNvSpPr>
            <p:nvPr userDrawn="1"/>
          </p:nvSpPr>
          <p:spPr bwMode="auto">
            <a:xfrm>
              <a:off x="8519239" y="798513"/>
              <a:ext cx="38167" cy="50800"/>
            </a:xfrm>
            <a:custGeom>
              <a:avLst/>
              <a:gdLst>
                <a:gd name="T0" fmla="*/ 6 w 24"/>
                <a:gd name="T1" fmla="*/ 18 h 32"/>
                <a:gd name="T2" fmla="*/ 24 w 24"/>
                <a:gd name="T3" fmla="*/ 18 h 32"/>
                <a:gd name="T4" fmla="*/ 24 w 24"/>
                <a:gd name="T5" fmla="*/ 12 h 32"/>
                <a:gd name="T6" fmla="*/ 6 w 24"/>
                <a:gd name="T7" fmla="*/ 12 h 32"/>
                <a:gd name="T8" fmla="*/ 6 w 24"/>
                <a:gd name="T9" fmla="*/ 4 h 32"/>
                <a:gd name="T10" fmla="*/ 24 w 24"/>
                <a:gd name="T11" fmla="*/ 4 h 32"/>
                <a:gd name="T12" fmla="*/ 24 w 24"/>
                <a:gd name="T13" fmla="*/ 0 h 32"/>
                <a:gd name="T14" fmla="*/ 0 w 24"/>
                <a:gd name="T15" fmla="*/ 0 h 32"/>
                <a:gd name="T16" fmla="*/ 0 w 24"/>
                <a:gd name="T17" fmla="*/ 32 h 32"/>
                <a:gd name="T18" fmla="*/ 24 w 24"/>
                <a:gd name="T19" fmla="*/ 32 h 32"/>
                <a:gd name="T20" fmla="*/ 24 w 24"/>
                <a:gd name="T21" fmla="*/ 26 h 32"/>
                <a:gd name="T22" fmla="*/ 6 w 24"/>
                <a:gd name="T23" fmla="*/ 26 h 32"/>
                <a:gd name="T24" fmla="*/ 6 w 24"/>
                <a:gd name="T25" fmla="*/ 18 h 32"/>
                <a:gd name="T26" fmla="*/ 6 w 24"/>
                <a:gd name="T27" fmla="*/ 18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4" h="32">
                  <a:moveTo>
                    <a:pt x="6" y="18"/>
                  </a:moveTo>
                  <a:lnTo>
                    <a:pt x="24" y="18"/>
                  </a:lnTo>
                  <a:lnTo>
                    <a:pt x="24" y="12"/>
                  </a:lnTo>
                  <a:lnTo>
                    <a:pt x="6" y="12"/>
                  </a:lnTo>
                  <a:lnTo>
                    <a:pt x="6" y="4"/>
                  </a:lnTo>
                  <a:lnTo>
                    <a:pt x="24" y="4"/>
                  </a:lnTo>
                  <a:lnTo>
                    <a:pt x="24" y="0"/>
                  </a:lnTo>
                  <a:lnTo>
                    <a:pt x="0" y="0"/>
                  </a:lnTo>
                  <a:lnTo>
                    <a:pt x="0" y="32"/>
                  </a:lnTo>
                  <a:lnTo>
                    <a:pt x="24" y="32"/>
                  </a:lnTo>
                  <a:lnTo>
                    <a:pt x="24" y="26"/>
                  </a:lnTo>
                  <a:lnTo>
                    <a:pt x="6" y="26"/>
                  </a:lnTo>
                  <a:lnTo>
                    <a:pt x="6" y="18"/>
                  </a:lnTo>
                  <a:lnTo>
                    <a:pt x="6" y="18"/>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74" name="Freeform 33"/>
            <p:cNvSpPr>
              <a:spLocks noEditPoints="1"/>
            </p:cNvSpPr>
            <p:nvPr userDrawn="1"/>
          </p:nvSpPr>
          <p:spPr bwMode="auto">
            <a:xfrm>
              <a:off x="8570129" y="798513"/>
              <a:ext cx="44528" cy="50800"/>
            </a:xfrm>
            <a:custGeom>
              <a:avLst/>
              <a:gdLst>
                <a:gd name="T0" fmla="*/ 13 w 14"/>
                <a:gd name="T1" fmla="*/ 5 h 16"/>
                <a:gd name="T2" fmla="*/ 7 w 14"/>
                <a:gd name="T3" fmla="*/ 0 h 16"/>
                <a:gd name="T4" fmla="*/ 0 w 14"/>
                <a:gd name="T5" fmla="*/ 0 h 16"/>
                <a:gd name="T6" fmla="*/ 0 w 14"/>
                <a:gd name="T7" fmla="*/ 16 h 16"/>
                <a:gd name="T8" fmla="*/ 2 w 14"/>
                <a:gd name="T9" fmla="*/ 16 h 16"/>
                <a:gd name="T10" fmla="*/ 2 w 14"/>
                <a:gd name="T11" fmla="*/ 10 h 16"/>
                <a:gd name="T12" fmla="*/ 6 w 14"/>
                <a:gd name="T13" fmla="*/ 10 h 16"/>
                <a:gd name="T14" fmla="*/ 11 w 14"/>
                <a:gd name="T15" fmla="*/ 16 h 16"/>
                <a:gd name="T16" fmla="*/ 14 w 14"/>
                <a:gd name="T17" fmla="*/ 16 h 16"/>
                <a:gd name="T18" fmla="*/ 9 w 14"/>
                <a:gd name="T19" fmla="*/ 10 h 16"/>
                <a:gd name="T20" fmla="*/ 13 w 14"/>
                <a:gd name="T21" fmla="*/ 5 h 16"/>
                <a:gd name="T22" fmla="*/ 2 w 14"/>
                <a:gd name="T23" fmla="*/ 2 h 16"/>
                <a:gd name="T24" fmla="*/ 7 w 14"/>
                <a:gd name="T25" fmla="*/ 2 h 16"/>
                <a:gd name="T26" fmla="*/ 10 w 14"/>
                <a:gd name="T27" fmla="*/ 5 h 16"/>
                <a:gd name="T28" fmla="*/ 7 w 14"/>
                <a:gd name="T29" fmla="*/ 8 h 16"/>
                <a:gd name="T30" fmla="*/ 2 w 14"/>
                <a:gd name="T31" fmla="*/ 8 h 16"/>
                <a:gd name="T32" fmla="*/ 2 w 14"/>
                <a:gd name="T33" fmla="*/ 2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4" h="16">
                  <a:moveTo>
                    <a:pt x="13" y="5"/>
                  </a:moveTo>
                  <a:cubicBezTo>
                    <a:pt x="13" y="2"/>
                    <a:pt x="11" y="0"/>
                    <a:pt x="7" y="0"/>
                  </a:cubicBezTo>
                  <a:cubicBezTo>
                    <a:pt x="0" y="0"/>
                    <a:pt x="0" y="0"/>
                    <a:pt x="0" y="0"/>
                  </a:cubicBezTo>
                  <a:cubicBezTo>
                    <a:pt x="0" y="16"/>
                    <a:pt x="0" y="16"/>
                    <a:pt x="0" y="16"/>
                  </a:cubicBezTo>
                  <a:cubicBezTo>
                    <a:pt x="2" y="16"/>
                    <a:pt x="2" y="16"/>
                    <a:pt x="2" y="16"/>
                  </a:cubicBezTo>
                  <a:cubicBezTo>
                    <a:pt x="2" y="10"/>
                    <a:pt x="2" y="10"/>
                    <a:pt x="2" y="10"/>
                  </a:cubicBezTo>
                  <a:cubicBezTo>
                    <a:pt x="6" y="10"/>
                    <a:pt x="6" y="10"/>
                    <a:pt x="6" y="10"/>
                  </a:cubicBezTo>
                  <a:cubicBezTo>
                    <a:pt x="11" y="16"/>
                    <a:pt x="11" y="16"/>
                    <a:pt x="11" y="16"/>
                  </a:cubicBezTo>
                  <a:cubicBezTo>
                    <a:pt x="14" y="16"/>
                    <a:pt x="14" y="16"/>
                    <a:pt x="14" y="16"/>
                  </a:cubicBezTo>
                  <a:cubicBezTo>
                    <a:pt x="9" y="10"/>
                    <a:pt x="9" y="10"/>
                    <a:pt x="9" y="10"/>
                  </a:cubicBezTo>
                  <a:cubicBezTo>
                    <a:pt x="11" y="10"/>
                    <a:pt x="13" y="8"/>
                    <a:pt x="13" y="5"/>
                  </a:cubicBezTo>
                  <a:close/>
                  <a:moveTo>
                    <a:pt x="2" y="2"/>
                  </a:moveTo>
                  <a:cubicBezTo>
                    <a:pt x="7" y="2"/>
                    <a:pt x="7" y="2"/>
                    <a:pt x="7" y="2"/>
                  </a:cubicBezTo>
                  <a:cubicBezTo>
                    <a:pt x="9" y="2"/>
                    <a:pt x="10" y="4"/>
                    <a:pt x="10" y="5"/>
                  </a:cubicBezTo>
                  <a:cubicBezTo>
                    <a:pt x="10" y="6"/>
                    <a:pt x="9" y="8"/>
                    <a:pt x="7" y="8"/>
                  </a:cubicBezTo>
                  <a:cubicBezTo>
                    <a:pt x="2" y="8"/>
                    <a:pt x="2" y="8"/>
                    <a:pt x="2" y="8"/>
                  </a:cubicBezTo>
                  <a:cubicBezTo>
                    <a:pt x="2" y="2"/>
                    <a:pt x="2" y="2"/>
                    <a:pt x="2" y="2"/>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75" name="Freeform 34"/>
            <p:cNvSpPr>
              <a:spLocks/>
            </p:cNvSpPr>
            <p:nvPr userDrawn="1"/>
          </p:nvSpPr>
          <p:spPr bwMode="auto">
            <a:xfrm>
              <a:off x="8617838" y="795338"/>
              <a:ext cx="44528" cy="53975"/>
            </a:xfrm>
            <a:custGeom>
              <a:avLst/>
              <a:gdLst>
                <a:gd name="T0" fmla="*/ 8 w 14"/>
                <a:gd name="T1" fmla="*/ 7 h 17"/>
                <a:gd name="T2" fmla="*/ 4 w 14"/>
                <a:gd name="T3" fmla="*/ 5 h 17"/>
                <a:gd name="T4" fmla="*/ 7 w 14"/>
                <a:gd name="T5" fmla="*/ 3 h 17"/>
                <a:gd name="T6" fmla="*/ 12 w 14"/>
                <a:gd name="T7" fmla="*/ 5 h 17"/>
                <a:gd name="T8" fmla="*/ 12 w 14"/>
                <a:gd name="T9" fmla="*/ 5 h 17"/>
                <a:gd name="T10" fmla="*/ 14 w 14"/>
                <a:gd name="T11" fmla="*/ 4 h 17"/>
                <a:gd name="T12" fmla="*/ 14 w 14"/>
                <a:gd name="T13" fmla="*/ 3 h 17"/>
                <a:gd name="T14" fmla="*/ 7 w 14"/>
                <a:gd name="T15" fmla="*/ 0 h 17"/>
                <a:gd name="T16" fmla="*/ 2 w 14"/>
                <a:gd name="T17" fmla="*/ 2 h 17"/>
                <a:gd name="T18" fmla="*/ 1 w 14"/>
                <a:gd name="T19" fmla="*/ 5 h 17"/>
                <a:gd name="T20" fmla="*/ 7 w 14"/>
                <a:gd name="T21" fmla="*/ 10 h 17"/>
                <a:gd name="T22" fmla="*/ 12 w 14"/>
                <a:gd name="T23" fmla="*/ 12 h 17"/>
                <a:gd name="T24" fmla="*/ 7 w 14"/>
                <a:gd name="T25" fmla="*/ 15 h 17"/>
                <a:gd name="T26" fmla="*/ 3 w 14"/>
                <a:gd name="T27" fmla="*/ 12 h 17"/>
                <a:gd name="T28" fmla="*/ 2 w 14"/>
                <a:gd name="T29" fmla="*/ 12 h 17"/>
                <a:gd name="T30" fmla="*/ 0 w 14"/>
                <a:gd name="T31" fmla="*/ 13 h 17"/>
                <a:gd name="T32" fmla="*/ 0 w 14"/>
                <a:gd name="T33" fmla="*/ 14 h 17"/>
                <a:gd name="T34" fmla="*/ 7 w 14"/>
                <a:gd name="T35" fmla="*/ 17 h 17"/>
                <a:gd name="T36" fmla="*/ 14 w 14"/>
                <a:gd name="T37" fmla="*/ 12 h 17"/>
                <a:gd name="T38" fmla="*/ 8 w 14"/>
                <a:gd name="T39" fmla="*/ 7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4" h="17">
                  <a:moveTo>
                    <a:pt x="8" y="7"/>
                  </a:moveTo>
                  <a:cubicBezTo>
                    <a:pt x="5" y="7"/>
                    <a:pt x="4" y="6"/>
                    <a:pt x="4" y="5"/>
                  </a:cubicBezTo>
                  <a:cubicBezTo>
                    <a:pt x="4" y="4"/>
                    <a:pt x="5" y="3"/>
                    <a:pt x="7" y="3"/>
                  </a:cubicBezTo>
                  <a:cubicBezTo>
                    <a:pt x="9" y="3"/>
                    <a:pt x="11" y="3"/>
                    <a:pt x="12" y="5"/>
                  </a:cubicBezTo>
                  <a:cubicBezTo>
                    <a:pt x="12" y="5"/>
                    <a:pt x="12" y="5"/>
                    <a:pt x="12" y="5"/>
                  </a:cubicBezTo>
                  <a:cubicBezTo>
                    <a:pt x="14" y="4"/>
                    <a:pt x="14" y="4"/>
                    <a:pt x="14" y="4"/>
                  </a:cubicBezTo>
                  <a:cubicBezTo>
                    <a:pt x="14" y="3"/>
                    <a:pt x="14" y="3"/>
                    <a:pt x="14" y="3"/>
                  </a:cubicBezTo>
                  <a:cubicBezTo>
                    <a:pt x="12" y="1"/>
                    <a:pt x="10" y="0"/>
                    <a:pt x="7" y="0"/>
                  </a:cubicBezTo>
                  <a:cubicBezTo>
                    <a:pt x="6" y="0"/>
                    <a:pt x="3" y="1"/>
                    <a:pt x="2" y="2"/>
                  </a:cubicBezTo>
                  <a:cubicBezTo>
                    <a:pt x="1" y="3"/>
                    <a:pt x="1" y="4"/>
                    <a:pt x="1" y="5"/>
                  </a:cubicBezTo>
                  <a:cubicBezTo>
                    <a:pt x="1" y="9"/>
                    <a:pt x="5" y="9"/>
                    <a:pt x="7" y="10"/>
                  </a:cubicBezTo>
                  <a:cubicBezTo>
                    <a:pt x="10" y="10"/>
                    <a:pt x="12" y="11"/>
                    <a:pt x="12" y="12"/>
                  </a:cubicBezTo>
                  <a:cubicBezTo>
                    <a:pt x="12" y="15"/>
                    <a:pt x="8" y="15"/>
                    <a:pt x="7" y="15"/>
                  </a:cubicBezTo>
                  <a:cubicBezTo>
                    <a:pt x="6" y="15"/>
                    <a:pt x="4" y="14"/>
                    <a:pt x="3" y="12"/>
                  </a:cubicBezTo>
                  <a:cubicBezTo>
                    <a:pt x="2" y="12"/>
                    <a:pt x="2" y="12"/>
                    <a:pt x="2" y="12"/>
                  </a:cubicBezTo>
                  <a:cubicBezTo>
                    <a:pt x="0" y="13"/>
                    <a:pt x="0" y="13"/>
                    <a:pt x="0" y="13"/>
                  </a:cubicBezTo>
                  <a:cubicBezTo>
                    <a:pt x="0" y="14"/>
                    <a:pt x="0" y="14"/>
                    <a:pt x="0" y="14"/>
                  </a:cubicBezTo>
                  <a:cubicBezTo>
                    <a:pt x="2" y="16"/>
                    <a:pt x="4" y="17"/>
                    <a:pt x="7" y="17"/>
                  </a:cubicBezTo>
                  <a:cubicBezTo>
                    <a:pt x="11" y="17"/>
                    <a:pt x="14" y="16"/>
                    <a:pt x="14" y="12"/>
                  </a:cubicBezTo>
                  <a:cubicBezTo>
                    <a:pt x="14" y="9"/>
                    <a:pt x="11" y="8"/>
                    <a:pt x="8" y="7"/>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76" name="Freeform 35"/>
            <p:cNvSpPr>
              <a:spLocks/>
            </p:cNvSpPr>
            <p:nvPr userDrawn="1"/>
          </p:nvSpPr>
          <p:spPr bwMode="auto">
            <a:xfrm>
              <a:off x="8671908" y="798513"/>
              <a:ext cx="9542" cy="50800"/>
            </a:xfrm>
            <a:custGeom>
              <a:avLst/>
              <a:gdLst>
                <a:gd name="T0" fmla="*/ 0 w 6"/>
                <a:gd name="T1" fmla="*/ 32 h 32"/>
                <a:gd name="T2" fmla="*/ 6 w 6"/>
                <a:gd name="T3" fmla="*/ 32 h 32"/>
                <a:gd name="T4" fmla="*/ 6 w 6"/>
                <a:gd name="T5" fmla="*/ 0 h 32"/>
                <a:gd name="T6" fmla="*/ 0 w 6"/>
                <a:gd name="T7" fmla="*/ 0 h 32"/>
                <a:gd name="T8" fmla="*/ 0 w 6"/>
                <a:gd name="T9" fmla="*/ 32 h 32"/>
                <a:gd name="T10" fmla="*/ 0 w 6"/>
                <a:gd name="T11" fmla="*/ 32 h 32"/>
              </a:gdLst>
              <a:ahLst/>
              <a:cxnLst>
                <a:cxn ang="0">
                  <a:pos x="T0" y="T1"/>
                </a:cxn>
                <a:cxn ang="0">
                  <a:pos x="T2" y="T3"/>
                </a:cxn>
                <a:cxn ang="0">
                  <a:pos x="T4" y="T5"/>
                </a:cxn>
                <a:cxn ang="0">
                  <a:pos x="T6" y="T7"/>
                </a:cxn>
                <a:cxn ang="0">
                  <a:pos x="T8" y="T9"/>
                </a:cxn>
                <a:cxn ang="0">
                  <a:pos x="T10" y="T11"/>
                </a:cxn>
              </a:cxnLst>
              <a:rect l="0" t="0" r="r" b="b"/>
              <a:pathLst>
                <a:path w="6" h="32">
                  <a:moveTo>
                    <a:pt x="0" y="32"/>
                  </a:moveTo>
                  <a:lnTo>
                    <a:pt x="6" y="32"/>
                  </a:lnTo>
                  <a:lnTo>
                    <a:pt x="6" y="0"/>
                  </a:lnTo>
                  <a:lnTo>
                    <a:pt x="0" y="0"/>
                  </a:lnTo>
                  <a:lnTo>
                    <a:pt x="0" y="32"/>
                  </a:lnTo>
                  <a:lnTo>
                    <a:pt x="0" y="32"/>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77" name="Freeform 36"/>
            <p:cNvSpPr>
              <a:spLocks/>
            </p:cNvSpPr>
            <p:nvPr userDrawn="1"/>
          </p:nvSpPr>
          <p:spPr bwMode="auto">
            <a:xfrm>
              <a:off x="8690991" y="798513"/>
              <a:ext cx="84286" cy="50800"/>
            </a:xfrm>
            <a:custGeom>
              <a:avLst/>
              <a:gdLst>
                <a:gd name="T0" fmla="*/ 29 w 53"/>
                <a:gd name="T1" fmla="*/ 0 h 32"/>
                <a:gd name="T2" fmla="*/ 0 w 53"/>
                <a:gd name="T3" fmla="*/ 0 h 32"/>
                <a:gd name="T4" fmla="*/ 0 w 53"/>
                <a:gd name="T5" fmla="*/ 4 h 32"/>
                <a:gd name="T6" fmla="*/ 9 w 53"/>
                <a:gd name="T7" fmla="*/ 4 h 32"/>
                <a:gd name="T8" fmla="*/ 9 w 53"/>
                <a:gd name="T9" fmla="*/ 32 h 32"/>
                <a:gd name="T10" fmla="*/ 15 w 53"/>
                <a:gd name="T11" fmla="*/ 32 h 32"/>
                <a:gd name="T12" fmla="*/ 15 w 53"/>
                <a:gd name="T13" fmla="*/ 4 h 32"/>
                <a:gd name="T14" fmla="*/ 25 w 53"/>
                <a:gd name="T15" fmla="*/ 4 h 32"/>
                <a:gd name="T16" fmla="*/ 35 w 53"/>
                <a:gd name="T17" fmla="*/ 18 h 32"/>
                <a:gd name="T18" fmla="*/ 35 w 53"/>
                <a:gd name="T19" fmla="*/ 32 h 32"/>
                <a:gd name="T20" fmla="*/ 41 w 53"/>
                <a:gd name="T21" fmla="*/ 32 h 32"/>
                <a:gd name="T22" fmla="*/ 41 w 53"/>
                <a:gd name="T23" fmla="*/ 18 h 32"/>
                <a:gd name="T24" fmla="*/ 53 w 53"/>
                <a:gd name="T25" fmla="*/ 0 h 32"/>
                <a:gd name="T26" fmla="*/ 53 w 53"/>
                <a:gd name="T27" fmla="*/ 0 h 32"/>
                <a:gd name="T28" fmla="*/ 53 w 53"/>
                <a:gd name="T29" fmla="*/ 0 h 32"/>
                <a:gd name="T30" fmla="*/ 47 w 53"/>
                <a:gd name="T31" fmla="*/ 0 h 32"/>
                <a:gd name="T32" fmla="*/ 37 w 53"/>
                <a:gd name="T33" fmla="*/ 14 h 32"/>
                <a:gd name="T34" fmla="*/ 29 w 53"/>
                <a:gd name="T35" fmla="*/ 0 h 32"/>
                <a:gd name="T36" fmla="*/ 29 w 53"/>
                <a:gd name="T37"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53" h="32">
                  <a:moveTo>
                    <a:pt x="29" y="0"/>
                  </a:moveTo>
                  <a:lnTo>
                    <a:pt x="0" y="0"/>
                  </a:lnTo>
                  <a:lnTo>
                    <a:pt x="0" y="4"/>
                  </a:lnTo>
                  <a:lnTo>
                    <a:pt x="9" y="4"/>
                  </a:lnTo>
                  <a:lnTo>
                    <a:pt x="9" y="32"/>
                  </a:lnTo>
                  <a:lnTo>
                    <a:pt x="15" y="32"/>
                  </a:lnTo>
                  <a:lnTo>
                    <a:pt x="15" y="4"/>
                  </a:lnTo>
                  <a:lnTo>
                    <a:pt x="25" y="4"/>
                  </a:lnTo>
                  <a:lnTo>
                    <a:pt x="35" y="18"/>
                  </a:lnTo>
                  <a:lnTo>
                    <a:pt x="35" y="32"/>
                  </a:lnTo>
                  <a:lnTo>
                    <a:pt x="41" y="32"/>
                  </a:lnTo>
                  <a:lnTo>
                    <a:pt x="41" y="18"/>
                  </a:lnTo>
                  <a:lnTo>
                    <a:pt x="53" y="0"/>
                  </a:lnTo>
                  <a:lnTo>
                    <a:pt x="53" y="0"/>
                  </a:lnTo>
                  <a:lnTo>
                    <a:pt x="53" y="0"/>
                  </a:lnTo>
                  <a:lnTo>
                    <a:pt x="47" y="0"/>
                  </a:lnTo>
                  <a:lnTo>
                    <a:pt x="37" y="14"/>
                  </a:lnTo>
                  <a:lnTo>
                    <a:pt x="29" y="0"/>
                  </a:lnTo>
                  <a:lnTo>
                    <a:pt x="29" y="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78" name="Freeform 37"/>
            <p:cNvSpPr>
              <a:spLocks/>
            </p:cNvSpPr>
            <p:nvPr userDrawn="1"/>
          </p:nvSpPr>
          <p:spPr bwMode="auto">
            <a:xfrm>
              <a:off x="8484252" y="371475"/>
              <a:ext cx="291025" cy="363538"/>
            </a:xfrm>
            <a:custGeom>
              <a:avLst/>
              <a:gdLst>
                <a:gd name="T0" fmla="*/ 92 w 92"/>
                <a:gd name="T1" fmla="*/ 0 h 115"/>
                <a:gd name="T2" fmla="*/ 92 w 92"/>
                <a:gd name="T3" fmla="*/ 71 h 115"/>
                <a:gd name="T4" fmla="*/ 49 w 92"/>
                <a:gd name="T5" fmla="*/ 115 h 115"/>
                <a:gd name="T6" fmla="*/ 0 w 92"/>
                <a:gd name="T7" fmla="*/ 70 h 115"/>
                <a:gd name="T8" fmla="*/ 0 w 92"/>
                <a:gd name="T9" fmla="*/ 0 h 115"/>
                <a:gd name="T10" fmla="*/ 22 w 92"/>
                <a:gd name="T11" fmla="*/ 0 h 115"/>
                <a:gd name="T12" fmla="*/ 22 w 92"/>
                <a:gd name="T13" fmla="*/ 72 h 115"/>
                <a:gd name="T14" fmla="*/ 50 w 92"/>
                <a:gd name="T15" fmla="*/ 105 h 115"/>
                <a:gd name="T16" fmla="*/ 79 w 92"/>
                <a:gd name="T17" fmla="*/ 73 h 115"/>
                <a:gd name="T18" fmla="*/ 79 w 92"/>
                <a:gd name="T19" fmla="*/ 0 h 115"/>
                <a:gd name="T20" fmla="*/ 92 w 92"/>
                <a:gd name="T21" fmla="*/ 0 h 1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92" h="115">
                  <a:moveTo>
                    <a:pt x="92" y="0"/>
                  </a:moveTo>
                  <a:cubicBezTo>
                    <a:pt x="92" y="71"/>
                    <a:pt x="92" y="71"/>
                    <a:pt x="92" y="71"/>
                  </a:cubicBezTo>
                  <a:cubicBezTo>
                    <a:pt x="92" y="109"/>
                    <a:pt x="62" y="115"/>
                    <a:pt x="49" y="115"/>
                  </a:cubicBezTo>
                  <a:cubicBezTo>
                    <a:pt x="25" y="115"/>
                    <a:pt x="0" y="107"/>
                    <a:pt x="0" y="70"/>
                  </a:cubicBezTo>
                  <a:cubicBezTo>
                    <a:pt x="0" y="0"/>
                    <a:pt x="0" y="0"/>
                    <a:pt x="0" y="0"/>
                  </a:cubicBezTo>
                  <a:cubicBezTo>
                    <a:pt x="22" y="0"/>
                    <a:pt x="22" y="0"/>
                    <a:pt x="22" y="0"/>
                  </a:cubicBezTo>
                  <a:cubicBezTo>
                    <a:pt x="22" y="72"/>
                    <a:pt x="22" y="72"/>
                    <a:pt x="22" y="72"/>
                  </a:cubicBezTo>
                  <a:cubicBezTo>
                    <a:pt x="22" y="93"/>
                    <a:pt x="32" y="105"/>
                    <a:pt x="50" y="105"/>
                  </a:cubicBezTo>
                  <a:cubicBezTo>
                    <a:pt x="66" y="105"/>
                    <a:pt x="79" y="95"/>
                    <a:pt x="79" y="73"/>
                  </a:cubicBezTo>
                  <a:cubicBezTo>
                    <a:pt x="79" y="0"/>
                    <a:pt x="79" y="0"/>
                    <a:pt x="79" y="0"/>
                  </a:cubicBezTo>
                  <a:cubicBezTo>
                    <a:pt x="92" y="0"/>
                    <a:pt x="92" y="0"/>
                    <a:pt x="92" y="0"/>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79" name="Freeform 38"/>
            <p:cNvSpPr>
              <a:spLocks/>
            </p:cNvSpPr>
            <p:nvPr userDrawn="1"/>
          </p:nvSpPr>
          <p:spPr bwMode="auto">
            <a:xfrm>
              <a:off x="8096219" y="365125"/>
              <a:ext cx="337144" cy="369888"/>
            </a:xfrm>
            <a:custGeom>
              <a:avLst/>
              <a:gdLst>
                <a:gd name="T0" fmla="*/ 61 w 106"/>
                <a:gd name="T1" fmla="*/ 117 h 117"/>
                <a:gd name="T2" fmla="*/ 0 w 106"/>
                <a:gd name="T3" fmla="*/ 60 h 117"/>
                <a:gd name="T4" fmla="*/ 63 w 106"/>
                <a:gd name="T5" fmla="*/ 0 h 117"/>
                <a:gd name="T6" fmla="*/ 97 w 106"/>
                <a:gd name="T7" fmla="*/ 13 h 117"/>
                <a:gd name="T8" fmla="*/ 106 w 106"/>
                <a:gd name="T9" fmla="*/ 28 h 117"/>
                <a:gd name="T10" fmla="*/ 94 w 106"/>
                <a:gd name="T11" fmla="*/ 39 h 117"/>
                <a:gd name="T12" fmla="*/ 83 w 106"/>
                <a:gd name="T13" fmla="*/ 28 h 117"/>
                <a:gd name="T14" fmla="*/ 86 w 106"/>
                <a:gd name="T15" fmla="*/ 20 h 117"/>
                <a:gd name="T16" fmla="*/ 63 w 106"/>
                <a:gd name="T17" fmla="*/ 10 h 117"/>
                <a:gd name="T18" fmla="*/ 21 w 106"/>
                <a:gd name="T19" fmla="*/ 58 h 117"/>
                <a:gd name="T20" fmla="*/ 65 w 106"/>
                <a:gd name="T21" fmla="*/ 108 h 117"/>
                <a:gd name="T22" fmla="*/ 102 w 106"/>
                <a:gd name="T23" fmla="*/ 93 h 117"/>
                <a:gd name="T24" fmla="*/ 106 w 106"/>
                <a:gd name="T25" fmla="*/ 99 h 117"/>
                <a:gd name="T26" fmla="*/ 61 w 106"/>
                <a:gd name="T27" fmla="*/ 117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06" h="117">
                  <a:moveTo>
                    <a:pt x="61" y="117"/>
                  </a:moveTo>
                  <a:cubicBezTo>
                    <a:pt x="23" y="117"/>
                    <a:pt x="0" y="91"/>
                    <a:pt x="0" y="60"/>
                  </a:cubicBezTo>
                  <a:cubicBezTo>
                    <a:pt x="0" y="29"/>
                    <a:pt x="24" y="0"/>
                    <a:pt x="63" y="0"/>
                  </a:cubicBezTo>
                  <a:cubicBezTo>
                    <a:pt x="74" y="0"/>
                    <a:pt x="88" y="4"/>
                    <a:pt x="97" y="13"/>
                  </a:cubicBezTo>
                  <a:cubicBezTo>
                    <a:pt x="102" y="16"/>
                    <a:pt x="106" y="23"/>
                    <a:pt x="106" y="28"/>
                  </a:cubicBezTo>
                  <a:cubicBezTo>
                    <a:pt x="106" y="34"/>
                    <a:pt x="101" y="39"/>
                    <a:pt x="94" y="39"/>
                  </a:cubicBezTo>
                  <a:cubicBezTo>
                    <a:pt x="88" y="39"/>
                    <a:pt x="83" y="34"/>
                    <a:pt x="83" y="28"/>
                  </a:cubicBezTo>
                  <a:cubicBezTo>
                    <a:pt x="83" y="25"/>
                    <a:pt x="84" y="22"/>
                    <a:pt x="86" y="20"/>
                  </a:cubicBezTo>
                  <a:cubicBezTo>
                    <a:pt x="81" y="14"/>
                    <a:pt x="71" y="10"/>
                    <a:pt x="63" y="10"/>
                  </a:cubicBezTo>
                  <a:cubicBezTo>
                    <a:pt x="36" y="10"/>
                    <a:pt x="21" y="35"/>
                    <a:pt x="21" y="58"/>
                  </a:cubicBezTo>
                  <a:cubicBezTo>
                    <a:pt x="21" y="85"/>
                    <a:pt x="38" y="108"/>
                    <a:pt x="65" y="108"/>
                  </a:cubicBezTo>
                  <a:cubicBezTo>
                    <a:pt x="79" y="108"/>
                    <a:pt x="90" y="102"/>
                    <a:pt x="102" y="93"/>
                  </a:cubicBezTo>
                  <a:cubicBezTo>
                    <a:pt x="106" y="99"/>
                    <a:pt x="106" y="99"/>
                    <a:pt x="106" y="99"/>
                  </a:cubicBezTo>
                  <a:cubicBezTo>
                    <a:pt x="94" y="111"/>
                    <a:pt x="77" y="117"/>
                    <a:pt x="61" y="117"/>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80" name="Freeform 39"/>
            <p:cNvSpPr>
              <a:spLocks noEditPoints="1"/>
            </p:cNvSpPr>
            <p:nvPr userDrawn="1"/>
          </p:nvSpPr>
          <p:spPr bwMode="auto">
            <a:xfrm>
              <a:off x="7760666" y="371475"/>
              <a:ext cx="329192" cy="357188"/>
            </a:xfrm>
            <a:custGeom>
              <a:avLst/>
              <a:gdLst>
                <a:gd name="T0" fmla="*/ 163 w 207"/>
                <a:gd name="T1" fmla="*/ 225 h 225"/>
                <a:gd name="T2" fmla="*/ 207 w 207"/>
                <a:gd name="T3" fmla="*/ 225 h 225"/>
                <a:gd name="T4" fmla="*/ 119 w 207"/>
                <a:gd name="T5" fmla="*/ 0 h 225"/>
                <a:gd name="T6" fmla="*/ 85 w 207"/>
                <a:gd name="T7" fmla="*/ 0 h 225"/>
                <a:gd name="T8" fmla="*/ 0 w 207"/>
                <a:gd name="T9" fmla="*/ 225 h 225"/>
                <a:gd name="T10" fmla="*/ 21 w 207"/>
                <a:gd name="T11" fmla="*/ 225 h 225"/>
                <a:gd name="T12" fmla="*/ 47 w 207"/>
                <a:gd name="T13" fmla="*/ 161 h 225"/>
                <a:gd name="T14" fmla="*/ 139 w 207"/>
                <a:gd name="T15" fmla="*/ 161 h 225"/>
                <a:gd name="T16" fmla="*/ 163 w 207"/>
                <a:gd name="T17" fmla="*/ 225 h 225"/>
                <a:gd name="T18" fmla="*/ 163 w 207"/>
                <a:gd name="T19" fmla="*/ 225 h 225"/>
                <a:gd name="T20" fmla="*/ 53 w 207"/>
                <a:gd name="T21" fmla="*/ 141 h 225"/>
                <a:gd name="T22" fmla="*/ 93 w 207"/>
                <a:gd name="T23" fmla="*/ 36 h 225"/>
                <a:gd name="T24" fmla="*/ 133 w 207"/>
                <a:gd name="T25" fmla="*/ 141 h 225"/>
                <a:gd name="T26" fmla="*/ 53 w 207"/>
                <a:gd name="T27" fmla="*/ 141 h 225"/>
                <a:gd name="T28" fmla="*/ 53 w 207"/>
                <a:gd name="T29" fmla="*/ 141 h 2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07" h="225">
                  <a:moveTo>
                    <a:pt x="163" y="225"/>
                  </a:moveTo>
                  <a:lnTo>
                    <a:pt x="207" y="225"/>
                  </a:lnTo>
                  <a:lnTo>
                    <a:pt x="119" y="0"/>
                  </a:lnTo>
                  <a:lnTo>
                    <a:pt x="85" y="0"/>
                  </a:lnTo>
                  <a:lnTo>
                    <a:pt x="0" y="225"/>
                  </a:lnTo>
                  <a:lnTo>
                    <a:pt x="21" y="225"/>
                  </a:lnTo>
                  <a:lnTo>
                    <a:pt x="47" y="161"/>
                  </a:lnTo>
                  <a:lnTo>
                    <a:pt x="139" y="161"/>
                  </a:lnTo>
                  <a:lnTo>
                    <a:pt x="163" y="225"/>
                  </a:lnTo>
                  <a:lnTo>
                    <a:pt x="163" y="225"/>
                  </a:lnTo>
                  <a:close/>
                  <a:moveTo>
                    <a:pt x="53" y="141"/>
                  </a:moveTo>
                  <a:lnTo>
                    <a:pt x="93" y="36"/>
                  </a:lnTo>
                  <a:lnTo>
                    <a:pt x="133" y="141"/>
                  </a:lnTo>
                  <a:lnTo>
                    <a:pt x="53" y="141"/>
                  </a:lnTo>
                  <a:lnTo>
                    <a:pt x="53" y="141"/>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grpSp>
      <p:sp>
        <p:nvSpPr>
          <p:cNvPr id="81" name="Title 1"/>
          <p:cNvSpPr>
            <a:spLocks noGrp="1"/>
          </p:cNvSpPr>
          <p:nvPr userDrawn="1">
            <p:ph type="title" hasCustomPrompt="1"/>
          </p:nvPr>
        </p:nvSpPr>
        <p:spPr>
          <a:xfrm>
            <a:off x="5038725" y="2848654"/>
            <a:ext cx="3867150" cy="580346"/>
          </a:xfrm>
        </p:spPr>
        <p:txBody>
          <a:bodyPr anchor="b">
            <a:noAutofit/>
          </a:bodyPr>
          <a:lstStyle>
            <a:lvl1pPr>
              <a:defRPr sz="3860" b="1">
                <a:solidFill>
                  <a:schemeClr val="bg1"/>
                </a:solidFill>
                <a:latin typeface="Arial" panose="020B0604020202020204" pitchFamily="34" charset="0"/>
                <a:cs typeface="Arial" panose="020B0604020202020204" pitchFamily="34" charset="0"/>
              </a:defRPr>
            </a:lvl1pPr>
          </a:lstStyle>
          <a:p>
            <a:r>
              <a:rPr lang="en-US" dirty="0"/>
              <a:t>Heading</a:t>
            </a:r>
            <a:endParaRPr lang="en-AU" dirty="0"/>
          </a:p>
        </p:txBody>
      </p:sp>
      <p:sp>
        <p:nvSpPr>
          <p:cNvPr id="82" name="Subtitle 2"/>
          <p:cNvSpPr>
            <a:spLocks noGrp="1"/>
          </p:cNvSpPr>
          <p:nvPr userDrawn="1">
            <p:ph type="subTitle" idx="1" hasCustomPrompt="1"/>
          </p:nvPr>
        </p:nvSpPr>
        <p:spPr>
          <a:xfrm>
            <a:off x="5038725" y="3652838"/>
            <a:ext cx="3867150" cy="447675"/>
          </a:xfrm>
        </p:spPr>
        <p:txBody>
          <a:bodyPr anchor="b">
            <a:noAutofit/>
          </a:bodyPr>
          <a:lstStyle>
            <a:lvl1pPr marL="0" indent="0" algn="l">
              <a:buNone/>
              <a:defRPr sz="1863">
                <a:solidFill>
                  <a:schemeClr val="bg1"/>
                </a:solidFill>
                <a:latin typeface="Arial" panose="020B0604020202020204" pitchFamily="34" charset="0"/>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Subheading</a:t>
            </a:r>
          </a:p>
        </p:txBody>
      </p:sp>
      <p:sp>
        <p:nvSpPr>
          <p:cNvPr id="83" name="Text Placeholder 7"/>
          <p:cNvSpPr>
            <a:spLocks noGrp="1"/>
          </p:cNvSpPr>
          <p:nvPr userDrawn="1">
            <p:ph type="body" sz="quarter" idx="10" hasCustomPrompt="1"/>
          </p:nvPr>
        </p:nvSpPr>
        <p:spPr>
          <a:xfrm>
            <a:off x="5038725" y="5316538"/>
            <a:ext cx="3770313" cy="294882"/>
          </a:xfrm>
        </p:spPr>
        <p:txBody>
          <a:bodyPr>
            <a:normAutofit/>
          </a:bodyPr>
          <a:lstStyle>
            <a:lvl1pPr marL="0" indent="0">
              <a:buNone/>
              <a:defRPr sz="1597" b="1" baseline="0">
                <a:solidFill>
                  <a:schemeClr val="bg1"/>
                </a:solidFill>
                <a:latin typeface="Arial" panose="020B0604020202020204" pitchFamily="34" charset="0"/>
                <a:cs typeface="Arial" panose="020B0604020202020204" pitchFamily="34" charset="0"/>
              </a:defRPr>
            </a:lvl1pPr>
          </a:lstStyle>
          <a:p>
            <a:pPr lvl="0"/>
            <a:r>
              <a:rPr lang="en-AU" dirty="0"/>
              <a:t>Presenter Name</a:t>
            </a:r>
          </a:p>
        </p:txBody>
      </p:sp>
      <p:sp>
        <p:nvSpPr>
          <p:cNvPr id="84" name="Text Placeholder 7"/>
          <p:cNvSpPr>
            <a:spLocks noGrp="1"/>
          </p:cNvSpPr>
          <p:nvPr userDrawn="1">
            <p:ph type="body" sz="quarter" idx="11" hasCustomPrompt="1"/>
          </p:nvPr>
        </p:nvSpPr>
        <p:spPr>
          <a:xfrm>
            <a:off x="5038725" y="5611420"/>
            <a:ext cx="3770313" cy="328773"/>
          </a:xfrm>
        </p:spPr>
        <p:txBody>
          <a:bodyPr>
            <a:normAutofit/>
          </a:bodyPr>
          <a:lstStyle>
            <a:lvl1pPr marL="0" indent="0">
              <a:buNone/>
              <a:defRPr sz="1597" baseline="0">
                <a:solidFill>
                  <a:schemeClr val="bg1"/>
                </a:solidFill>
                <a:latin typeface="Arial" panose="020B0604020202020204" pitchFamily="34" charset="0"/>
                <a:cs typeface="Arial" panose="020B0604020202020204" pitchFamily="34" charset="0"/>
              </a:defRPr>
            </a:lvl1pPr>
          </a:lstStyle>
          <a:p>
            <a:pPr lvl="0"/>
            <a:r>
              <a:rPr lang="en-AU" dirty="0"/>
              <a:t>Date</a:t>
            </a:r>
          </a:p>
        </p:txBody>
      </p:sp>
      <p:sp>
        <p:nvSpPr>
          <p:cNvPr id="86" name="Picture Placeholder 85"/>
          <p:cNvSpPr>
            <a:spLocks noGrp="1"/>
          </p:cNvSpPr>
          <p:nvPr userDrawn="1">
            <p:ph type="pic" sz="quarter" idx="12"/>
          </p:nvPr>
        </p:nvSpPr>
        <p:spPr>
          <a:xfrm>
            <a:off x="0" y="457200"/>
            <a:ext cx="4572000" cy="6388100"/>
          </a:xfrm>
        </p:spPr>
        <p:txBody>
          <a:bodyPr/>
          <a:lstStyle>
            <a:lvl1pPr marL="0" indent="0">
              <a:buNone/>
              <a:defRPr sz="1200">
                <a:solidFill>
                  <a:schemeClr val="bg1"/>
                </a:solidFill>
                <a:latin typeface="Arial" panose="020B0604020202020204" pitchFamily="34" charset="0"/>
                <a:cs typeface="Arial" panose="020B0604020202020204" pitchFamily="34" charset="0"/>
              </a:defRPr>
            </a:lvl1pPr>
          </a:lstStyle>
          <a:p>
            <a:r>
              <a:rPr lang="en-US"/>
              <a:t>Drag picture to placeholder or click icon to add</a:t>
            </a:r>
            <a:endParaRPr lang="en-AU" dirty="0"/>
          </a:p>
        </p:txBody>
      </p:sp>
    </p:spTree>
    <p:extLst>
      <p:ext uri="{BB962C8B-B14F-4D97-AF65-F5344CB8AC3E}">
        <p14:creationId xmlns:p14="http://schemas.microsoft.com/office/powerpoint/2010/main" val="157770162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sp>
        <p:nvSpPr>
          <p:cNvPr id="42" name="Rectangle 41"/>
          <p:cNvSpPr/>
          <p:nvPr userDrawn="1"/>
        </p:nvSpPr>
        <p:spPr>
          <a:xfrm>
            <a:off x="0" y="-3175"/>
            <a:ext cx="9142413" cy="68580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aphicFrame>
        <p:nvGraphicFramePr>
          <p:cNvPr id="3" name="Object 2" hidden="1"/>
          <p:cNvGraphicFramePr>
            <a:graphicFrameLocks noChangeAspect="1"/>
          </p:cNvGraphicFramePr>
          <p:nvPr userDrawn="1">
            <p:custDataLst>
              <p:tags r:id="rId1"/>
            </p:custDataLst>
            <p:extLst>
              <p:ext uri="{D42A27DB-BD31-4B8C-83A1-F6EECF244321}">
                <p14:modId xmlns:p14="http://schemas.microsoft.com/office/powerpoint/2010/main" val="3360732720"/>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Slide" r:id="rId3" imgW="347" imgH="348" progId="TCLayout.ActiveDocument.1">
                  <p:embed/>
                </p:oleObj>
              </mc:Choice>
              <mc:Fallback>
                <p:oleObj name="think-cell Slide" r:id="rId3" imgW="347" imgH="348" progId="TCLayout.ActiveDocument.1">
                  <p:embed/>
                  <p:pic>
                    <p:nvPicPr>
                      <p:cNvPr id="3" name="Object 2" hidden="1"/>
                      <p:cNvPicPr/>
                      <p:nvPr/>
                    </p:nvPicPr>
                    <p:blipFill>
                      <a:blip r:embed="rId4"/>
                      <a:stretch>
                        <a:fillRect/>
                      </a:stretch>
                    </p:blipFill>
                    <p:spPr>
                      <a:xfrm>
                        <a:off x="1588" y="1588"/>
                        <a:ext cx="1587" cy="1587"/>
                      </a:xfrm>
                      <a:prstGeom prst="rect">
                        <a:avLst/>
                      </a:prstGeom>
                    </p:spPr>
                  </p:pic>
                </p:oleObj>
              </mc:Fallback>
            </mc:AlternateContent>
          </a:graphicData>
        </a:graphic>
      </p:graphicFrame>
      <p:sp>
        <p:nvSpPr>
          <p:cNvPr id="116" name="Freeform 5"/>
          <p:cNvSpPr>
            <a:spLocks/>
          </p:cNvSpPr>
          <p:nvPr userDrawn="1"/>
        </p:nvSpPr>
        <p:spPr bwMode="auto">
          <a:xfrm>
            <a:off x="0" y="457201"/>
            <a:ext cx="4572232" cy="6388107"/>
          </a:xfrm>
          <a:custGeom>
            <a:avLst/>
            <a:gdLst>
              <a:gd name="T0" fmla="*/ 2875 w 2875"/>
              <a:gd name="T1" fmla="*/ 0 h 4024"/>
              <a:gd name="T2" fmla="*/ 2875 w 2875"/>
              <a:gd name="T3" fmla="*/ 4024 h 4024"/>
              <a:gd name="T4" fmla="*/ 0 w 2875"/>
              <a:gd name="T5" fmla="*/ 4024 h 4024"/>
              <a:gd name="T6" fmla="*/ 0 w 2875"/>
              <a:gd name="T7" fmla="*/ 0 h 4024"/>
              <a:gd name="T8" fmla="*/ 2875 w 2875"/>
              <a:gd name="T9" fmla="*/ 0 h 4024"/>
              <a:gd name="T10" fmla="*/ 2875 w 2875"/>
              <a:gd name="T11" fmla="*/ 0 h 4024"/>
            </a:gdLst>
            <a:ahLst/>
            <a:cxnLst>
              <a:cxn ang="0">
                <a:pos x="T0" y="T1"/>
              </a:cxn>
              <a:cxn ang="0">
                <a:pos x="T2" y="T3"/>
              </a:cxn>
              <a:cxn ang="0">
                <a:pos x="T4" y="T5"/>
              </a:cxn>
              <a:cxn ang="0">
                <a:pos x="T6" y="T7"/>
              </a:cxn>
              <a:cxn ang="0">
                <a:pos x="T8" y="T9"/>
              </a:cxn>
              <a:cxn ang="0">
                <a:pos x="T10" y="T11"/>
              </a:cxn>
            </a:cxnLst>
            <a:rect l="0" t="0" r="r" b="b"/>
            <a:pathLst>
              <a:path w="2875" h="4024">
                <a:moveTo>
                  <a:pt x="2875" y="0"/>
                </a:moveTo>
                <a:lnTo>
                  <a:pt x="2875" y="4024"/>
                </a:lnTo>
                <a:lnTo>
                  <a:pt x="0" y="4024"/>
                </a:lnTo>
                <a:lnTo>
                  <a:pt x="0" y="0"/>
                </a:lnTo>
                <a:lnTo>
                  <a:pt x="2875" y="0"/>
                </a:lnTo>
                <a:lnTo>
                  <a:pt x="2875" y="0"/>
                </a:lnTo>
                <a:close/>
              </a:path>
            </a:pathLst>
          </a:custGeom>
          <a:solidFill>
            <a:srgbClr val="F2120D"/>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b"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7" name="Freeform 6"/>
          <p:cNvSpPr>
            <a:spLocks/>
          </p:cNvSpPr>
          <p:nvPr userDrawn="1"/>
        </p:nvSpPr>
        <p:spPr bwMode="auto">
          <a:xfrm>
            <a:off x="4572232" y="-3174"/>
            <a:ext cx="4572232" cy="6858007"/>
          </a:xfrm>
          <a:custGeom>
            <a:avLst/>
            <a:gdLst>
              <a:gd name="T0" fmla="*/ 2875 w 2875"/>
              <a:gd name="T1" fmla="*/ 0 h 4320"/>
              <a:gd name="T2" fmla="*/ 2875 w 2875"/>
              <a:gd name="T3" fmla="*/ 4030 h 4320"/>
              <a:gd name="T4" fmla="*/ 290 w 2875"/>
              <a:gd name="T5" fmla="*/ 4030 h 4320"/>
              <a:gd name="T6" fmla="*/ 0 w 2875"/>
              <a:gd name="T7" fmla="*/ 4320 h 4320"/>
              <a:gd name="T8" fmla="*/ 0 w 2875"/>
              <a:gd name="T9" fmla="*/ 290 h 4320"/>
              <a:gd name="T10" fmla="*/ 290 w 2875"/>
              <a:gd name="T11" fmla="*/ 0 h 4320"/>
              <a:gd name="T12" fmla="*/ 2875 w 2875"/>
              <a:gd name="T13" fmla="*/ 0 h 4320"/>
              <a:gd name="T14" fmla="*/ 2875 w 2875"/>
              <a:gd name="T15" fmla="*/ 0 h 432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875" h="4320">
                <a:moveTo>
                  <a:pt x="2875" y="0"/>
                </a:moveTo>
                <a:lnTo>
                  <a:pt x="2875" y="4030"/>
                </a:lnTo>
                <a:lnTo>
                  <a:pt x="290" y="4030"/>
                </a:lnTo>
                <a:lnTo>
                  <a:pt x="0" y="4320"/>
                </a:lnTo>
                <a:lnTo>
                  <a:pt x="0" y="290"/>
                </a:lnTo>
                <a:lnTo>
                  <a:pt x="290" y="0"/>
                </a:lnTo>
                <a:lnTo>
                  <a:pt x="2875" y="0"/>
                </a:lnTo>
                <a:lnTo>
                  <a:pt x="2875" y="0"/>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b"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5" name="AutoShape 3"/>
          <p:cNvSpPr>
            <a:spLocks noChangeAspect="1" noChangeArrowheads="1" noTextEdit="1"/>
          </p:cNvSpPr>
          <p:nvPr userDrawn="1"/>
        </p:nvSpPr>
        <p:spPr bwMode="auto">
          <a:xfrm>
            <a:off x="0" y="1"/>
            <a:ext cx="9144464" cy="6858007"/>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 name="Title 1"/>
          <p:cNvSpPr>
            <a:spLocks noGrp="1"/>
          </p:cNvSpPr>
          <p:nvPr userDrawn="1">
            <p:ph type="title" hasCustomPrompt="1"/>
          </p:nvPr>
        </p:nvSpPr>
        <p:spPr>
          <a:xfrm>
            <a:off x="4804755" y="1054317"/>
            <a:ext cx="4247805" cy="4749367"/>
          </a:xfrm>
        </p:spPr>
        <p:txBody>
          <a:bodyPr lIns="0" tIns="0" rIns="0" bIns="0" anchor="ctr" anchorCtr="0">
            <a:noAutofit/>
          </a:bodyPr>
          <a:lstStyle>
            <a:lvl1pPr>
              <a:defRPr sz="37857" spc="-150">
                <a:solidFill>
                  <a:schemeClr val="bg1"/>
                </a:solidFill>
                <a:latin typeface="Arial" panose="020B0604020202020204" pitchFamily="34" charset="0"/>
                <a:cs typeface="Arial" panose="020B0604020202020204" pitchFamily="34" charset="0"/>
              </a:defRPr>
            </a:lvl1pPr>
          </a:lstStyle>
          <a:p>
            <a:r>
              <a:rPr lang="en-US" dirty="0"/>
              <a:t>1</a:t>
            </a:r>
            <a:endParaRPr lang="en-AU" dirty="0"/>
          </a:p>
        </p:txBody>
      </p:sp>
      <p:sp>
        <p:nvSpPr>
          <p:cNvPr id="47" name="Text Placeholder 46"/>
          <p:cNvSpPr>
            <a:spLocks noGrp="1"/>
          </p:cNvSpPr>
          <p:nvPr userDrawn="1">
            <p:ph type="body" sz="quarter" idx="10" hasCustomPrompt="1"/>
          </p:nvPr>
        </p:nvSpPr>
        <p:spPr>
          <a:xfrm>
            <a:off x="374420" y="3246827"/>
            <a:ext cx="3092450" cy="357995"/>
          </a:xfrm>
        </p:spPr>
        <p:txBody>
          <a:bodyPr>
            <a:normAutofit/>
          </a:bodyPr>
          <a:lstStyle>
            <a:lvl1pPr marL="0" indent="0">
              <a:buNone/>
              <a:defRPr sz="1997">
                <a:solidFill>
                  <a:schemeClr val="bg1"/>
                </a:solidFill>
                <a:latin typeface="Arial" panose="020B0604020202020204" pitchFamily="34" charset="0"/>
                <a:cs typeface="Arial" panose="020B0604020202020204" pitchFamily="34" charset="0"/>
              </a:defRPr>
            </a:lvl1pPr>
          </a:lstStyle>
          <a:p>
            <a:pPr lvl="0"/>
            <a:r>
              <a:rPr lang="en-AU" dirty="0"/>
              <a:t>Section title</a:t>
            </a:r>
          </a:p>
        </p:txBody>
      </p:sp>
      <p:grpSp>
        <p:nvGrpSpPr>
          <p:cNvPr id="82" name="Group 81"/>
          <p:cNvGrpSpPr/>
          <p:nvPr userDrawn="1"/>
        </p:nvGrpSpPr>
        <p:grpSpPr>
          <a:xfrm>
            <a:off x="7401258" y="365125"/>
            <a:ext cx="1374019" cy="484188"/>
            <a:chOff x="7401258" y="365125"/>
            <a:chExt cx="1374019" cy="484188"/>
          </a:xfrm>
        </p:grpSpPr>
        <p:sp>
          <p:nvSpPr>
            <p:cNvPr id="83" name="Freeform 7"/>
            <p:cNvSpPr>
              <a:spLocks/>
            </p:cNvSpPr>
            <p:nvPr userDrawn="1"/>
          </p:nvSpPr>
          <p:spPr bwMode="auto">
            <a:xfrm>
              <a:off x="7401258" y="371475"/>
              <a:ext cx="289435" cy="369888"/>
            </a:xfrm>
            <a:custGeom>
              <a:avLst/>
              <a:gdLst>
                <a:gd name="T0" fmla="*/ 91 w 91"/>
                <a:gd name="T1" fmla="*/ 0 h 117"/>
                <a:gd name="T2" fmla="*/ 91 w 91"/>
                <a:gd name="T3" fmla="*/ 51 h 117"/>
                <a:gd name="T4" fmla="*/ 46 w 91"/>
                <a:gd name="T5" fmla="*/ 117 h 117"/>
                <a:gd name="T6" fmla="*/ 0 w 91"/>
                <a:gd name="T7" fmla="*/ 51 h 117"/>
                <a:gd name="T8" fmla="*/ 0 w 91"/>
                <a:gd name="T9" fmla="*/ 0 h 117"/>
                <a:gd name="T10" fmla="*/ 91 w 91"/>
                <a:gd name="T11" fmla="*/ 0 h 117"/>
              </a:gdLst>
              <a:ahLst/>
              <a:cxnLst>
                <a:cxn ang="0">
                  <a:pos x="T0" y="T1"/>
                </a:cxn>
                <a:cxn ang="0">
                  <a:pos x="T2" y="T3"/>
                </a:cxn>
                <a:cxn ang="0">
                  <a:pos x="T4" y="T5"/>
                </a:cxn>
                <a:cxn ang="0">
                  <a:pos x="T6" y="T7"/>
                </a:cxn>
                <a:cxn ang="0">
                  <a:pos x="T8" y="T9"/>
                </a:cxn>
                <a:cxn ang="0">
                  <a:pos x="T10" y="T11"/>
                </a:cxn>
              </a:cxnLst>
              <a:rect l="0" t="0" r="r" b="b"/>
              <a:pathLst>
                <a:path w="91" h="117">
                  <a:moveTo>
                    <a:pt x="91" y="0"/>
                  </a:moveTo>
                  <a:cubicBezTo>
                    <a:pt x="91" y="51"/>
                    <a:pt x="91" y="51"/>
                    <a:pt x="91" y="51"/>
                  </a:cubicBezTo>
                  <a:cubicBezTo>
                    <a:pt x="91" y="77"/>
                    <a:pt x="74" y="105"/>
                    <a:pt x="46" y="117"/>
                  </a:cubicBezTo>
                  <a:cubicBezTo>
                    <a:pt x="18" y="105"/>
                    <a:pt x="0" y="77"/>
                    <a:pt x="0" y="51"/>
                  </a:cubicBezTo>
                  <a:cubicBezTo>
                    <a:pt x="0" y="0"/>
                    <a:pt x="0" y="0"/>
                    <a:pt x="0" y="0"/>
                  </a:cubicBezTo>
                  <a:cubicBezTo>
                    <a:pt x="91" y="0"/>
                    <a:pt x="91" y="0"/>
                    <a:pt x="91" y="0"/>
                  </a:cubicBezTo>
                  <a:close/>
                </a:path>
              </a:pathLst>
            </a:custGeom>
            <a:solidFill>
              <a:srgbClr val="E2231A"/>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84" name="Freeform 8"/>
            <p:cNvSpPr>
              <a:spLocks/>
            </p:cNvSpPr>
            <p:nvPr userDrawn="1"/>
          </p:nvSpPr>
          <p:spPr bwMode="auto">
            <a:xfrm>
              <a:off x="7455328" y="415925"/>
              <a:ext cx="181294" cy="236538"/>
            </a:xfrm>
            <a:custGeom>
              <a:avLst/>
              <a:gdLst>
                <a:gd name="T0" fmla="*/ 0 w 114"/>
                <a:gd name="T1" fmla="*/ 74 h 149"/>
                <a:gd name="T2" fmla="*/ 58 w 114"/>
                <a:gd name="T3" fmla="*/ 0 h 149"/>
                <a:gd name="T4" fmla="*/ 114 w 114"/>
                <a:gd name="T5" fmla="*/ 74 h 149"/>
                <a:gd name="T6" fmla="*/ 58 w 114"/>
                <a:gd name="T7" fmla="*/ 149 h 149"/>
                <a:gd name="T8" fmla="*/ 0 w 114"/>
                <a:gd name="T9" fmla="*/ 74 h 149"/>
                <a:gd name="T10" fmla="*/ 0 w 114"/>
                <a:gd name="T11" fmla="*/ 74 h 149"/>
              </a:gdLst>
              <a:ahLst/>
              <a:cxnLst>
                <a:cxn ang="0">
                  <a:pos x="T0" y="T1"/>
                </a:cxn>
                <a:cxn ang="0">
                  <a:pos x="T2" y="T3"/>
                </a:cxn>
                <a:cxn ang="0">
                  <a:pos x="T4" y="T5"/>
                </a:cxn>
                <a:cxn ang="0">
                  <a:pos x="T6" y="T7"/>
                </a:cxn>
                <a:cxn ang="0">
                  <a:pos x="T8" y="T9"/>
                </a:cxn>
                <a:cxn ang="0">
                  <a:pos x="T10" y="T11"/>
                </a:cxn>
              </a:cxnLst>
              <a:rect l="0" t="0" r="r" b="b"/>
              <a:pathLst>
                <a:path w="114" h="149">
                  <a:moveTo>
                    <a:pt x="0" y="74"/>
                  </a:moveTo>
                  <a:lnTo>
                    <a:pt x="58" y="0"/>
                  </a:lnTo>
                  <a:lnTo>
                    <a:pt x="114" y="74"/>
                  </a:lnTo>
                  <a:lnTo>
                    <a:pt x="58" y="149"/>
                  </a:lnTo>
                  <a:lnTo>
                    <a:pt x="0" y="74"/>
                  </a:lnTo>
                  <a:lnTo>
                    <a:pt x="0" y="74"/>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85" name="Freeform 9"/>
            <p:cNvSpPr>
              <a:spLocks/>
            </p:cNvSpPr>
            <p:nvPr userDrawn="1"/>
          </p:nvSpPr>
          <p:spPr bwMode="auto">
            <a:xfrm>
              <a:off x="7480773" y="466725"/>
              <a:ext cx="130405" cy="153988"/>
            </a:xfrm>
            <a:custGeom>
              <a:avLst/>
              <a:gdLst>
                <a:gd name="T0" fmla="*/ 18 w 41"/>
                <a:gd name="T1" fmla="*/ 26 h 49"/>
                <a:gd name="T2" fmla="*/ 21 w 41"/>
                <a:gd name="T3" fmla="*/ 49 h 49"/>
                <a:gd name="T4" fmla="*/ 21 w 41"/>
                <a:gd name="T5" fmla="*/ 49 h 49"/>
                <a:gd name="T6" fmla="*/ 21 w 41"/>
                <a:gd name="T7" fmla="*/ 49 h 49"/>
                <a:gd name="T8" fmla="*/ 23 w 41"/>
                <a:gd name="T9" fmla="*/ 26 h 49"/>
                <a:gd name="T10" fmla="*/ 23 w 41"/>
                <a:gd name="T11" fmla="*/ 24 h 49"/>
                <a:gd name="T12" fmla="*/ 32 w 41"/>
                <a:gd name="T13" fmla="*/ 24 h 49"/>
                <a:gd name="T14" fmla="*/ 32 w 41"/>
                <a:gd name="T15" fmla="*/ 25 h 49"/>
                <a:gd name="T16" fmla="*/ 35 w 41"/>
                <a:gd name="T17" fmla="*/ 28 h 49"/>
                <a:gd name="T18" fmla="*/ 37 w 41"/>
                <a:gd name="T19" fmla="*/ 25 h 49"/>
                <a:gd name="T20" fmla="*/ 37 w 41"/>
                <a:gd name="T21" fmla="*/ 24 h 49"/>
                <a:gd name="T22" fmla="*/ 38 w 41"/>
                <a:gd name="T23" fmla="*/ 24 h 49"/>
                <a:gd name="T24" fmla="*/ 41 w 41"/>
                <a:gd name="T25" fmla="*/ 21 h 49"/>
                <a:gd name="T26" fmla="*/ 38 w 41"/>
                <a:gd name="T27" fmla="*/ 19 h 49"/>
                <a:gd name="T28" fmla="*/ 37 w 41"/>
                <a:gd name="T29" fmla="*/ 19 h 49"/>
                <a:gd name="T30" fmla="*/ 37 w 41"/>
                <a:gd name="T31" fmla="*/ 18 h 49"/>
                <a:gd name="T32" fmla="*/ 35 w 41"/>
                <a:gd name="T33" fmla="*/ 15 h 49"/>
                <a:gd name="T34" fmla="*/ 32 w 41"/>
                <a:gd name="T35" fmla="*/ 18 h 49"/>
                <a:gd name="T36" fmla="*/ 32 w 41"/>
                <a:gd name="T37" fmla="*/ 19 h 49"/>
                <a:gd name="T38" fmla="*/ 23 w 41"/>
                <a:gd name="T39" fmla="*/ 19 h 49"/>
                <a:gd name="T40" fmla="*/ 23 w 41"/>
                <a:gd name="T41" fmla="*/ 9 h 49"/>
                <a:gd name="T42" fmla="*/ 24 w 41"/>
                <a:gd name="T43" fmla="*/ 9 h 49"/>
                <a:gd name="T44" fmla="*/ 27 w 41"/>
                <a:gd name="T45" fmla="*/ 6 h 49"/>
                <a:gd name="T46" fmla="*/ 24 w 41"/>
                <a:gd name="T47" fmla="*/ 3 h 49"/>
                <a:gd name="T48" fmla="*/ 23 w 41"/>
                <a:gd name="T49" fmla="*/ 3 h 49"/>
                <a:gd name="T50" fmla="*/ 23 w 41"/>
                <a:gd name="T51" fmla="*/ 3 h 49"/>
                <a:gd name="T52" fmla="*/ 21 w 41"/>
                <a:gd name="T53" fmla="*/ 0 h 49"/>
                <a:gd name="T54" fmla="*/ 18 w 41"/>
                <a:gd name="T55" fmla="*/ 3 h 49"/>
                <a:gd name="T56" fmla="*/ 18 w 41"/>
                <a:gd name="T57" fmla="*/ 3 h 49"/>
                <a:gd name="T58" fmla="*/ 17 w 41"/>
                <a:gd name="T59" fmla="*/ 3 h 49"/>
                <a:gd name="T60" fmla="*/ 14 w 41"/>
                <a:gd name="T61" fmla="*/ 6 h 49"/>
                <a:gd name="T62" fmla="*/ 17 w 41"/>
                <a:gd name="T63" fmla="*/ 9 h 49"/>
                <a:gd name="T64" fmla="*/ 18 w 41"/>
                <a:gd name="T65" fmla="*/ 9 h 49"/>
                <a:gd name="T66" fmla="*/ 18 w 41"/>
                <a:gd name="T67" fmla="*/ 19 h 49"/>
                <a:gd name="T68" fmla="*/ 18 w 41"/>
                <a:gd name="T69" fmla="*/ 19 h 49"/>
                <a:gd name="T70" fmla="*/ 10 w 41"/>
                <a:gd name="T71" fmla="*/ 19 h 49"/>
                <a:gd name="T72" fmla="*/ 10 w 41"/>
                <a:gd name="T73" fmla="*/ 18 h 49"/>
                <a:gd name="T74" fmla="*/ 7 w 41"/>
                <a:gd name="T75" fmla="*/ 15 h 49"/>
                <a:gd name="T76" fmla="*/ 4 w 41"/>
                <a:gd name="T77" fmla="*/ 18 h 49"/>
                <a:gd name="T78" fmla="*/ 4 w 41"/>
                <a:gd name="T79" fmla="*/ 19 h 49"/>
                <a:gd name="T80" fmla="*/ 4 w 41"/>
                <a:gd name="T81" fmla="*/ 19 h 49"/>
                <a:gd name="T82" fmla="*/ 0 w 41"/>
                <a:gd name="T83" fmla="*/ 21 h 49"/>
                <a:gd name="T84" fmla="*/ 4 w 41"/>
                <a:gd name="T85" fmla="*/ 24 h 49"/>
                <a:gd name="T86" fmla="*/ 4 w 41"/>
                <a:gd name="T87" fmla="*/ 24 h 49"/>
                <a:gd name="T88" fmla="*/ 4 w 41"/>
                <a:gd name="T89" fmla="*/ 25 h 49"/>
                <a:gd name="T90" fmla="*/ 7 w 41"/>
                <a:gd name="T91" fmla="*/ 28 h 49"/>
                <a:gd name="T92" fmla="*/ 10 w 41"/>
                <a:gd name="T93" fmla="*/ 25 h 49"/>
                <a:gd name="T94" fmla="*/ 10 w 41"/>
                <a:gd name="T95" fmla="*/ 24 h 49"/>
                <a:gd name="T96" fmla="*/ 18 w 41"/>
                <a:gd name="T97" fmla="*/ 24 h 49"/>
                <a:gd name="T98" fmla="*/ 18 w 41"/>
                <a:gd name="T99" fmla="*/ 26 h 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1" h="49">
                  <a:moveTo>
                    <a:pt x="18" y="26"/>
                  </a:moveTo>
                  <a:cubicBezTo>
                    <a:pt x="18" y="36"/>
                    <a:pt x="20" y="48"/>
                    <a:pt x="21" y="49"/>
                  </a:cubicBezTo>
                  <a:cubicBezTo>
                    <a:pt x="21" y="49"/>
                    <a:pt x="21" y="49"/>
                    <a:pt x="21" y="49"/>
                  </a:cubicBezTo>
                  <a:cubicBezTo>
                    <a:pt x="21" y="49"/>
                    <a:pt x="21" y="49"/>
                    <a:pt x="21" y="49"/>
                  </a:cubicBezTo>
                  <a:cubicBezTo>
                    <a:pt x="21" y="48"/>
                    <a:pt x="23" y="36"/>
                    <a:pt x="23" y="26"/>
                  </a:cubicBezTo>
                  <a:cubicBezTo>
                    <a:pt x="23" y="24"/>
                    <a:pt x="23" y="24"/>
                    <a:pt x="23" y="24"/>
                  </a:cubicBezTo>
                  <a:cubicBezTo>
                    <a:pt x="32" y="24"/>
                    <a:pt x="32" y="24"/>
                    <a:pt x="32" y="24"/>
                  </a:cubicBezTo>
                  <a:cubicBezTo>
                    <a:pt x="32" y="25"/>
                    <a:pt x="32" y="25"/>
                    <a:pt x="32" y="25"/>
                  </a:cubicBezTo>
                  <a:cubicBezTo>
                    <a:pt x="32" y="26"/>
                    <a:pt x="33" y="28"/>
                    <a:pt x="35" y="28"/>
                  </a:cubicBezTo>
                  <a:cubicBezTo>
                    <a:pt x="36" y="28"/>
                    <a:pt x="37" y="26"/>
                    <a:pt x="37" y="25"/>
                  </a:cubicBezTo>
                  <a:cubicBezTo>
                    <a:pt x="37" y="24"/>
                    <a:pt x="37" y="24"/>
                    <a:pt x="37" y="24"/>
                  </a:cubicBezTo>
                  <a:cubicBezTo>
                    <a:pt x="38" y="24"/>
                    <a:pt x="38" y="24"/>
                    <a:pt x="38" y="24"/>
                  </a:cubicBezTo>
                  <a:cubicBezTo>
                    <a:pt x="39" y="24"/>
                    <a:pt x="41" y="23"/>
                    <a:pt x="41" y="21"/>
                  </a:cubicBezTo>
                  <a:cubicBezTo>
                    <a:pt x="41" y="20"/>
                    <a:pt x="39" y="19"/>
                    <a:pt x="38" y="19"/>
                  </a:cubicBezTo>
                  <a:cubicBezTo>
                    <a:pt x="37" y="19"/>
                    <a:pt x="37" y="19"/>
                    <a:pt x="37" y="19"/>
                  </a:cubicBezTo>
                  <a:cubicBezTo>
                    <a:pt x="37" y="18"/>
                    <a:pt x="37" y="18"/>
                    <a:pt x="37" y="18"/>
                  </a:cubicBezTo>
                  <a:cubicBezTo>
                    <a:pt x="37" y="17"/>
                    <a:pt x="36" y="15"/>
                    <a:pt x="35" y="15"/>
                  </a:cubicBezTo>
                  <a:cubicBezTo>
                    <a:pt x="33" y="15"/>
                    <a:pt x="32" y="17"/>
                    <a:pt x="32" y="18"/>
                  </a:cubicBezTo>
                  <a:cubicBezTo>
                    <a:pt x="32" y="19"/>
                    <a:pt x="32" y="19"/>
                    <a:pt x="32" y="19"/>
                  </a:cubicBezTo>
                  <a:cubicBezTo>
                    <a:pt x="23" y="19"/>
                    <a:pt x="23" y="19"/>
                    <a:pt x="23" y="19"/>
                  </a:cubicBezTo>
                  <a:cubicBezTo>
                    <a:pt x="23" y="9"/>
                    <a:pt x="23" y="9"/>
                    <a:pt x="23" y="9"/>
                  </a:cubicBezTo>
                  <a:cubicBezTo>
                    <a:pt x="24" y="9"/>
                    <a:pt x="24" y="9"/>
                    <a:pt x="24" y="9"/>
                  </a:cubicBezTo>
                  <a:cubicBezTo>
                    <a:pt x="25" y="9"/>
                    <a:pt x="27" y="8"/>
                    <a:pt x="27" y="6"/>
                  </a:cubicBezTo>
                  <a:cubicBezTo>
                    <a:pt x="27" y="5"/>
                    <a:pt x="25" y="3"/>
                    <a:pt x="24" y="3"/>
                  </a:cubicBezTo>
                  <a:cubicBezTo>
                    <a:pt x="23" y="3"/>
                    <a:pt x="23" y="3"/>
                    <a:pt x="23" y="3"/>
                  </a:cubicBezTo>
                  <a:cubicBezTo>
                    <a:pt x="23" y="3"/>
                    <a:pt x="23" y="3"/>
                    <a:pt x="23" y="3"/>
                  </a:cubicBezTo>
                  <a:cubicBezTo>
                    <a:pt x="23" y="1"/>
                    <a:pt x="22" y="0"/>
                    <a:pt x="21" y="0"/>
                  </a:cubicBezTo>
                  <a:cubicBezTo>
                    <a:pt x="19" y="0"/>
                    <a:pt x="18" y="1"/>
                    <a:pt x="18" y="3"/>
                  </a:cubicBezTo>
                  <a:cubicBezTo>
                    <a:pt x="18" y="3"/>
                    <a:pt x="18" y="3"/>
                    <a:pt x="18" y="3"/>
                  </a:cubicBezTo>
                  <a:cubicBezTo>
                    <a:pt x="17" y="3"/>
                    <a:pt x="17" y="3"/>
                    <a:pt x="17" y="3"/>
                  </a:cubicBezTo>
                  <a:cubicBezTo>
                    <a:pt x="16" y="3"/>
                    <a:pt x="14" y="5"/>
                    <a:pt x="14" y="6"/>
                  </a:cubicBezTo>
                  <a:cubicBezTo>
                    <a:pt x="14" y="8"/>
                    <a:pt x="16" y="9"/>
                    <a:pt x="17" y="9"/>
                  </a:cubicBezTo>
                  <a:cubicBezTo>
                    <a:pt x="18" y="9"/>
                    <a:pt x="18" y="9"/>
                    <a:pt x="18" y="9"/>
                  </a:cubicBezTo>
                  <a:cubicBezTo>
                    <a:pt x="18" y="19"/>
                    <a:pt x="18" y="19"/>
                    <a:pt x="18" y="19"/>
                  </a:cubicBezTo>
                  <a:cubicBezTo>
                    <a:pt x="18" y="19"/>
                    <a:pt x="18" y="19"/>
                    <a:pt x="18" y="19"/>
                  </a:cubicBezTo>
                  <a:cubicBezTo>
                    <a:pt x="10" y="19"/>
                    <a:pt x="10" y="19"/>
                    <a:pt x="10" y="19"/>
                  </a:cubicBezTo>
                  <a:cubicBezTo>
                    <a:pt x="10" y="18"/>
                    <a:pt x="10" y="18"/>
                    <a:pt x="10" y="18"/>
                  </a:cubicBezTo>
                  <a:cubicBezTo>
                    <a:pt x="10" y="17"/>
                    <a:pt x="8" y="15"/>
                    <a:pt x="7" y="15"/>
                  </a:cubicBezTo>
                  <a:cubicBezTo>
                    <a:pt x="5" y="15"/>
                    <a:pt x="4" y="17"/>
                    <a:pt x="4" y="18"/>
                  </a:cubicBezTo>
                  <a:cubicBezTo>
                    <a:pt x="4" y="19"/>
                    <a:pt x="4" y="19"/>
                    <a:pt x="4" y="19"/>
                  </a:cubicBezTo>
                  <a:cubicBezTo>
                    <a:pt x="4" y="19"/>
                    <a:pt x="4" y="19"/>
                    <a:pt x="4" y="19"/>
                  </a:cubicBezTo>
                  <a:cubicBezTo>
                    <a:pt x="2" y="19"/>
                    <a:pt x="0" y="20"/>
                    <a:pt x="0" y="21"/>
                  </a:cubicBezTo>
                  <a:cubicBezTo>
                    <a:pt x="0" y="23"/>
                    <a:pt x="2" y="24"/>
                    <a:pt x="4" y="24"/>
                  </a:cubicBezTo>
                  <a:cubicBezTo>
                    <a:pt x="4" y="24"/>
                    <a:pt x="4" y="24"/>
                    <a:pt x="4" y="24"/>
                  </a:cubicBezTo>
                  <a:cubicBezTo>
                    <a:pt x="4" y="25"/>
                    <a:pt x="4" y="25"/>
                    <a:pt x="4" y="25"/>
                  </a:cubicBezTo>
                  <a:cubicBezTo>
                    <a:pt x="4" y="26"/>
                    <a:pt x="5" y="28"/>
                    <a:pt x="7" y="28"/>
                  </a:cubicBezTo>
                  <a:cubicBezTo>
                    <a:pt x="8" y="28"/>
                    <a:pt x="10" y="26"/>
                    <a:pt x="10" y="25"/>
                  </a:cubicBezTo>
                  <a:cubicBezTo>
                    <a:pt x="10" y="24"/>
                    <a:pt x="10" y="24"/>
                    <a:pt x="10" y="24"/>
                  </a:cubicBezTo>
                  <a:cubicBezTo>
                    <a:pt x="18" y="24"/>
                    <a:pt x="18" y="24"/>
                    <a:pt x="18" y="24"/>
                  </a:cubicBezTo>
                  <a:cubicBezTo>
                    <a:pt x="18" y="26"/>
                    <a:pt x="18" y="26"/>
                    <a:pt x="18" y="26"/>
                  </a:cubicBezTo>
                  <a:close/>
                </a:path>
              </a:pathLst>
            </a:custGeom>
            <a:solidFill>
              <a:srgbClr val="E2231A"/>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86" name="Freeform 10"/>
            <p:cNvSpPr>
              <a:spLocks noEditPoints="1"/>
            </p:cNvSpPr>
            <p:nvPr userDrawn="1"/>
          </p:nvSpPr>
          <p:spPr bwMode="auto">
            <a:xfrm>
              <a:off x="7401258" y="798513"/>
              <a:ext cx="54070" cy="50800"/>
            </a:xfrm>
            <a:custGeom>
              <a:avLst/>
              <a:gdLst>
                <a:gd name="T0" fmla="*/ 20 w 34"/>
                <a:gd name="T1" fmla="*/ 0 h 32"/>
                <a:gd name="T2" fmla="*/ 14 w 34"/>
                <a:gd name="T3" fmla="*/ 0 h 32"/>
                <a:gd name="T4" fmla="*/ 0 w 34"/>
                <a:gd name="T5" fmla="*/ 32 h 32"/>
                <a:gd name="T6" fmla="*/ 6 w 34"/>
                <a:gd name="T7" fmla="*/ 32 h 32"/>
                <a:gd name="T8" fmla="*/ 10 w 34"/>
                <a:gd name="T9" fmla="*/ 26 h 32"/>
                <a:gd name="T10" fmla="*/ 26 w 34"/>
                <a:gd name="T11" fmla="*/ 26 h 32"/>
                <a:gd name="T12" fmla="*/ 30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2 w 34"/>
                <a:gd name="T25" fmla="*/ 20 h 32"/>
                <a:gd name="T26" fmla="*/ 18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10" y="26"/>
                  </a:lnTo>
                  <a:lnTo>
                    <a:pt x="26" y="26"/>
                  </a:lnTo>
                  <a:lnTo>
                    <a:pt x="30" y="32"/>
                  </a:lnTo>
                  <a:lnTo>
                    <a:pt x="34" y="32"/>
                  </a:lnTo>
                  <a:lnTo>
                    <a:pt x="20" y="0"/>
                  </a:lnTo>
                  <a:lnTo>
                    <a:pt x="20" y="0"/>
                  </a:lnTo>
                  <a:lnTo>
                    <a:pt x="20" y="0"/>
                  </a:lnTo>
                  <a:close/>
                  <a:moveTo>
                    <a:pt x="24" y="20"/>
                  </a:moveTo>
                  <a:lnTo>
                    <a:pt x="12" y="20"/>
                  </a:lnTo>
                  <a:lnTo>
                    <a:pt x="18" y="6"/>
                  </a:lnTo>
                  <a:lnTo>
                    <a:pt x="24" y="20"/>
                  </a:lnTo>
                  <a:lnTo>
                    <a:pt x="24" y="2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87" name="Freeform 11"/>
            <p:cNvSpPr>
              <a:spLocks/>
            </p:cNvSpPr>
            <p:nvPr userDrawn="1"/>
          </p:nvSpPr>
          <p:spPr bwMode="auto">
            <a:xfrm>
              <a:off x="7458509" y="798513"/>
              <a:ext cx="44528" cy="50800"/>
            </a:xfrm>
            <a:custGeom>
              <a:avLst/>
              <a:gdLst>
                <a:gd name="T0" fmla="*/ 11 w 14"/>
                <a:gd name="T1" fmla="*/ 9 h 16"/>
                <a:gd name="T2" fmla="*/ 7 w 14"/>
                <a:gd name="T3" fmla="*/ 14 h 16"/>
                <a:gd name="T4" fmla="*/ 3 w 14"/>
                <a:gd name="T5" fmla="*/ 9 h 16"/>
                <a:gd name="T6" fmla="*/ 3 w 14"/>
                <a:gd name="T7" fmla="*/ 0 h 16"/>
                <a:gd name="T8" fmla="*/ 0 w 14"/>
                <a:gd name="T9" fmla="*/ 0 h 16"/>
                <a:gd name="T10" fmla="*/ 0 w 14"/>
                <a:gd name="T11" fmla="*/ 9 h 16"/>
                <a:gd name="T12" fmla="*/ 7 w 14"/>
                <a:gd name="T13" fmla="*/ 16 h 16"/>
                <a:gd name="T14" fmla="*/ 14 w 14"/>
                <a:gd name="T15" fmla="*/ 9 h 16"/>
                <a:gd name="T16" fmla="*/ 14 w 14"/>
                <a:gd name="T17" fmla="*/ 0 h 16"/>
                <a:gd name="T18" fmla="*/ 11 w 14"/>
                <a:gd name="T19" fmla="*/ 0 h 16"/>
                <a:gd name="T20" fmla="*/ 11 w 14"/>
                <a:gd name="T21" fmla="*/ 9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4" h="16">
                  <a:moveTo>
                    <a:pt x="11" y="9"/>
                  </a:moveTo>
                  <a:cubicBezTo>
                    <a:pt x="11" y="12"/>
                    <a:pt x="9" y="14"/>
                    <a:pt x="7" y="14"/>
                  </a:cubicBezTo>
                  <a:cubicBezTo>
                    <a:pt x="5" y="14"/>
                    <a:pt x="3" y="12"/>
                    <a:pt x="3" y="9"/>
                  </a:cubicBezTo>
                  <a:cubicBezTo>
                    <a:pt x="3" y="0"/>
                    <a:pt x="3" y="0"/>
                    <a:pt x="3" y="0"/>
                  </a:cubicBezTo>
                  <a:cubicBezTo>
                    <a:pt x="0" y="0"/>
                    <a:pt x="0" y="0"/>
                    <a:pt x="0" y="0"/>
                  </a:cubicBezTo>
                  <a:cubicBezTo>
                    <a:pt x="0" y="9"/>
                    <a:pt x="0" y="9"/>
                    <a:pt x="0" y="9"/>
                  </a:cubicBezTo>
                  <a:cubicBezTo>
                    <a:pt x="0" y="14"/>
                    <a:pt x="4" y="16"/>
                    <a:pt x="7" y="16"/>
                  </a:cubicBezTo>
                  <a:cubicBezTo>
                    <a:pt x="10" y="16"/>
                    <a:pt x="14" y="14"/>
                    <a:pt x="14" y="9"/>
                  </a:cubicBezTo>
                  <a:cubicBezTo>
                    <a:pt x="14" y="0"/>
                    <a:pt x="14" y="0"/>
                    <a:pt x="14" y="0"/>
                  </a:cubicBezTo>
                  <a:cubicBezTo>
                    <a:pt x="11" y="0"/>
                    <a:pt x="11" y="0"/>
                    <a:pt x="11" y="0"/>
                  </a:cubicBezTo>
                  <a:cubicBezTo>
                    <a:pt x="11" y="9"/>
                    <a:pt x="11" y="9"/>
                    <a:pt x="11" y="9"/>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88" name="Freeform 12"/>
            <p:cNvSpPr>
              <a:spLocks/>
            </p:cNvSpPr>
            <p:nvPr userDrawn="1"/>
          </p:nvSpPr>
          <p:spPr bwMode="auto">
            <a:xfrm>
              <a:off x="7512579" y="795338"/>
              <a:ext cx="41348" cy="53975"/>
            </a:xfrm>
            <a:custGeom>
              <a:avLst/>
              <a:gdLst>
                <a:gd name="T0" fmla="*/ 7 w 13"/>
                <a:gd name="T1" fmla="*/ 7 h 17"/>
                <a:gd name="T2" fmla="*/ 3 w 13"/>
                <a:gd name="T3" fmla="*/ 5 h 17"/>
                <a:gd name="T4" fmla="*/ 7 w 13"/>
                <a:gd name="T5" fmla="*/ 3 h 17"/>
                <a:gd name="T6" fmla="*/ 11 w 13"/>
                <a:gd name="T7" fmla="*/ 5 h 17"/>
                <a:gd name="T8" fmla="*/ 11 w 13"/>
                <a:gd name="T9" fmla="*/ 5 h 17"/>
                <a:gd name="T10" fmla="*/ 13 w 13"/>
                <a:gd name="T11" fmla="*/ 4 h 17"/>
                <a:gd name="T12" fmla="*/ 13 w 13"/>
                <a:gd name="T13" fmla="*/ 3 h 17"/>
                <a:gd name="T14" fmla="*/ 7 w 13"/>
                <a:gd name="T15" fmla="*/ 0 h 17"/>
                <a:gd name="T16" fmla="*/ 2 w 13"/>
                <a:gd name="T17" fmla="*/ 2 h 17"/>
                <a:gd name="T18" fmla="*/ 0 w 13"/>
                <a:gd name="T19" fmla="*/ 5 h 17"/>
                <a:gd name="T20" fmla="*/ 7 w 13"/>
                <a:gd name="T21" fmla="*/ 10 h 17"/>
                <a:gd name="T22" fmla="*/ 11 w 13"/>
                <a:gd name="T23" fmla="*/ 12 h 17"/>
                <a:gd name="T24" fmla="*/ 7 w 13"/>
                <a:gd name="T25" fmla="*/ 15 h 17"/>
                <a:gd name="T26" fmla="*/ 2 w 13"/>
                <a:gd name="T27" fmla="*/ 12 h 17"/>
                <a:gd name="T28" fmla="*/ 2 w 13"/>
                <a:gd name="T29" fmla="*/ 12 h 17"/>
                <a:gd name="T30" fmla="*/ 0 w 13"/>
                <a:gd name="T31" fmla="*/ 13 h 17"/>
                <a:gd name="T32" fmla="*/ 0 w 13"/>
                <a:gd name="T33" fmla="*/ 14 h 17"/>
                <a:gd name="T34" fmla="*/ 7 w 13"/>
                <a:gd name="T35" fmla="*/ 17 h 17"/>
                <a:gd name="T36" fmla="*/ 13 w 13"/>
                <a:gd name="T37" fmla="*/ 12 h 17"/>
                <a:gd name="T38" fmla="*/ 7 w 13"/>
                <a:gd name="T39" fmla="*/ 7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3" h="17">
                  <a:moveTo>
                    <a:pt x="7" y="7"/>
                  </a:moveTo>
                  <a:cubicBezTo>
                    <a:pt x="5" y="7"/>
                    <a:pt x="3" y="6"/>
                    <a:pt x="3" y="5"/>
                  </a:cubicBezTo>
                  <a:cubicBezTo>
                    <a:pt x="3" y="4"/>
                    <a:pt x="5" y="3"/>
                    <a:pt x="7" y="3"/>
                  </a:cubicBezTo>
                  <a:cubicBezTo>
                    <a:pt x="9" y="3"/>
                    <a:pt x="10" y="3"/>
                    <a:pt x="11" y="5"/>
                  </a:cubicBezTo>
                  <a:cubicBezTo>
                    <a:pt x="11" y="5"/>
                    <a:pt x="11" y="5"/>
                    <a:pt x="11" y="5"/>
                  </a:cubicBezTo>
                  <a:cubicBezTo>
                    <a:pt x="13" y="4"/>
                    <a:pt x="13" y="4"/>
                    <a:pt x="13" y="4"/>
                  </a:cubicBezTo>
                  <a:cubicBezTo>
                    <a:pt x="13" y="3"/>
                    <a:pt x="13" y="3"/>
                    <a:pt x="13" y="3"/>
                  </a:cubicBezTo>
                  <a:cubicBezTo>
                    <a:pt x="12" y="1"/>
                    <a:pt x="10" y="0"/>
                    <a:pt x="7" y="0"/>
                  </a:cubicBezTo>
                  <a:cubicBezTo>
                    <a:pt x="5" y="0"/>
                    <a:pt x="3" y="1"/>
                    <a:pt x="2" y="2"/>
                  </a:cubicBezTo>
                  <a:cubicBezTo>
                    <a:pt x="1" y="3"/>
                    <a:pt x="0" y="4"/>
                    <a:pt x="0" y="5"/>
                  </a:cubicBezTo>
                  <a:cubicBezTo>
                    <a:pt x="0" y="9"/>
                    <a:pt x="4" y="9"/>
                    <a:pt x="7" y="10"/>
                  </a:cubicBezTo>
                  <a:cubicBezTo>
                    <a:pt x="9" y="10"/>
                    <a:pt x="11" y="11"/>
                    <a:pt x="11" y="12"/>
                  </a:cubicBezTo>
                  <a:cubicBezTo>
                    <a:pt x="11" y="15"/>
                    <a:pt x="8" y="15"/>
                    <a:pt x="7" y="15"/>
                  </a:cubicBezTo>
                  <a:cubicBezTo>
                    <a:pt x="5" y="15"/>
                    <a:pt x="3" y="14"/>
                    <a:pt x="2" y="12"/>
                  </a:cubicBezTo>
                  <a:cubicBezTo>
                    <a:pt x="2" y="12"/>
                    <a:pt x="2" y="12"/>
                    <a:pt x="2" y="12"/>
                  </a:cubicBezTo>
                  <a:cubicBezTo>
                    <a:pt x="0" y="13"/>
                    <a:pt x="0" y="13"/>
                    <a:pt x="0" y="13"/>
                  </a:cubicBezTo>
                  <a:cubicBezTo>
                    <a:pt x="0" y="14"/>
                    <a:pt x="0" y="14"/>
                    <a:pt x="0" y="14"/>
                  </a:cubicBezTo>
                  <a:cubicBezTo>
                    <a:pt x="1" y="16"/>
                    <a:pt x="3" y="17"/>
                    <a:pt x="7" y="17"/>
                  </a:cubicBezTo>
                  <a:cubicBezTo>
                    <a:pt x="10" y="17"/>
                    <a:pt x="13" y="16"/>
                    <a:pt x="13" y="12"/>
                  </a:cubicBezTo>
                  <a:cubicBezTo>
                    <a:pt x="13" y="9"/>
                    <a:pt x="10" y="8"/>
                    <a:pt x="7" y="7"/>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89" name="Freeform 13"/>
            <p:cNvSpPr>
              <a:spLocks/>
            </p:cNvSpPr>
            <p:nvPr userDrawn="1"/>
          </p:nvSpPr>
          <p:spPr bwMode="auto">
            <a:xfrm>
              <a:off x="7560288" y="798513"/>
              <a:ext cx="41348" cy="50800"/>
            </a:xfrm>
            <a:custGeom>
              <a:avLst/>
              <a:gdLst>
                <a:gd name="T0" fmla="*/ 0 w 26"/>
                <a:gd name="T1" fmla="*/ 4 h 32"/>
                <a:gd name="T2" fmla="*/ 10 w 26"/>
                <a:gd name="T3" fmla="*/ 4 h 32"/>
                <a:gd name="T4" fmla="*/ 10 w 26"/>
                <a:gd name="T5" fmla="*/ 32 h 32"/>
                <a:gd name="T6" fmla="*/ 16 w 26"/>
                <a:gd name="T7" fmla="*/ 32 h 32"/>
                <a:gd name="T8" fmla="*/ 16 w 26"/>
                <a:gd name="T9" fmla="*/ 4 h 32"/>
                <a:gd name="T10" fmla="*/ 26 w 26"/>
                <a:gd name="T11" fmla="*/ 4 h 32"/>
                <a:gd name="T12" fmla="*/ 26 w 26"/>
                <a:gd name="T13" fmla="*/ 0 h 32"/>
                <a:gd name="T14" fmla="*/ 0 w 26"/>
                <a:gd name="T15" fmla="*/ 0 h 32"/>
                <a:gd name="T16" fmla="*/ 0 w 26"/>
                <a:gd name="T17" fmla="*/ 4 h 32"/>
                <a:gd name="T18" fmla="*/ 0 w 26"/>
                <a:gd name="T19" fmla="*/ 4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6" h="32">
                  <a:moveTo>
                    <a:pt x="0" y="4"/>
                  </a:moveTo>
                  <a:lnTo>
                    <a:pt x="10" y="4"/>
                  </a:lnTo>
                  <a:lnTo>
                    <a:pt x="10" y="32"/>
                  </a:lnTo>
                  <a:lnTo>
                    <a:pt x="16" y="32"/>
                  </a:lnTo>
                  <a:lnTo>
                    <a:pt x="16" y="4"/>
                  </a:lnTo>
                  <a:lnTo>
                    <a:pt x="26" y="4"/>
                  </a:lnTo>
                  <a:lnTo>
                    <a:pt x="26" y="0"/>
                  </a:lnTo>
                  <a:lnTo>
                    <a:pt x="0" y="0"/>
                  </a:lnTo>
                  <a:lnTo>
                    <a:pt x="0" y="4"/>
                  </a:lnTo>
                  <a:lnTo>
                    <a:pt x="0" y="4"/>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0" name="Freeform 14"/>
            <p:cNvSpPr>
              <a:spLocks noEditPoints="1"/>
            </p:cNvSpPr>
            <p:nvPr userDrawn="1"/>
          </p:nvSpPr>
          <p:spPr bwMode="auto">
            <a:xfrm>
              <a:off x="7611177" y="798513"/>
              <a:ext cx="44528" cy="50800"/>
            </a:xfrm>
            <a:custGeom>
              <a:avLst/>
              <a:gdLst>
                <a:gd name="T0" fmla="*/ 13 w 14"/>
                <a:gd name="T1" fmla="*/ 5 h 16"/>
                <a:gd name="T2" fmla="*/ 7 w 14"/>
                <a:gd name="T3" fmla="*/ 0 h 16"/>
                <a:gd name="T4" fmla="*/ 0 w 14"/>
                <a:gd name="T5" fmla="*/ 0 h 16"/>
                <a:gd name="T6" fmla="*/ 0 w 14"/>
                <a:gd name="T7" fmla="*/ 16 h 16"/>
                <a:gd name="T8" fmla="*/ 2 w 14"/>
                <a:gd name="T9" fmla="*/ 16 h 16"/>
                <a:gd name="T10" fmla="*/ 2 w 14"/>
                <a:gd name="T11" fmla="*/ 10 h 16"/>
                <a:gd name="T12" fmla="*/ 6 w 14"/>
                <a:gd name="T13" fmla="*/ 10 h 16"/>
                <a:gd name="T14" fmla="*/ 10 w 14"/>
                <a:gd name="T15" fmla="*/ 16 h 16"/>
                <a:gd name="T16" fmla="*/ 14 w 14"/>
                <a:gd name="T17" fmla="*/ 16 h 16"/>
                <a:gd name="T18" fmla="*/ 8 w 14"/>
                <a:gd name="T19" fmla="*/ 10 h 16"/>
                <a:gd name="T20" fmla="*/ 13 w 14"/>
                <a:gd name="T21" fmla="*/ 5 h 16"/>
                <a:gd name="T22" fmla="*/ 2 w 14"/>
                <a:gd name="T23" fmla="*/ 2 h 16"/>
                <a:gd name="T24" fmla="*/ 7 w 14"/>
                <a:gd name="T25" fmla="*/ 2 h 16"/>
                <a:gd name="T26" fmla="*/ 10 w 14"/>
                <a:gd name="T27" fmla="*/ 5 h 16"/>
                <a:gd name="T28" fmla="*/ 7 w 14"/>
                <a:gd name="T29" fmla="*/ 8 h 16"/>
                <a:gd name="T30" fmla="*/ 2 w 14"/>
                <a:gd name="T31" fmla="*/ 8 h 16"/>
                <a:gd name="T32" fmla="*/ 2 w 14"/>
                <a:gd name="T33" fmla="*/ 2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4" h="16">
                  <a:moveTo>
                    <a:pt x="13" y="5"/>
                  </a:moveTo>
                  <a:cubicBezTo>
                    <a:pt x="13" y="2"/>
                    <a:pt x="11" y="0"/>
                    <a:pt x="7" y="0"/>
                  </a:cubicBezTo>
                  <a:cubicBezTo>
                    <a:pt x="0" y="0"/>
                    <a:pt x="0" y="0"/>
                    <a:pt x="0" y="0"/>
                  </a:cubicBezTo>
                  <a:cubicBezTo>
                    <a:pt x="0" y="16"/>
                    <a:pt x="0" y="16"/>
                    <a:pt x="0" y="16"/>
                  </a:cubicBezTo>
                  <a:cubicBezTo>
                    <a:pt x="2" y="16"/>
                    <a:pt x="2" y="16"/>
                    <a:pt x="2" y="16"/>
                  </a:cubicBezTo>
                  <a:cubicBezTo>
                    <a:pt x="2" y="10"/>
                    <a:pt x="2" y="10"/>
                    <a:pt x="2" y="10"/>
                  </a:cubicBezTo>
                  <a:cubicBezTo>
                    <a:pt x="6" y="10"/>
                    <a:pt x="6" y="10"/>
                    <a:pt x="6" y="10"/>
                  </a:cubicBezTo>
                  <a:cubicBezTo>
                    <a:pt x="10" y="16"/>
                    <a:pt x="10" y="16"/>
                    <a:pt x="10" y="16"/>
                  </a:cubicBezTo>
                  <a:cubicBezTo>
                    <a:pt x="14" y="16"/>
                    <a:pt x="14" y="16"/>
                    <a:pt x="14" y="16"/>
                  </a:cubicBezTo>
                  <a:cubicBezTo>
                    <a:pt x="8" y="10"/>
                    <a:pt x="8" y="10"/>
                    <a:pt x="8" y="10"/>
                  </a:cubicBezTo>
                  <a:cubicBezTo>
                    <a:pt x="11" y="10"/>
                    <a:pt x="13" y="8"/>
                    <a:pt x="13" y="5"/>
                  </a:cubicBezTo>
                  <a:close/>
                  <a:moveTo>
                    <a:pt x="2" y="2"/>
                  </a:moveTo>
                  <a:cubicBezTo>
                    <a:pt x="7" y="2"/>
                    <a:pt x="7" y="2"/>
                    <a:pt x="7" y="2"/>
                  </a:cubicBezTo>
                  <a:cubicBezTo>
                    <a:pt x="9" y="2"/>
                    <a:pt x="10" y="4"/>
                    <a:pt x="10" y="5"/>
                  </a:cubicBezTo>
                  <a:cubicBezTo>
                    <a:pt x="10" y="6"/>
                    <a:pt x="9" y="8"/>
                    <a:pt x="7" y="8"/>
                  </a:cubicBezTo>
                  <a:cubicBezTo>
                    <a:pt x="2" y="8"/>
                    <a:pt x="2" y="8"/>
                    <a:pt x="2" y="8"/>
                  </a:cubicBezTo>
                  <a:cubicBezTo>
                    <a:pt x="2" y="2"/>
                    <a:pt x="2" y="2"/>
                    <a:pt x="2" y="2"/>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1" name="Freeform 15"/>
            <p:cNvSpPr>
              <a:spLocks noEditPoints="1"/>
            </p:cNvSpPr>
            <p:nvPr userDrawn="1"/>
          </p:nvSpPr>
          <p:spPr bwMode="auto">
            <a:xfrm>
              <a:off x="7658886" y="798513"/>
              <a:ext cx="54070" cy="50800"/>
            </a:xfrm>
            <a:custGeom>
              <a:avLst/>
              <a:gdLst>
                <a:gd name="T0" fmla="*/ 18 w 34"/>
                <a:gd name="T1" fmla="*/ 0 h 32"/>
                <a:gd name="T2" fmla="*/ 14 w 34"/>
                <a:gd name="T3" fmla="*/ 0 h 32"/>
                <a:gd name="T4" fmla="*/ 0 w 34"/>
                <a:gd name="T5" fmla="*/ 32 h 32"/>
                <a:gd name="T6" fmla="*/ 4 w 34"/>
                <a:gd name="T7" fmla="*/ 32 h 32"/>
                <a:gd name="T8" fmla="*/ 8 w 34"/>
                <a:gd name="T9" fmla="*/ 26 h 32"/>
                <a:gd name="T10" fmla="*/ 24 w 34"/>
                <a:gd name="T11" fmla="*/ 26 h 32"/>
                <a:gd name="T12" fmla="*/ 28 w 34"/>
                <a:gd name="T13" fmla="*/ 32 h 32"/>
                <a:gd name="T14" fmla="*/ 34 w 34"/>
                <a:gd name="T15" fmla="*/ 32 h 32"/>
                <a:gd name="T16" fmla="*/ 20 w 34"/>
                <a:gd name="T17" fmla="*/ 0 h 32"/>
                <a:gd name="T18" fmla="*/ 18 w 34"/>
                <a:gd name="T19" fmla="*/ 0 h 32"/>
                <a:gd name="T20" fmla="*/ 18 w 34"/>
                <a:gd name="T21" fmla="*/ 0 h 32"/>
                <a:gd name="T22" fmla="*/ 22 w 34"/>
                <a:gd name="T23" fmla="*/ 20 h 32"/>
                <a:gd name="T24" fmla="*/ 10 w 34"/>
                <a:gd name="T25" fmla="*/ 20 h 32"/>
                <a:gd name="T26" fmla="*/ 16 w 34"/>
                <a:gd name="T27" fmla="*/ 6 h 32"/>
                <a:gd name="T28" fmla="*/ 22 w 34"/>
                <a:gd name="T29" fmla="*/ 20 h 32"/>
                <a:gd name="T30" fmla="*/ 22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18" y="0"/>
                  </a:moveTo>
                  <a:lnTo>
                    <a:pt x="14" y="0"/>
                  </a:lnTo>
                  <a:lnTo>
                    <a:pt x="0" y="32"/>
                  </a:lnTo>
                  <a:lnTo>
                    <a:pt x="4" y="32"/>
                  </a:lnTo>
                  <a:lnTo>
                    <a:pt x="8" y="26"/>
                  </a:lnTo>
                  <a:lnTo>
                    <a:pt x="24" y="26"/>
                  </a:lnTo>
                  <a:lnTo>
                    <a:pt x="28" y="32"/>
                  </a:lnTo>
                  <a:lnTo>
                    <a:pt x="34" y="32"/>
                  </a:lnTo>
                  <a:lnTo>
                    <a:pt x="20" y="0"/>
                  </a:lnTo>
                  <a:lnTo>
                    <a:pt x="18" y="0"/>
                  </a:lnTo>
                  <a:lnTo>
                    <a:pt x="18" y="0"/>
                  </a:lnTo>
                  <a:close/>
                  <a:moveTo>
                    <a:pt x="22" y="20"/>
                  </a:moveTo>
                  <a:lnTo>
                    <a:pt x="10" y="20"/>
                  </a:lnTo>
                  <a:lnTo>
                    <a:pt x="16" y="6"/>
                  </a:lnTo>
                  <a:lnTo>
                    <a:pt x="22" y="20"/>
                  </a:lnTo>
                  <a:lnTo>
                    <a:pt x="22" y="2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2" name="Freeform 16"/>
            <p:cNvSpPr>
              <a:spLocks/>
            </p:cNvSpPr>
            <p:nvPr userDrawn="1"/>
          </p:nvSpPr>
          <p:spPr bwMode="auto">
            <a:xfrm>
              <a:off x="7719318" y="798513"/>
              <a:ext cx="34987" cy="50800"/>
            </a:xfrm>
            <a:custGeom>
              <a:avLst/>
              <a:gdLst>
                <a:gd name="T0" fmla="*/ 6 w 22"/>
                <a:gd name="T1" fmla="*/ 0 h 32"/>
                <a:gd name="T2" fmla="*/ 0 w 22"/>
                <a:gd name="T3" fmla="*/ 0 h 32"/>
                <a:gd name="T4" fmla="*/ 0 w 22"/>
                <a:gd name="T5" fmla="*/ 32 h 32"/>
                <a:gd name="T6" fmla="*/ 22 w 22"/>
                <a:gd name="T7" fmla="*/ 32 h 32"/>
                <a:gd name="T8" fmla="*/ 22 w 22"/>
                <a:gd name="T9" fmla="*/ 28 h 32"/>
                <a:gd name="T10" fmla="*/ 6 w 22"/>
                <a:gd name="T11" fmla="*/ 28 h 32"/>
                <a:gd name="T12" fmla="*/ 6 w 22"/>
                <a:gd name="T13" fmla="*/ 0 h 32"/>
                <a:gd name="T14" fmla="*/ 6 w 22"/>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 h="32">
                  <a:moveTo>
                    <a:pt x="6" y="0"/>
                  </a:moveTo>
                  <a:lnTo>
                    <a:pt x="0" y="0"/>
                  </a:lnTo>
                  <a:lnTo>
                    <a:pt x="0" y="32"/>
                  </a:lnTo>
                  <a:lnTo>
                    <a:pt x="22" y="32"/>
                  </a:lnTo>
                  <a:lnTo>
                    <a:pt x="22" y="28"/>
                  </a:lnTo>
                  <a:lnTo>
                    <a:pt x="6" y="28"/>
                  </a:lnTo>
                  <a:lnTo>
                    <a:pt x="6" y="0"/>
                  </a:lnTo>
                  <a:lnTo>
                    <a:pt x="6" y="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3" name="Freeform 17"/>
            <p:cNvSpPr>
              <a:spLocks/>
            </p:cNvSpPr>
            <p:nvPr userDrawn="1"/>
          </p:nvSpPr>
          <p:spPr bwMode="auto">
            <a:xfrm>
              <a:off x="7763846" y="798513"/>
              <a:ext cx="6361" cy="50800"/>
            </a:xfrm>
            <a:custGeom>
              <a:avLst/>
              <a:gdLst>
                <a:gd name="T0" fmla="*/ 0 w 4"/>
                <a:gd name="T1" fmla="*/ 32 h 32"/>
                <a:gd name="T2" fmla="*/ 4 w 4"/>
                <a:gd name="T3" fmla="*/ 32 h 32"/>
                <a:gd name="T4" fmla="*/ 4 w 4"/>
                <a:gd name="T5" fmla="*/ 0 h 32"/>
                <a:gd name="T6" fmla="*/ 0 w 4"/>
                <a:gd name="T7" fmla="*/ 0 h 32"/>
                <a:gd name="T8" fmla="*/ 0 w 4"/>
                <a:gd name="T9" fmla="*/ 32 h 32"/>
                <a:gd name="T10" fmla="*/ 0 w 4"/>
                <a:gd name="T11" fmla="*/ 32 h 32"/>
              </a:gdLst>
              <a:ahLst/>
              <a:cxnLst>
                <a:cxn ang="0">
                  <a:pos x="T0" y="T1"/>
                </a:cxn>
                <a:cxn ang="0">
                  <a:pos x="T2" y="T3"/>
                </a:cxn>
                <a:cxn ang="0">
                  <a:pos x="T4" y="T5"/>
                </a:cxn>
                <a:cxn ang="0">
                  <a:pos x="T6" y="T7"/>
                </a:cxn>
                <a:cxn ang="0">
                  <a:pos x="T8" y="T9"/>
                </a:cxn>
                <a:cxn ang="0">
                  <a:pos x="T10" y="T11"/>
                </a:cxn>
              </a:cxnLst>
              <a:rect l="0" t="0" r="r" b="b"/>
              <a:pathLst>
                <a:path w="4" h="32">
                  <a:moveTo>
                    <a:pt x="0" y="32"/>
                  </a:moveTo>
                  <a:lnTo>
                    <a:pt x="4" y="32"/>
                  </a:lnTo>
                  <a:lnTo>
                    <a:pt x="4" y="0"/>
                  </a:lnTo>
                  <a:lnTo>
                    <a:pt x="0" y="0"/>
                  </a:lnTo>
                  <a:lnTo>
                    <a:pt x="0" y="32"/>
                  </a:lnTo>
                  <a:lnTo>
                    <a:pt x="0" y="32"/>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4" name="Freeform 18"/>
            <p:cNvSpPr>
              <a:spLocks noEditPoints="1"/>
            </p:cNvSpPr>
            <p:nvPr userDrawn="1"/>
          </p:nvSpPr>
          <p:spPr bwMode="auto">
            <a:xfrm>
              <a:off x="7779749" y="798513"/>
              <a:ext cx="52480" cy="50800"/>
            </a:xfrm>
            <a:custGeom>
              <a:avLst/>
              <a:gdLst>
                <a:gd name="T0" fmla="*/ 19 w 33"/>
                <a:gd name="T1" fmla="*/ 0 h 32"/>
                <a:gd name="T2" fmla="*/ 13 w 33"/>
                <a:gd name="T3" fmla="*/ 0 h 32"/>
                <a:gd name="T4" fmla="*/ 0 w 33"/>
                <a:gd name="T5" fmla="*/ 32 h 32"/>
                <a:gd name="T6" fmla="*/ 6 w 33"/>
                <a:gd name="T7" fmla="*/ 32 h 32"/>
                <a:gd name="T8" fmla="*/ 7 w 33"/>
                <a:gd name="T9" fmla="*/ 26 h 32"/>
                <a:gd name="T10" fmla="*/ 25 w 33"/>
                <a:gd name="T11" fmla="*/ 26 h 32"/>
                <a:gd name="T12" fmla="*/ 27 w 33"/>
                <a:gd name="T13" fmla="*/ 32 h 32"/>
                <a:gd name="T14" fmla="*/ 33 w 33"/>
                <a:gd name="T15" fmla="*/ 32 h 32"/>
                <a:gd name="T16" fmla="*/ 19 w 33"/>
                <a:gd name="T17" fmla="*/ 0 h 32"/>
                <a:gd name="T18" fmla="*/ 19 w 33"/>
                <a:gd name="T19" fmla="*/ 0 h 32"/>
                <a:gd name="T20" fmla="*/ 19 w 33"/>
                <a:gd name="T21" fmla="*/ 0 h 32"/>
                <a:gd name="T22" fmla="*/ 23 w 33"/>
                <a:gd name="T23" fmla="*/ 20 h 32"/>
                <a:gd name="T24" fmla="*/ 9 w 33"/>
                <a:gd name="T25" fmla="*/ 20 h 32"/>
                <a:gd name="T26" fmla="*/ 17 w 33"/>
                <a:gd name="T27" fmla="*/ 6 h 32"/>
                <a:gd name="T28" fmla="*/ 23 w 33"/>
                <a:gd name="T29" fmla="*/ 20 h 32"/>
                <a:gd name="T30" fmla="*/ 23 w 33"/>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3" h="32">
                  <a:moveTo>
                    <a:pt x="19" y="0"/>
                  </a:moveTo>
                  <a:lnTo>
                    <a:pt x="13" y="0"/>
                  </a:lnTo>
                  <a:lnTo>
                    <a:pt x="0" y="32"/>
                  </a:lnTo>
                  <a:lnTo>
                    <a:pt x="6" y="32"/>
                  </a:lnTo>
                  <a:lnTo>
                    <a:pt x="7" y="26"/>
                  </a:lnTo>
                  <a:lnTo>
                    <a:pt x="25" y="26"/>
                  </a:lnTo>
                  <a:lnTo>
                    <a:pt x="27" y="32"/>
                  </a:lnTo>
                  <a:lnTo>
                    <a:pt x="33" y="32"/>
                  </a:lnTo>
                  <a:lnTo>
                    <a:pt x="19" y="0"/>
                  </a:lnTo>
                  <a:lnTo>
                    <a:pt x="19" y="0"/>
                  </a:lnTo>
                  <a:lnTo>
                    <a:pt x="19" y="0"/>
                  </a:lnTo>
                  <a:close/>
                  <a:moveTo>
                    <a:pt x="23" y="20"/>
                  </a:moveTo>
                  <a:lnTo>
                    <a:pt x="9" y="20"/>
                  </a:lnTo>
                  <a:lnTo>
                    <a:pt x="17" y="6"/>
                  </a:lnTo>
                  <a:lnTo>
                    <a:pt x="23" y="20"/>
                  </a:lnTo>
                  <a:lnTo>
                    <a:pt x="23" y="2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5" name="Freeform 19"/>
            <p:cNvSpPr>
              <a:spLocks/>
            </p:cNvSpPr>
            <p:nvPr userDrawn="1"/>
          </p:nvSpPr>
          <p:spPr bwMode="auto">
            <a:xfrm>
              <a:off x="7841771" y="798513"/>
              <a:ext cx="41348" cy="50800"/>
            </a:xfrm>
            <a:custGeom>
              <a:avLst/>
              <a:gdLst>
                <a:gd name="T0" fmla="*/ 22 w 26"/>
                <a:gd name="T1" fmla="*/ 22 h 32"/>
                <a:gd name="T2" fmla="*/ 2 w 26"/>
                <a:gd name="T3" fmla="*/ 0 h 32"/>
                <a:gd name="T4" fmla="*/ 0 w 26"/>
                <a:gd name="T5" fmla="*/ 0 h 32"/>
                <a:gd name="T6" fmla="*/ 0 w 26"/>
                <a:gd name="T7" fmla="*/ 32 h 32"/>
                <a:gd name="T8" fmla="*/ 4 w 26"/>
                <a:gd name="T9" fmla="*/ 32 h 32"/>
                <a:gd name="T10" fmla="*/ 4 w 26"/>
                <a:gd name="T11" fmla="*/ 10 h 32"/>
                <a:gd name="T12" fmla="*/ 22 w 26"/>
                <a:gd name="T13" fmla="*/ 32 h 32"/>
                <a:gd name="T14" fmla="*/ 26 w 26"/>
                <a:gd name="T15" fmla="*/ 32 h 32"/>
                <a:gd name="T16" fmla="*/ 26 w 26"/>
                <a:gd name="T17" fmla="*/ 0 h 32"/>
                <a:gd name="T18" fmla="*/ 22 w 26"/>
                <a:gd name="T19" fmla="*/ 0 h 32"/>
                <a:gd name="T20" fmla="*/ 22 w 26"/>
                <a:gd name="T21" fmla="*/ 22 h 32"/>
                <a:gd name="T22" fmla="*/ 22 w 26"/>
                <a:gd name="T23" fmla="*/ 2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6" h="32">
                  <a:moveTo>
                    <a:pt x="22" y="22"/>
                  </a:moveTo>
                  <a:lnTo>
                    <a:pt x="2" y="0"/>
                  </a:lnTo>
                  <a:lnTo>
                    <a:pt x="0" y="0"/>
                  </a:lnTo>
                  <a:lnTo>
                    <a:pt x="0" y="32"/>
                  </a:lnTo>
                  <a:lnTo>
                    <a:pt x="4" y="32"/>
                  </a:lnTo>
                  <a:lnTo>
                    <a:pt x="4" y="10"/>
                  </a:lnTo>
                  <a:lnTo>
                    <a:pt x="22" y="32"/>
                  </a:lnTo>
                  <a:lnTo>
                    <a:pt x="26" y="32"/>
                  </a:lnTo>
                  <a:lnTo>
                    <a:pt x="26" y="0"/>
                  </a:lnTo>
                  <a:lnTo>
                    <a:pt x="22" y="0"/>
                  </a:lnTo>
                  <a:lnTo>
                    <a:pt x="22" y="22"/>
                  </a:lnTo>
                  <a:lnTo>
                    <a:pt x="22" y="22"/>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6" name="Freeform 20"/>
            <p:cNvSpPr>
              <a:spLocks/>
            </p:cNvSpPr>
            <p:nvPr userDrawn="1"/>
          </p:nvSpPr>
          <p:spPr bwMode="auto">
            <a:xfrm>
              <a:off x="7921286" y="795338"/>
              <a:ext cx="47709" cy="53975"/>
            </a:xfrm>
            <a:custGeom>
              <a:avLst/>
              <a:gdLst>
                <a:gd name="T0" fmla="*/ 13 w 15"/>
                <a:gd name="T1" fmla="*/ 13 h 17"/>
                <a:gd name="T2" fmla="*/ 9 w 15"/>
                <a:gd name="T3" fmla="*/ 15 h 17"/>
                <a:gd name="T4" fmla="*/ 3 w 15"/>
                <a:gd name="T5" fmla="*/ 9 h 17"/>
                <a:gd name="T6" fmla="*/ 9 w 15"/>
                <a:gd name="T7" fmla="*/ 3 h 17"/>
                <a:gd name="T8" fmla="*/ 13 w 15"/>
                <a:gd name="T9" fmla="*/ 5 h 17"/>
                <a:gd name="T10" fmla="*/ 13 w 15"/>
                <a:gd name="T11" fmla="*/ 5 h 17"/>
                <a:gd name="T12" fmla="*/ 15 w 15"/>
                <a:gd name="T13" fmla="*/ 3 h 17"/>
                <a:gd name="T14" fmla="*/ 15 w 15"/>
                <a:gd name="T15" fmla="*/ 3 h 17"/>
                <a:gd name="T16" fmla="*/ 9 w 15"/>
                <a:gd name="T17" fmla="*/ 0 h 17"/>
                <a:gd name="T18" fmla="*/ 2 w 15"/>
                <a:gd name="T19" fmla="*/ 3 h 17"/>
                <a:gd name="T20" fmla="*/ 0 w 15"/>
                <a:gd name="T21" fmla="*/ 9 h 17"/>
                <a:gd name="T22" fmla="*/ 9 w 15"/>
                <a:gd name="T23" fmla="*/ 17 h 17"/>
                <a:gd name="T24" fmla="*/ 15 w 15"/>
                <a:gd name="T25" fmla="*/ 15 h 17"/>
                <a:gd name="T26" fmla="*/ 15 w 15"/>
                <a:gd name="T27" fmla="*/ 15 h 17"/>
                <a:gd name="T28" fmla="*/ 13 w 15"/>
                <a:gd name="T29" fmla="*/ 13 h 17"/>
                <a:gd name="T30" fmla="*/ 13 w 15"/>
                <a:gd name="T31" fmla="*/ 13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5" h="17">
                  <a:moveTo>
                    <a:pt x="13" y="13"/>
                  </a:moveTo>
                  <a:cubicBezTo>
                    <a:pt x="12" y="14"/>
                    <a:pt x="10" y="15"/>
                    <a:pt x="9" y="15"/>
                  </a:cubicBezTo>
                  <a:cubicBezTo>
                    <a:pt x="4" y="15"/>
                    <a:pt x="3" y="12"/>
                    <a:pt x="3" y="9"/>
                  </a:cubicBezTo>
                  <a:cubicBezTo>
                    <a:pt x="3" y="6"/>
                    <a:pt x="4" y="3"/>
                    <a:pt x="9" y="3"/>
                  </a:cubicBezTo>
                  <a:cubicBezTo>
                    <a:pt x="10" y="3"/>
                    <a:pt x="12" y="3"/>
                    <a:pt x="13" y="5"/>
                  </a:cubicBezTo>
                  <a:cubicBezTo>
                    <a:pt x="13" y="5"/>
                    <a:pt x="13" y="5"/>
                    <a:pt x="13" y="5"/>
                  </a:cubicBezTo>
                  <a:cubicBezTo>
                    <a:pt x="15" y="3"/>
                    <a:pt x="15" y="3"/>
                    <a:pt x="15" y="3"/>
                  </a:cubicBezTo>
                  <a:cubicBezTo>
                    <a:pt x="15" y="3"/>
                    <a:pt x="15" y="3"/>
                    <a:pt x="15" y="3"/>
                  </a:cubicBezTo>
                  <a:cubicBezTo>
                    <a:pt x="13" y="1"/>
                    <a:pt x="11" y="0"/>
                    <a:pt x="9" y="0"/>
                  </a:cubicBezTo>
                  <a:cubicBezTo>
                    <a:pt x="6" y="0"/>
                    <a:pt x="4" y="1"/>
                    <a:pt x="2" y="3"/>
                  </a:cubicBezTo>
                  <a:cubicBezTo>
                    <a:pt x="1" y="4"/>
                    <a:pt x="0" y="7"/>
                    <a:pt x="0" y="9"/>
                  </a:cubicBezTo>
                  <a:cubicBezTo>
                    <a:pt x="0" y="13"/>
                    <a:pt x="3" y="17"/>
                    <a:pt x="9" y="17"/>
                  </a:cubicBezTo>
                  <a:cubicBezTo>
                    <a:pt x="11" y="17"/>
                    <a:pt x="13" y="16"/>
                    <a:pt x="15" y="15"/>
                  </a:cubicBezTo>
                  <a:cubicBezTo>
                    <a:pt x="15" y="15"/>
                    <a:pt x="15" y="15"/>
                    <a:pt x="15" y="15"/>
                  </a:cubicBezTo>
                  <a:cubicBezTo>
                    <a:pt x="13" y="13"/>
                    <a:pt x="13" y="13"/>
                    <a:pt x="13" y="13"/>
                  </a:cubicBezTo>
                  <a:cubicBezTo>
                    <a:pt x="13" y="13"/>
                    <a:pt x="13" y="13"/>
                    <a:pt x="13" y="13"/>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7" name="Freeform 21"/>
            <p:cNvSpPr>
              <a:spLocks noEditPoints="1"/>
            </p:cNvSpPr>
            <p:nvPr userDrawn="1"/>
          </p:nvSpPr>
          <p:spPr bwMode="auto">
            <a:xfrm>
              <a:off x="7972176" y="798513"/>
              <a:ext cx="54070" cy="50800"/>
            </a:xfrm>
            <a:custGeom>
              <a:avLst/>
              <a:gdLst>
                <a:gd name="T0" fmla="*/ 20 w 34"/>
                <a:gd name="T1" fmla="*/ 0 h 32"/>
                <a:gd name="T2" fmla="*/ 14 w 34"/>
                <a:gd name="T3" fmla="*/ 0 h 32"/>
                <a:gd name="T4" fmla="*/ 0 w 34"/>
                <a:gd name="T5" fmla="*/ 32 h 32"/>
                <a:gd name="T6" fmla="*/ 6 w 34"/>
                <a:gd name="T7" fmla="*/ 32 h 32"/>
                <a:gd name="T8" fmla="*/ 8 w 34"/>
                <a:gd name="T9" fmla="*/ 26 h 32"/>
                <a:gd name="T10" fmla="*/ 26 w 34"/>
                <a:gd name="T11" fmla="*/ 26 h 32"/>
                <a:gd name="T12" fmla="*/ 28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0 w 34"/>
                <a:gd name="T25" fmla="*/ 20 h 32"/>
                <a:gd name="T26" fmla="*/ 16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8" y="26"/>
                  </a:lnTo>
                  <a:lnTo>
                    <a:pt x="26" y="26"/>
                  </a:lnTo>
                  <a:lnTo>
                    <a:pt x="28" y="32"/>
                  </a:lnTo>
                  <a:lnTo>
                    <a:pt x="34" y="32"/>
                  </a:lnTo>
                  <a:lnTo>
                    <a:pt x="20" y="0"/>
                  </a:lnTo>
                  <a:lnTo>
                    <a:pt x="20" y="0"/>
                  </a:lnTo>
                  <a:lnTo>
                    <a:pt x="20" y="0"/>
                  </a:lnTo>
                  <a:close/>
                  <a:moveTo>
                    <a:pt x="24" y="20"/>
                  </a:moveTo>
                  <a:lnTo>
                    <a:pt x="10" y="20"/>
                  </a:lnTo>
                  <a:lnTo>
                    <a:pt x="16" y="6"/>
                  </a:lnTo>
                  <a:lnTo>
                    <a:pt x="24" y="20"/>
                  </a:lnTo>
                  <a:lnTo>
                    <a:pt x="24" y="2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8" name="Freeform 22"/>
            <p:cNvSpPr>
              <a:spLocks/>
            </p:cNvSpPr>
            <p:nvPr userDrawn="1"/>
          </p:nvSpPr>
          <p:spPr bwMode="auto">
            <a:xfrm>
              <a:off x="8023065" y="798513"/>
              <a:ext cx="44528" cy="50800"/>
            </a:xfrm>
            <a:custGeom>
              <a:avLst/>
              <a:gdLst>
                <a:gd name="T0" fmla="*/ 0 w 28"/>
                <a:gd name="T1" fmla="*/ 4 h 32"/>
                <a:gd name="T2" fmla="*/ 12 w 28"/>
                <a:gd name="T3" fmla="*/ 4 h 32"/>
                <a:gd name="T4" fmla="*/ 12 w 28"/>
                <a:gd name="T5" fmla="*/ 32 h 32"/>
                <a:gd name="T6" fmla="*/ 16 w 28"/>
                <a:gd name="T7" fmla="*/ 32 h 32"/>
                <a:gd name="T8" fmla="*/ 16 w 28"/>
                <a:gd name="T9" fmla="*/ 4 h 32"/>
                <a:gd name="T10" fmla="*/ 28 w 28"/>
                <a:gd name="T11" fmla="*/ 4 h 32"/>
                <a:gd name="T12" fmla="*/ 28 w 28"/>
                <a:gd name="T13" fmla="*/ 0 h 32"/>
                <a:gd name="T14" fmla="*/ 0 w 28"/>
                <a:gd name="T15" fmla="*/ 0 h 32"/>
                <a:gd name="T16" fmla="*/ 0 w 28"/>
                <a:gd name="T17" fmla="*/ 4 h 32"/>
                <a:gd name="T18" fmla="*/ 0 w 28"/>
                <a:gd name="T19" fmla="*/ 4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8" h="32">
                  <a:moveTo>
                    <a:pt x="0" y="4"/>
                  </a:moveTo>
                  <a:lnTo>
                    <a:pt x="12" y="4"/>
                  </a:lnTo>
                  <a:lnTo>
                    <a:pt x="12" y="32"/>
                  </a:lnTo>
                  <a:lnTo>
                    <a:pt x="16" y="32"/>
                  </a:lnTo>
                  <a:lnTo>
                    <a:pt x="16" y="4"/>
                  </a:lnTo>
                  <a:lnTo>
                    <a:pt x="28" y="4"/>
                  </a:lnTo>
                  <a:lnTo>
                    <a:pt x="28" y="0"/>
                  </a:lnTo>
                  <a:lnTo>
                    <a:pt x="0" y="0"/>
                  </a:lnTo>
                  <a:lnTo>
                    <a:pt x="0" y="4"/>
                  </a:lnTo>
                  <a:lnTo>
                    <a:pt x="0" y="4"/>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9" name="Freeform 23"/>
            <p:cNvSpPr>
              <a:spLocks/>
            </p:cNvSpPr>
            <p:nvPr userDrawn="1"/>
          </p:nvSpPr>
          <p:spPr bwMode="auto">
            <a:xfrm>
              <a:off x="8073955" y="798513"/>
              <a:ext cx="44528" cy="50800"/>
            </a:xfrm>
            <a:custGeom>
              <a:avLst/>
              <a:gdLst>
                <a:gd name="T0" fmla="*/ 22 w 28"/>
                <a:gd name="T1" fmla="*/ 12 h 32"/>
                <a:gd name="T2" fmla="*/ 6 w 28"/>
                <a:gd name="T3" fmla="*/ 12 h 32"/>
                <a:gd name="T4" fmla="*/ 6 w 28"/>
                <a:gd name="T5" fmla="*/ 0 h 32"/>
                <a:gd name="T6" fmla="*/ 0 w 28"/>
                <a:gd name="T7" fmla="*/ 0 h 32"/>
                <a:gd name="T8" fmla="*/ 0 w 28"/>
                <a:gd name="T9" fmla="*/ 32 h 32"/>
                <a:gd name="T10" fmla="*/ 6 w 28"/>
                <a:gd name="T11" fmla="*/ 32 h 32"/>
                <a:gd name="T12" fmla="*/ 6 w 28"/>
                <a:gd name="T13" fmla="*/ 18 h 32"/>
                <a:gd name="T14" fmla="*/ 22 w 28"/>
                <a:gd name="T15" fmla="*/ 18 h 32"/>
                <a:gd name="T16" fmla="*/ 22 w 28"/>
                <a:gd name="T17" fmla="*/ 32 h 32"/>
                <a:gd name="T18" fmla="*/ 28 w 28"/>
                <a:gd name="T19" fmla="*/ 32 h 32"/>
                <a:gd name="T20" fmla="*/ 28 w 28"/>
                <a:gd name="T21" fmla="*/ 0 h 32"/>
                <a:gd name="T22" fmla="*/ 22 w 28"/>
                <a:gd name="T23" fmla="*/ 0 h 32"/>
                <a:gd name="T24" fmla="*/ 22 w 28"/>
                <a:gd name="T25" fmla="*/ 12 h 32"/>
                <a:gd name="T26" fmla="*/ 22 w 28"/>
                <a:gd name="T27" fmla="*/ 1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8" h="32">
                  <a:moveTo>
                    <a:pt x="22" y="12"/>
                  </a:moveTo>
                  <a:lnTo>
                    <a:pt x="6" y="12"/>
                  </a:lnTo>
                  <a:lnTo>
                    <a:pt x="6" y="0"/>
                  </a:lnTo>
                  <a:lnTo>
                    <a:pt x="0" y="0"/>
                  </a:lnTo>
                  <a:lnTo>
                    <a:pt x="0" y="32"/>
                  </a:lnTo>
                  <a:lnTo>
                    <a:pt x="6" y="32"/>
                  </a:lnTo>
                  <a:lnTo>
                    <a:pt x="6" y="18"/>
                  </a:lnTo>
                  <a:lnTo>
                    <a:pt x="22" y="18"/>
                  </a:lnTo>
                  <a:lnTo>
                    <a:pt x="22" y="32"/>
                  </a:lnTo>
                  <a:lnTo>
                    <a:pt x="28" y="32"/>
                  </a:lnTo>
                  <a:lnTo>
                    <a:pt x="28" y="0"/>
                  </a:lnTo>
                  <a:lnTo>
                    <a:pt x="22" y="0"/>
                  </a:lnTo>
                  <a:lnTo>
                    <a:pt x="22" y="12"/>
                  </a:lnTo>
                  <a:lnTo>
                    <a:pt x="22" y="12"/>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0" name="Freeform 24"/>
            <p:cNvSpPr>
              <a:spLocks noEditPoints="1"/>
            </p:cNvSpPr>
            <p:nvPr userDrawn="1"/>
          </p:nvSpPr>
          <p:spPr bwMode="auto">
            <a:xfrm>
              <a:off x="8128025" y="795338"/>
              <a:ext cx="50890" cy="53975"/>
            </a:xfrm>
            <a:custGeom>
              <a:avLst/>
              <a:gdLst>
                <a:gd name="T0" fmla="*/ 8 w 16"/>
                <a:gd name="T1" fmla="*/ 0 h 17"/>
                <a:gd name="T2" fmla="*/ 0 w 16"/>
                <a:gd name="T3" fmla="*/ 9 h 17"/>
                <a:gd name="T4" fmla="*/ 8 w 16"/>
                <a:gd name="T5" fmla="*/ 17 h 17"/>
                <a:gd name="T6" fmla="*/ 16 w 16"/>
                <a:gd name="T7" fmla="*/ 9 h 17"/>
                <a:gd name="T8" fmla="*/ 8 w 16"/>
                <a:gd name="T9" fmla="*/ 0 h 17"/>
                <a:gd name="T10" fmla="*/ 8 w 16"/>
                <a:gd name="T11" fmla="*/ 15 h 17"/>
                <a:gd name="T12" fmla="*/ 2 w 16"/>
                <a:gd name="T13" fmla="*/ 9 h 17"/>
                <a:gd name="T14" fmla="*/ 8 w 16"/>
                <a:gd name="T15" fmla="*/ 3 h 17"/>
                <a:gd name="T16" fmla="*/ 14 w 16"/>
                <a:gd name="T17" fmla="*/ 9 h 17"/>
                <a:gd name="T18" fmla="*/ 8 w 16"/>
                <a:gd name="T19" fmla="*/ 15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6" h="17">
                  <a:moveTo>
                    <a:pt x="8" y="0"/>
                  </a:moveTo>
                  <a:cubicBezTo>
                    <a:pt x="3" y="0"/>
                    <a:pt x="0" y="4"/>
                    <a:pt x="0" y="9"/>
                  </a:cubicBezTo>
                  <a:cubicBezTo>
                    <a:pt x="0" y="13"/>
                    <a:pt x="2" y="17"/>
                    <a:pt x="8" y="17"/>
                  </a:cubicBezTo>
                  <a:cubicBezTo>
                    <a:pt x="14" y="17"/>
                    <a:pt x="16" y="13"/>
                    <a:pt x="16" y="9"/>
                  </a:cubicBezTo>
                  <a:cubicBezTo>
                    <a:pt x="16" y="5"/>
                    <a:pt x="14" y="0"/>
                    <a:pt x="8" y="0"/>
                  </a:cubicBezTo>
                  <a:close/>
                  <a:moveTo>
                    <a:pt x="8" y="15"/>
                  </a:moveTo>
                  <a:cubicBezTo>
                    <a:pt x="4" y="15"/>
                    <a:pt x="2" y="12"/>
                    <a:pt x="2" y="9"/>
                  </a:cubicBezTo>
                  <a:cubicBezTo>
                    <a:pt x="2" y="6"/>
                    <a:pt x="4" y="3"/>
                    <a:pt x="8" y="3"/>
                  </a:cubicBezTo>
                  <a:cubicBezTo>
                    <a:pt x="12" y="3"/>
                    <a:pt x="14" y="6"/>
                    <a:pt x="14" y="9"/>
                  </a:cubicBezTo>
                  <a:cubicBezTo>
                    <a:pt x="14" y="12"/>
                    <a:pt x="12" y="15"/>
                    <a:pt x="8" y="15"/>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1" name="Freeform 25"/>
            <p:cNvSpPr>
              <a:spLocks/>
            </p:cNvSpPr>
            <p:nvPr userDrawn="1"/>
          </p:nvSpPr>
          <p:spPr bwMode="auto">
            <a:xfrm>
              <a:off x="8188456" y="798513"/>
              <a:ext cx="34987" cy="50800"/>
            </a:xfrm>
            <a:custGeom>
              <a:avLst/>
              <a:gdLst>
                <a:gd name="T0" fmla="*/ 6 w 22"/>
                <a:gd name="T1" fmla="*/ 0 h 32"/>
                <a:gd name="T2" fmla="*/ 0 w 22"/>
                <a:gd name="T3" fmla="*/ 0 h 32"/>
                <a:gd name="T4" fmla="*/ 0 w 22"/>
                <a:gd name="T5" fmla="*/ 32 h 32"/>
                <a:gd name="T6" fmla="*/ 22 w 22"/>
                <a:gd name="T7" fmla="*/ 32 h 32"/>
                <a:gd name="T8" fmla="*/ 22 w 22"/>
                <a:gd name="T9" fmla="*/ 28 h 32"/>
                <a:gd name="T10" fmla="*/ 6 w 22"/>
                <a:gd name="T11" fmla="*/ 28 h 32"/>
                <a:gd name="T12" fmla="*/ 6 w 22"/>
                <a:gd name="T13" fmla="*/ 0 h 32"/>
                <a:gd name="T14" fmla="*/ 6 w 22"/>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 h="32">
                  <a:moveTo>
                    <a:pt x="6" y="0"/>
                  </a:moveTo>
                  <a:lnTo>
                    <a:pt x="0" y="0"/>
                  </a:lnTo>
                  <a:lnTo>
                    <a:pt x="0" y="32"/>
                  </a:lnTo>
                  <a:lnTo>
                    <a:pt x="22" y="32"/>
                  </a:lnTo>
                  <a:lnTo>
                    <a:pt x="22" y="28"/>
                  </a:lnTo>
                  <a:lnTo>
                    <a:pt x="6" y="28"/>
                  </a:lnTo>
                  <a:lnTo>
                    <a:pt x="6" y="0"/>
                  </a:lnTo>
                  <a:lnTo>
                    <a:pt x="6" y="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2" name="Freeform 26"/>
            <p:cNvSpPr>
              <a:spLocks/>
            </p:cNvSpPr>
            <p:nvPr userDrawn="1"/>
          </p:nvSpPr>
          <p:spPr bwMode="auto">
            <a:xfrm>
              <a:off x="8232985" y="798513"/>
              <a:ext cx="6361" cy="50800"/>
            </a:xfrm>
            <a:custGeom>
              <a:avLst/>
              <a:gdLst>
                <a:gd name="T0" fmla="*/ 0 w 4"/>
                <a:gd name="T1" fmla="*/ 32 h 32"/>
                <a:gd name="T2" fmla="*/ 4 w 4"/>
                <a:gd name="T3" fmla="*/ 32 h 32"/>
                <a:gd name="T4" fmla="*/ 4 w 4"/>
                <a:gd name="T5" fmla="*/ 0 h 32"/>
                <a:gd name="T6" fmla="*/ 0 w 4"/>
                <a:gd name="T7" fmla="*/ 0 h 32"/>
                <a:gd name="T8" fmla="*/ 0 w 4"/>
                <a:gd name="T9" fmla="*/ 32 h 32"/>
                <a:gd name="T10" fmla="*/ 0 w 4"/>
                <a:gd name="T11" fmla="*/ 32 h 32"/>
              </a:gdLst>
              <a:ahLst/>
              <a:cxnLst>
                <a:cxn ang="0">
                  <a:pos x="T0" y="T1"/>
                </a:cxn>
                <a:cxn ang="0">
                  <a:pos x="T2" y="T3"/>
                </a:cxn>
                <a:cxn ang="0">
                  <a:pos x="T4" y="T5"/>
                </a:cxn>
                <a:cxn ang="0">
                  <a:pos x="T6" y="T7"/>
                </a:cxn>
                <a:cxn ang="0">
                  <a:pos x="T8" y="T9"/>
                </a:cxn>
                <a:cxn ang="0">
                  <a:pos x="T10" y="T11"/>
                </a:cxn>
              </a:cxnLst>
              <a:rect l="0" t="0" r="r" b="b"/>
              <a:pathLst>
                <a:path w="4" h="32">
                  <a:moveTo>
                    <a:pt x="0" y="32"/>
                  </a:moveTo>
                  <a:lnTo>
                    <a:pt x="4" y="32"/>
                  </a:lnTo>
                  <a:lnTo>
                    <a:pt x="4" y="0"/>
                  </a:lnTo>
                  <a:lnTo>
                    <a:pt x="0" y="0"/>
                  </a:lnTo>
                  <a:lnTo>
                    <a:pt x="0" y="32"/>
                  </a:lnTo>
                  <a:lnTo>
                    <a:pt x="0" y="32"/>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3" name="Freeform 27"/>
            <p:cNvSpPr>
              <a:spLocks/>
            </p:cNvSpPr>
            <p:nvPr userDrawn="1"/>
          </p:nvSpPr>
          <p:spPr bwMode="auto">
            <a:xfrm>
              <a:off x="8248888" y="795338"/>
              <a:ext cx="47709" cy="53975"/>
            </a:xfrm>
            <a:custGeom>
              <a:avLst/>
              <a:gdLst>
                <a:gd name="T0" fmla="*/ 13 w 15"/>
                <a:gd name="T1" fmla="*/ 13 h 17"/>
                <a:gd name="T2" fmla="*/ 9 w 15"/>
                <a:gd name="T3" fmla="*/ 15 h 17"/>
                <a:gd name="T4" fmla="*/ 3 w 15"/>
                <a:gd name="T5" fmla="*/ 9 h 17"/>
                <a:gd name="T6" fmla="*/ 9 w 15"/>
                <a:gd name="T7" fmla="*/ 3 h 17"/>
                <a:gd name="T8" fmla="*/ 13 w 15"/>
                <a:gd name="T9" fmla="*/ 5 h 17"/>
                <a:gd name="T10" fmla="*/ 13 w 15"/>
                <a:gd name="T11" fmla="*/ 5 h 17"/>
                <a:gd name="T12" fmla="*/ 15 w 15"/>
                <a:gd name="T13" fmla="*/ 3 h 17"/>
                <a:gd name="T14" fmla="*/ 15 w 15"/>
                <a:gd name="T15" fmla="*/ 3 h 17"/>
                <a:gd name="T16" fmla="*/ 9 w 15"/>
                <a:gd name="T17" fmla="*/ 0 h 17"/>
                <a:gd name="T18" fmla="*/ 3 w 15"/>
                <a:gd name="T19" fmla="*/ 3 h 17"/>
                <a:gd name="T20" fmla="*/ 0 w 15"/>
                <a:gd name="T21" fmla="*/ 9 h 17"/>
                <a:gd name="T22" fmla="*/ 9 w 15"/>
                <a:gd name="T23" fmla="*/ 17 h 17"/>
                <a:gd name="T24" fmla="*/ 15 w 15"/>
                <a:gd name="T25" fmla="*/ 15 h 17"/>
                <a:gd name="T26" fmla="*/ 15 w 15"/>
                <a:gd name="T27" fmla="*/ 15 h 17"/>
                <a:gd name="T28" fmla="*/ 13 w 15"/>
                <a:gd name="T29" fmla="*/ 13 h 17"/>
                <a:gd name="T30" fmla="*/ 13 w 15"/>
                <a:gd name="T31" fmla="*/ 13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5" h="17">
                  <a:moveTo>
                    <a:pt x="13" y="13"/>
                  </a:moveTo>
                  <a:cubicBezTo>
                    <a:pt x="12" y="14"/>
                    <a:pt x="10" y="15"/>
                    <a:pt x="9" y="15"/>
                  </a:cubicBezTo>
                  <a:cubicBezTo>
                    <a:pt x="5" y="15"/>
                    <a:pt x="3" y="12"/>
                    <a:pt x="3" y="9"/>
                  </a:cubicBezTo>
                  <a:cubicBezTo>
                    <a:pt x="3" y="6"/>
                    <a:pt x="5" y="3"/>
                    <a:pt x="9" y="3"/>
                  </a:cubicBezTo>
                  <a:cubicBezTo>
                    <a:pt x="10" y="3"/>
                    <a:pt x="12" y="3"/>
                    <a:pt x="13" y="5"/>
                  </a:cubicBezTo>
                  <a:cubicBezTo>
                    <a:pt x="13" y="5"/>
                    <a:pt x="13" y="5"/>
                    <a:pt x="13" y="5"/>
                  </a:cubicBezTo>
                  <a:cubicBezTo>
                    <a:pt x="15" y="3"/>
                    <a:pt x="15" y="3"/>
                    <a:pt x="15" y="3"/>
                  </a:cubicBezTo>
                  <a:cubicBezTo>
                    <a:pt x="15" y="3"/>
                    <a:pt x="15" y="3"/>
                    <a:pt x="15" y="3"/>
                  </a:cubicBezTo>
                  <a:cubicBezTo>
                    <a:pt x="13" y="1"/>
                    <a:pt x="11" y="0"/>
                    <a:pt x="9" y="0"/>
                  </a:cubicBezTo>
                  <a:cubicBezTo>
                    <a:pt x="6" y="0"/>
                    <a:pt x="4" y="1"/>
                    <a:pt x="3" y="3"/>
                  </a:cubicBezTo>
                  <a:cubicBezTo>
                    <a:pt x="1" y="4"/>
                    <a:pt x="0" y="7"/>
                    <a:pt x="0" y="9"/>
                  </a:cubicBezTo>
                  <a:cubicBezTo>
                    <a:pt x="0" y="13"/>
                    <a:pt x="3" y="17"/>
                    <a:pt x="9" y="17"/>
                  </a:cubicBezTo>
                  <a:cubicBezTo>
                    <a:pt x="11" y="17"/>
                    <a:pt x="13" y="16"/>
                    <a:pt x="15" y="15"/>
                  </a:cubicBezTo>
                  <a:cubicBezTo>
                    <a:pt x="15" y="15"/>
                    <a:pt x="15" y="15"/>
                    <a:pt x="15" y="15"/>
                  </a:cubicBezTo>
                  <a:cubicBezTo>
                    <a:pt x="13" y="13"/>
                    <a:pt x="13" y="13"/>
                    <a:pt x="13" y="13"/>
                  </a:cubicBezTo>
                  <a:cubicBezTo>
                    <a:pt x="13" y="13"/>
                    <a:pt x="13" y="13"/>
                    <a:pt x="13" y="13"/>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4" name="Freeform 28"/>
            <p:cNvSpPr>
              <a:spLocks/>
            </p:cNvSpPr>
            <p:nvPr userDrawn="1"/>
          </p:nvSpPr>
          <p:spPr bwMode="auto">
            <a:xfrm>
              <a:off x="8331584" y="798513"/>
              <a:ext cx="41348" cy="50800"/>
            </a:xfrm>
            <a:custGeom>
              <a:avLst/>
              <a:gdLst>
                <a:gd name="T0" fmla="*/ 11 w 13"/>
                <a:gd name="T1" fmla="*/ 9 h 16"/>
                <a:gd name="T2" fmla="*/ 7 w 13"/>
                <a:gd name="T3" fmla="*/ 14 h 16"/>
                <a:gd name="T4" fmla="*/ 2 w 13"/>
                <a:gd name="T5" fmla="*/ 9 h 16"/>
                <a:gd name="T6" fmla="*/ 2 w 13"/>
                <a:gd name="T7" fmla="*/ 0 h 16"/>
                <a:gd name="T8" fmla="*/ 0 w 13"/>
                <a:gd name="T9" fmla="*/ 0 h 16"/>
                <a:gd name="T10" fmla="*/ 0 w 13"/>
                <a:gd name="T11" fmla="*/ 9 h 16"/>
                <a:gd name="T12" fmla="*/ 7 w 13"/>
                <a:gd name="T13" fmla="*/ 16 h 16"/>
                <a:gd name="T14" fmla="*/ 13 w 13"/>
                <a:gd name="T15" fmla="*/ 9 h 16"/>
                <a:gd name="T16" fmla="*/ 13 w 13"/>
                <a:gd name="T17" fmla="*/ 0 h 16"/>
                <a:gd name="T18" fmla="*/ 11 w 13"/>
                <a:gd name="T19" fmla="*/ 0 h 16"/>
                <a:gd name="T20" fmla="*/ 11 w 13"/>
                <a:gd name="T21" fmla="*/ 9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 h="16">
                  <a:moveTo>
                    <a:pt x="11" y="9"/>
                  </a:moveTo>
                  <a:cubicBezTo>
                    <a:pt x="11" y="12"/>
                    <a:pt x="9" y="14"/>
                    <a:pt x="7" y="14"/>
                  </a:cubicBezTo>
                  <a:cubicBezTo>
                    <a:pt x="5" y="14"/>
                    <a:pt x="2" y="12"/>
                    <a:pt x="2" y="9"/>
                  </a:cubicBezTo>
                  <a:cubicBezTo>
                    <a:pt x="2" y="0"/>
                    <a:pt x="2" y="0"/>
                    <a:pt x="2" y="0"/>
                  </a:cubicBezTo>
                  <a:cubicBezTo>
                    <a:pt x="0" y="0"/>
                    <a:pt x="0" y="0"/>
                    <a:pt x="0" y="0"/>
                  </a:cubicBezTo>
                  <a:cubicBezTo>
                    <a:pt x="0" y="9"/>
                    <a:pt x="0" y="9"/>
                    <a:pt x="0" y="9"/>
                  </a:cubicBezTo>
                  <a:cubicBezTo>
                    <a:pt x="0" y="14"/>
                    <a:pt x="3" y="16"/>
                    <a:pt x="7" y="16"/>
                  </a:cubicBezTo>
                  <a:cubicBezTo>
                    <a:pt x="10" y="16"/>
                    <a:pt x="13" y="14"/>
                    <a:pt x="13" y="9"/>
                  </a:cubicBezTo>
                  <a:cubicBezTo>
                    <a:pt x="13" y="0"/>
                    <a:pt x="13" y="0"/>
                    <a:pt x="13" y="0"/>
                  </a:cubicBezTo>
                  <a:cubicBezTo>
                    <a:pt x="11" y="0"/>
                    <a:pt x="11" y="0"/>
                    <a:pt x="11" y="0"/>
                  </a:cubicBezTo>
                  <a:cubicBezTo>
                    <a:pt x="11" y="9"/>
                    <a:pt x="11" y="9"/>
                    <a:pt x="11" y="9"/>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5" name="Freeform 29"/>
            <p:cNvSpPr>
              <a:spLocks/>
            </p:cNvSpPr>
            <p:nvPr userDrawn="1"/>
          </p:nvSpPr>
          <p:spPr bwMode="auto">
            <a:xfrm>
              <a:off x="8388834" y="798513"/>
              <a:ext cx="41348" cy="50800"/>
            </a:xfrm>
            <a:custGeom>
              <a:avLst/>
              <a:gdLst>
                <a:gd name="T0" fmla="*/ 20 w 26"/>
                <a:gd name="T1" fmla="*/ 22 h 32"/>
                <a:gd name="T2" fmla="*/ 2 w 26"/>
                <a:gd name="T3" fmla="*/ 0 h 32"/>
                <a:gd name="T4" fmla="*/ 0 w 26"/>
                <a:gd name="T5" fmla="*/ 0 h 32"/>
                <a:gd name="T6" fmla="*/ 0 w 26"/>
                <a:gd name="T7" fmla="*/ 32 h 32"/>
                <a:gd name="T8" fmla="*/ 4 w 26"/>
                <a:gd name="T9" fmla="*/ 32 h 32"/>
                <a:gd name="T10" fmla="*/ 4 w 26"/>
                <a:gd name="T11" fmla="*/ 10 h 32"/>
                <a:gd name="T12" fmla="*/ 22 w 26"/>
                <a:gd name="T13" fmla="*/ 32 h 32"/>
                <a:gd name="T14" fmla="*/ 26 w 26"/>
                <a:gd name="T15" fmla="*/ 32 h 32"/>
                <a:gd name="T16" fmla="*/ 26 w 26"/>
                <a:gd name="T17" fmla="*/ 0 h 32"/>
                <a:gd name="T18" fmla="*/ 20 w 26"/>
                <a:gd name="T19" fmla="*/ 0 h 32"/>
                <a:gd name="T20" fmla="*/ 20 w 26"/>
                <a:gd name="T21" fmla="*/ 22 h 32"/>
                <a:gd name="T22" fmla="*/ 20 w 26"/>
                <a:gd name="T23" fmla="*/ 2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6" h="32">
                  <a:moveTo>
                    <a:pt x="20" y="22"/>
                  </a:moveTo>
                  <a:lnTo>
                    <a:pt x="2" y="0"/>
                  </a:lnTo>
                  <a:lnTo>
                    <a:pt x="0" y="0"/>
                  </a:lnTo>
                  <a:lnTo>
                    <a:pt x="0" y="32"/>
                  </a:lnTo>
                  <a:lnTo>
                    <a:pt x="4" y="32"/>
                  </a:lnTo>
                  <a:lnTo>
                    <a:pt x="4" y="10"/>
                  </a:lnTo>
                  <a:lnTo>
                    <a:pt x="22" y="32"/>
                  </a:lnTo>
                  <a:lnTo>
                    <a:pt x="26" y="32"/>
                  </a:lnTo>
                  <a:lnTo>
                    <a:pt x="26" y="0"/>
                  </a:lnTo>
                  <a:lnTo>
                    <a:pt x="20" y="0"/>
                  </a:lnTo>
                  <a:lnTo>
                    <a:pt x="20" y="22"/>
                  </a:lnTo>
                  <a:lnTo>
                    <a:pt x="20" y="22"/>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6" name="Freeform 30"/>
            <p:cNvSpPr>
              <a:spLocks/>
            </p:cNvSpPr>
            <p:nvPr userDrawn="1"/>
          </p:nvSpPr>
          <p:spPr bwMode="auto">
            <a:xfrm>
              <a:off x="8442905" y="798513"/>
              <a:ext cx="9542" cy="50800"/>
            </a:xfrm>
            <a:custGeom>
              <a:avLst/>
              <a:gdLst>
                <a:gd name="T0" fmla="*/ 0 w 6"/>
                <a:gd name="T1" fmla="*/ 32 h 32"/>
                <a:gd name="T2" fmla="*/ 6 w 6"/>
                <a:gd name="T3" fmla="*/ 32 h 32"/>
                <a:gd name="T4" fmla="*/ 6 w 6"/>
                <a:gd name="T5" fmla="*/ 0 h 32"/>
                <a:gd name="T6" fmla="*/ 0 w 6"/>
                <a:gd name="T7" fmla="*/ 0 h 32"/>
                <a:gd name="T8" fmla="*/ 0 w 6"/>
                <a:gd name="T9" fmla="*/ 32 h 32"/>
                <a:gd name="T10" fmla="*/ 0 w 6"/>
                <a:gd name="T11" fmla="*/ 32 h 32"/>
              </a:gdLst>
              <a:ahLst/>
              <a:cxnLst>
                <a:cxn ang="0">
                  <a:pos x="T0" y="T1"/>
                </a:cxn>
                <a:cxn ang="0">
                  <a:pos x="T2" y="T3"/>
                </a:cxn>
                <a:cxn ang="0">
                  <a:pos x="T4" y="T5"/>
                </a:cxn>
                <a:cxn ang="0">
                  <a:pos x="T6" y="T7"/>
                </a:cxn>
                <a:cxn ang="0">
                  <a:pos x="T8" y="T9"/>
                </a:cxn>
                <a:cxn ang="0">
                  <a:pos x="T10" y="T11"/>
                </a:cxn>
              </a:cxnLst>
              <a:rect l="0" t="0" r="r" b="b"/>
              <a:pathLst>
                <a:path w="6" h="32">
                  <a:moveTo>
                    <a:pt x="0" y="32"/>
                  </a:moveTo>
                  <a:lnTo>
                    <a:pt x="6" y="32"/>
                  </a:lnTo>
                  <a:lnTo>
                    <a:pt x="6" y="0"/>
                  </a:lnTo>
                  <a:lnTo>
                    <a:pt x="0" y="0"/>
                  </a:lnTo>
                  <a:lnTo>
                    <a:pt x="0" y="32"/>
                  </a:lnTo>
                  <a:lnTo>
                    <a:pt x="0" y="32"/>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7" name="Freeform 31"/>
            <p:cNvSpPr>
              <a:spLocks/>
            </p:cNvSpPr>
            <p:nvPr userDrawn="1"/>
          </p:nvSpPr>
          <p:spPr bwMode="auto">
            <a:xfrm>
              <a:off x="8461988" y="798513"/>
              <a:ext cx="50890" cy="50800"/>
            </a:xfrm>
            <a:custGeom>
              <a:avLst/>
              <a:gdLst>
                <a:gd name="T0" fmla="*/ 6 w 32"/>
                <a:gd name="T1" fmla="*/ 0 h 32"/>
                <a:gd name="T2" fmla="*/ 0 w 32"/>
                <a:gd name="T3" fmla="*/ 0 h 32"/>
                <a:gd name="T4" fmla="*/ 12 w 32"/>
                <a:gd name="T5" fmla="*/ 32 h 32"/>
                <a:gd name="T6" fmla="*/ 18 w 32"/>
                <a:gd name="T7" fmla="*/ 32 h 32"/>
                <a:gd name="T8" fmla="*/ 32 w 32"/>
                <a:gd name="T9" fmla="*/ 0 h 32"/>
                <a:gd name="T10" fmla="*/ 26 w 32"/>
                <a:gd name="T11" fmla="*/ 0 h 32"/>
                <a:gd name="T12" fmla="*/ 16 w 32"/>
                <a:gd name="T13" fmla="*/ 26 h 32"/>
                <a:gd name="T14" fmla="*/ 6 w 32"/>
                <a:gd name="T15" fmla="*/ 0 h 32"/>
                <a:gd name="T16" fmla="*/ 6 w 32"/>
                <a:gd name="T17"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 h="32">
                  <a:moveTo>
                    <a:pt x="6" y="0"/>
                  </a:moveTo>
                  <a:lnTo>
                    <a:pt x="0" y="0"/>
                  </a:lnTo>
                  <a:lnTo>
                    <a:pt x="12" y="32"/>
                  </a:lnTo>
                  <a:lnTo>
                    <a:pt x="18" y="32"/>
                  </a:lnTo>
                  <a:lnTo>
                    <a:pt x="32" y="0"/>
                  </a:lnTo>
                  <a:lnTo>
                    <a:pt x="26" y="0"/>
                  </a:lnTo>
                  <a:lnTo>
                    <a:pt x="16" y="26"/>
                  </a:lnTo>
                  <a:lnTo>
                    <a:pt x="6" y="0"/>
                  </a:lnTo>
                  <a:lnTo>
                    <a:pt x="6" y="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8" name="Freeform 32"/>
            <p:cNvSpPr>
              <a:spLocks/>
            </p:cNvSpPr>
            <p:nvPr userDrawn="1"/>
          </p:nvSpPr>
          <p:spPr bwMode="auto">
            <a:xfrm>
              <a:off x="8519239" y="798513"/>
              <a:ext cx="38167" cy="50800"/>
            </a:xfrm>
            <a:custGeom>
              <a:avLst/>
              <a:gdLst>
                <a:gd name="T0" fmla="*/ 6 w 24"/>
                <a:gd name="T1" fmla="*/ 18 h 32"/>
                <a:gd name="T2" fmla="*/ 24 w 24"/>
                <a:gd name="T3" fmla="*/ 18 h 32"/>
                <a:gd name="T4" fmla="*/ 24 w 24"/>
                <a:gd name="T5" fmla="*/ 12 h 32"/>
                <a:gd name="T6" fmla="*/ 6 w 24"/>
                <a:gd name="T7" fmla="*/ 12 h 32"/>
                <a:gd name="T8" fmla="*/ 6 w 24"/>
                <a:gd name="T9" fmla="*/ 4 h 32"/>
                <a:gd name="T10" fmla="*/ 24 w 24"/>
                <a:gd name="T11" fmla="*/ 4 h 32"/>
                <a:gd name="T12" fmla="*/ 24 w 24"/>
                <a:gd name="T13" fmla="*/ 0 h 32"/>
                <a:gd name="T14" fmla="*/ 0 w 24"/>
                <a:gd name="T15" fmla="*/ 0 h 32"/>
                <a:gd name="T16" fmla="*/ 0 w 24"/>
                <a:gd name="T17" fmla="*/ 32 h 32"/>
                <a:gd name="T18" fmla="*/ 24 w 24"/>
                <a:gd name="T19" fmla="*/ 32 h 32"/>
                <a:gd name="T20" fmla="*/ 24 w 24"/>
                <a:gd name="T21" fmla="*/ 26 h 32"/>
                <a:gd name="T22" fmla="*/ 6 w 24"/>
                <a:gd name="T23" fmla="*/ 26 h 32"/>
                <a:gd name="T24" fmla="*/ 6 w 24"/>
                <a:gd name="T25" fmla="*/ 18 h 32"/>
                <a:gd name="T26" fmla="*/ 6 w 24"/>
                <a:gd name="T27" fmla="*/ 18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4" h="32">
                  <a:moveTo>
                    <a:pt x="6" y="18"/>
                  </a:moveTo>
                  <a:lnTo>
                    <a:pt x="24" y="18"/>
                  </a:lnTo>
                  <a:lnTo>
                    <a:pt x="24" y="12"/>
                  </a:lnTo>
                  <a:lnTo>
                    <a:pt x="6" y="12"/>
                  </a:lnTo>
                  <a:lnTo>
                    <a:pt x="6" y="4"/>
                  </a:lnTo>
                  <a:lnTo>
                    <a:pt x="24" y="4"/>
                  </a:lnTo>
                  <a:lnTo>
                    <a:pt x="24" y="0"/>
                  </a:lnTo>
                  <a:lnTo>
                    <a:pt x="0" y="0"/>
                  </a:lnTo>
                  <a:lnTo>
                    <a:pt x="0" y="32"/>
                  </a:lnTo>
                  <a:lnTo>
                    <a:pt x="24" y="32"/>
                  </a:lnTo>
                  <a:lnTo>
                    <a:pt x="24" y="26"/>
                  </a:lnTo>
                  <a:lnTo>
                    <a:pt x="6" y="26"/>
                  </a:lnTo>
                  <a:lnTo>
                    <a:pt x="6" y="18"/>
                  </a:lnTo>
                  <a:lnTo>
                    <a:pt x="6" y="18"/>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9" name="Freeform 33"/>
            <p:cNvSpPr>
              <a:spLocks noEditPoints="1"/>
            </p:cNvSpPr>
            <p:nvPr userDrawn="1"/>
          </p:nvSpPr>
          <p:spPr bwMode="auto">
            <a:xfrm>
              <a:off x="8570129" y="798513"/>
              <a:ext cx="44528" cy="50800"/>
            </a:xfrm>
            <a:custGeom>
              <a:avLst/>
              <a:gdLst>
                <a:gd name="T0" fmla="*/ 13 w 14"/>
                <a:gd name="T1" fmla="*/ 5 h 16"/>
                <a:gd name="T2" fmla="*/ 7 w 14"/>
                <a:gd name="T3" fmla="*/ 0 h 16"/>
                <a:gd name="T4" fmla="*/ 0 w 14"/>
                <a:gd name="T5" fmla="*/ 0 h 16"/>
                <a:gd name="T6" fmla="*/ 0 w 14"/>
                <a:gd name="T7" fmla="*/ 16 h 16"/>
                <a:gd name="T8" fmla="*/ 2 w 14"/>
                <a:gd name="T9" fmla="*/ 16 h 16"/>
                <a:gd name="T10" fmla="*/ 2 w 14"/>
                <a:gd name="T11" fmla="*/ 10 h 16"/>
                <a:gd name="T12" fmla="*/ 6 w 14"/>
                <a:gd name="T13" fmla="*/ 10 h 16"/>
                <a:gd name="T14" fmla="*/ 11 w 14"/>
                <a:gd name="T15" fmla="*/ 16 h 16"/>
                <a:gd name="T16" fmla="*/ 14 w 14"/>
                <a:gd name="T17" fmla="*/ 16 h 16"/>
                <a:gd name="T18" fmla="*/ 9 w 14"/>
                <a:gd name="T19" fmla="*/ 10 h 16"/>
                <a:gd name="T20" fmla="*/ 13 w 14"/>
                <a:gd name="T21" fmla="*/ 5 h 16"/>
                <a:gd name="T22" fmla="*/ 2 w 14"/>
                <a:gd name="T23" fmla="*/ 2 h 16"/>
                <a:gd name="T24" fmla="*/ 7 w 14"/>
                <a:gd name="T25" fmla="*/ 2 h 16"/>
                <a:gd name="T26" fmla="*/ 10 w 14"/>
                <a:gd name="T27" fmla="*/ 5 h 16"/>
                <a:gd name="T28" fmla="*/ 7 w 14"/>
                <a:gd name="T29" fmla="*/ 8 h 16"/>
                <a:gd name="T30" fmla="*/ 2 w 14"/>
                <a:gd name="T31" fmla="*/ 8 h 16"/>
                <a:gd name="T32" fmla="*/ 2 w 14"/>
                <a:gd name="T33" fmla="*/ 2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4" h="16">
                  <a:moveTo>
                    <a:pt x="13" y="5"/>
                  </a:moveTo>
                  <a:cubicBezTo>
                    <a:pt x="13" y="2"/>
                    <a:pt x="11" y="0"/>
                    <a:pt x="7" y="0"/>
                  </a:cubicBezTo>
                  <a:cubicBezTo>
                    <a:pt x="0" y="0"/>
                    <a:pt x="0" y="0"/>
                    <a:pt x="0" y="0"/>
                  </a:cubicBezTo>
                  <a:cubicBezTo>
                    <a:pt x="0" y="16"/>
                    <a:pt x="0" y="16"/>
                    <a:pt x="0" y="16"/>
                  </a:cubicBezTo>
                  <a:cubicBezTo>
                    <a:pt x="2" y="16"/>
                    <a:pt x="2" y="16"/>
                    <a:pt x="2" y="16"/>
                  </a:cubicBezTo>
                  <a:cubicBezTo>
                    <a:pt x="2" y="10"/>
                    <a:pt x="2" y="10"/>
                    <a:pt x="2" y="10"/>
                  </a:cubicBezTo>
                  <a:cubicBezTo>
                    <a:pt x="6" y="10"/>
                    <a:pt x="6" y="10"/>
                    <a:pt x="6" y="10"/>
                  </a:cubicBezTo>
                  <a:cubicBezTo>
                    <a:pt x="11" y="16"/>
                    <a:pt x="11" y="16"/>
                    <a:pt x="11" y="16"/>
                  </a:cubicBezTo>
                  <a:cubicBezTo>
                    <a:pt x="14" y="16"/>
                    <a:pt x="14" y="16"/>
                    <a:pt x="14" y="16"/>
                  </a:cubicBezTo>
                  <a:cubicBezTo>
                    <a:pt x="9" y="10"/>
                    <a:pt x="9" y="10"/>
                    <a:pt x="9" y="10"/>
                  </a:cubicBezTo>
                  <a:cubicBezTo>
                    <a:pt x="11" y="10"/>
                    <a:pt x="13" y="8"/>
                    <a:pt x="13" y="5"/>
                  </a:cubicBezTo>
                  <a:close/>
                  <a:moveTo>
                    <a:pt x="2" y="2"/>
                  </a:moveTo>
                  <a:cubicBezTo>
                    <a:pt x="7" y="2"/>
                    <a:pt x="7" y="2"/>
                    <a:pt x="7" y="2"/>
                  </a:cubicBezTo>
                  <a:cubicBezTo>
                    <a:pt x="9" y="2"/>
                    <a:pt x="10" y="4"/>
                    <a:pt x="10" y="5"/>
                  </a:cubicBezTo>
                  <a:cubicBezTo>
                    <a:pt x="10" y="6"/>
                    <a:pt x="9" y="8"/>
                    <a:pt x="7" y="8"/>
                  </a:cubicBezTo>
                  <a:cubicBezTo>
                    <a:pt x="2" y="8"/>
                    <a:pt x="2" y="8"/>
                    <a:pt x="2" y="8"/>
                  </a:cubicBezTo>
                  <a:cubicBezTo>
                    <a:pt x="2" y="2"/>
                    <a:pt x="2" y="2"/>
                    <a:pt x="2" y="2"/>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0" name="Freeform 34"/>
            <p:cNvSpPr>
              <a:spLocks/>
            </p:cNvSpPr>
            <p:nvPr userDrawn="1"/>
          </p:nvSpPr>
          <p:spPr bwMode="auto">
            <a:xfrm>
              <a:off x="8617838" y="795338"/>
              <a:ext cx="44528" cy="53975"/>
            </a:xfrm>
            <a:custGeom>
              <a:avLst/>
              <a:gdLst>
                <a:gd name="T0" fmla="*/ 8 w 14"/>
                <a:gd name="T1" fmla="*/ 7 h 17"/>
                <a:gd name="T2" fmla="*/ 4 w 14"/>
                <a:gd name="T3" fmla="*/ 5 h 17"/>
                <a:gd name="T4" fmla="*/ 7 w 14"/>
                <a:gd name="T5" fmla="*/ 3 h 17"/>
                <a:gd name="T6" fmla="*/ 12 w 14"/>
                <a:gd name="T7" fmla="*/ 5 h 17"/>
                <a:gd name="T8" fmla="*/ 12 w 14"/>
                <a:gd name="T9" fmla="*/ 5 h 17"/>
                <a:gd name="T10" fmla="*/ 14 w 14"/>
                <a:gd name="T11" fmla="*/ 4 h 17"/>
                <a:gd name="T12" fmla="*/ 14 w 14"/>
                <a:gd name="T13" fmla="*/ 3 h 17"/>
                <a:gd name="T14" fmla="*/ 7 w 14"/>
                <a:gd name="T15" fmla="*/ 0 h 17"/>
                <a:gd name="T16" fmla="*/ 2 w 14"/>
                <a:gd name="T17" fmla="*/ 2 h 17"/>
                <a:gd name="T18" fmla="*/ 1 w 14"/>
                <a:gd name="T19" fmla="*/ 5 h 17"/>
                <a:gd name="T20" fmla="*/ 7 w 14"/>
                <a:gd name="T21" fmla="*/ 10 h 17"/>
                <a:gd name="T22" fmla="*/ 12 w 14"/>
                <a:gd name="T23" fmla="*/ 12 h 17"/>
                <a:gd name="T24" fmla="*/ 7 w 14"/>
                <a:gd name="T25" fmla="*/ 15 h 17"/>
                <a:gd name="T26" fmla="*/ 3 w 14"/>
                <a:gd name="T27" fmla="*/ 12 h 17"/>
                <a:gd name="T28" fmla="*/ 2 w 14"/>
                <a:gd name="T29" fmla="*/ 12 h 17"/>
                <a:gd name="T30" fmla="*/ 0 w 14"/>
                <a:gd name="T31" fmla="*/ 13 h 17"/>
                <a:gd name="T32" fmla="*/ 0 w 14"/>
                <a:gd name="T33" fmla="*/ 14 h 17"/>
                <a:gd name="T34" fmla="*/ 7 w 14"/>
                <a:gd name="T35" fmla="*/ 17 h 17"/>
                <a:gd name="T36" fmla="*/ 14 w 14"/>
                <a:gd name="T37" fmla="*/ 12 h 17"/>
                <a:gd name="T38" fmla="*/ 8 w 14"/>
                <a:gd name="T39" fmla="*/ 7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4" h="17">
                  <a:moveTo>
                    <a:pt x="8" y="7"/>
                  </a:moveTo>
                  <a:cubicBezTo>
                    <a:pt x="5" y="7"/>
                    <a:pt x="4" y="6"/>
                    <a:pt x="4" y="5"/>
                  </a:cubicBezTo>
                  <a:cubicBezTo>
                    <a:pt x="4" y="4"/>
                    <a:pt x="5" y="3"/>
                    <a:pt x="7" y="3"/>
                  </a:cubicBezTo>
                  <a:cubicBezTo>
                    <a:pt x="9" y="3"/>
                    <a:pt x="11" y="3"/>
                    <a:pt x="12" y="5"/>
                  </a:cubicBezTo>
                  <a:cubicBezTo>
                    <a:pt x="12" y="5"/>
                    <a:pt x="12" y="5"/>
                    <a:pt x="12" y="5"/>
                  </a:cubicBezTo>
                  <a:cubicBezTo>
                    <a:pt x="14" y="4"/>
                    <a:pt x="14" y="4"/>
                    <a:pt x="14" y="4"/>
                  </a:cubicBezTo>
                  <a:cubicBezTo>
                    <a:pt x="14" y="3"/>
                    <a:pt x="14" y="3"/>
                    <a:pt x="14" y="3"/>
                  </a:cubicBezTo>
                  <a:cubicBezTo>
                    <a:pt x="12" y="1"/>
                    <a:pt x="10" y="0"/>
                    <a:pt x="7" y="0"/>
                  </a:cubicBezTo>
                  <a:cubicBezTo>
                    <a:pt x="6" y="0"/>
                    <a:pt x="3" y="1"/>
                    <a:pt x="2" y="2"/>
                  </a:cubicBezTo>
                  <a:cubicBezTo>
                    <a:pt x="1" y="3"/>
                    <a:pt x="1" y="4"/>
                    <a:pt x="1" y="5"/>
                  </a:cubicBezTo>
                  <a:cubicBezTo>
                    <a:pt x="1" y="9"/>
                    <a:pt x="5" y="9"/>
                    <a:pt x="7" y="10"/>
                  </a:cubicBezTo>
                  <a:cubicBezTo>
                    <a:pt x="10" y="10"/>
                    <a:pt x="12" y="11"/>
                    <a:pt x="12" y="12"/>
                  </a:cubicBezTo>
                  <a:cubicBezTo>
                    <a:pt x="12" y="15"/>
                    <a:pt x="8" y="15"/>
                    <a:pt x="7" y="15"/>
                  </a:cubicBezTo>
                  <a:cubicBezTo>
                    <a:pt x="6" y="15"/>
                    <a:pt x="4" y="14"/>
                    <a:pt x="3" y="12"/>
                  </a:cubicBezTo>
                  <a:cubicBezTo>
                    <a:pt x="2" y="12"/>
                    <a:pt x="2" y="12"/>
                    <a:pt x="2" y="12"/>
                  </a:cubicBezTo>
                  <a:cubicBezTo>
                    <a:pt x="0" y="13"/>
                    <a:pt x="0" y="13"/>
                    <a:pt x="0" y="13"/>
                  </a:cubicBezTo>
                  <a:cubicBezTo>
                    <a:pt x="0" y="14"/>
                    <a:pt x="0" y="14"/>
                    <a:pt x="0" y="14"/>
                  </a:cubicBezTo>
                  <a:cubicBezTo>
                    <a:pt x="2" y="16"/>
                    <a:pt x="4" y="17"/>
                    <a:pt x="7" y="17"/>
                  </a:cubicBezTo>
                  <a:cubicBezTo>
                    <a:pt x="11" y="17"/>
                    <a:pt x="14" y="16"/>
                    <a:pt x="14" y="12"/>
                  </a:cubicBezTo>
                  <a:cubicBezTo>
                    <a:pt x="14" y="9"/>
                    <a:pt x="11" y="8"/>
                    <a:pt x="8" y="7"/>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1" name="Freeform 35"/>
            <p:cNvSpPr>
              <a:spLocks/>
            </p:cNvSpPr>
            <p:nvPr userDrawn="1"/>
          </p:nvSpPr>
          <p:spPr bwMode="auto">
            <a:xfrm>
              <a:off x="8671908" y="798513"/>
              <a:ext cx="9542" cy="50800"/>
            </a:xfrm>
            <a:custGeom>
              <a:avLst/>
              <a:gdLst>
                <a:gd name="T0" fmla="*/ 0 w 6"/>
                <a:gd name="T1" fmla="*/ 32 h 32"/>
                <a:gd name="T2" fmla="*/ 6 w 6"/>
                <a:gd name="T3" fmla="*/ 32 h 32"/>
                <a:gd name="T4" fmla="*/ 6 w 6"/>
                <a:gd name="T5" fmla="*/ 0 h 32"/>
                <a:gd name="T6" fmla="*/ 0 w 6"/>
                <a:gd name="T7" fmla="*/ 0 h 32"/>
                <a:gd name="T8" fmla="*/ 0 w 6"/>
                <a:gd name="T9" fmla="*/ 32 h 32"/>
                <a:gd name="T10" fmla="*/ 0 w 6"/>
                <a:gd name="T11" fmla="*/ 32 h 32"/>
              </a:gdLst>
              <a:ahLst/>
              <a:cxnLst>
                <a:cxn ang="0">
                  <a:pos x="T0" y="T1"/>
                </a:cxn>
                <a:cxn ang="0">
                  <a:pos x="T2" y="T3"/>
                </a:cxn>
                <a:cxn ang="0">
                  <a:pos x="T4" y="T5"/>
                </a:cxn>
                <a:cxn ang="0">
                  <a:pos x="T6" y="T7"/>
                </a:cxn>
                <a:cxn ang="0">
                  <a:pos x="T8" y="T9"/>
                </a:cxn>
                <a:cxn ang="0">
                  <a:pos x="T10" y="T11"/>
                </a:cxn>
              </a:cxnLst>
              <a:rect l="0" t="0" r="r" b="b"/>
              <a:pathLst>
                <a:path w="6" h="32">
                  <a:moveTo>
                    <a:pt x="0" y="32"/>
                  </a:moveTo>
                  <a:lnTo>
                    <a:pt x="6" y="32"/>
                  </a:lnTo>
                  <a:lnTo>
                    <a:pt x="6" y="0"/>
                  </a:lnTo>
                  <a:lnTo>
                    <a:pt x="0" y="0"/>
                  </a:lnTo>
                  <a:lnTo>
                    <a:pt x="0" y="32"/>
                  </a:lnTo>
                  <a:lnTo>
                    <a:pt x="0" y="32"/>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2" name="Freeform 36"/>
            <p:cNvSpPr>
              <a:spLocks/>
            </p:cNvSpPr>
            <p:nvPr userDrawn="1"/>
          </p:nvSpPr>
          <p:spPr bwMode="auto">
            <a:xfrm>
              <a:off x="8690991" y="798513"/>
              <a:ext cx="84286" cy="50800"/>
            </a:xfrm>
            <a:custGeom>
              <a:avLst/>
              <a:gdLst>
                <a:gd name="T0" fmla="*/ 29 w 53"/>
                <a:gd name="T1" fmla="*/ 0 h 32"/>
                <a:gd name="T2" fmla="*/ 0 w 53"/>
                <a:gd name="T3" fmla="*/ 0 h 32"/>
                <a:gd name="T4" fmla="*/ 0 w 53"/>
                <a:gd name="T5" fmla="*/ 4 h 32"/>
                <a:gd name="T6" fmla="*/ 9 w 53"/>
                <a:gd name="T7" fmla="*/ 4 h 32"/>
                <a:gd name="T8" fmla="*/ 9 w 53"/>
                <a:gd name="T9" fmla="*/ 32 h 32"/>
                <a:gd name="T10" fmla="*/ 15 w 53"/>
                <a:gd name="T11" fmla="*/ 32 h 32"/>
                <a:gd name="T12" fmla="*/ 15 w 53"/>
                <a:gd name="T13" fmla="*/ 4 h 32"/>
                <a:gd name="T14" fmla="*/ 25 w 53"/>
                <a:gd name="T15" fmla="*/ 4 h 32"/>
                <a:gd name="T16" fmla="*/ 35 w 53"/>
                <a:gd name="T17" fmla="*/ 18 h 32"/>
                <a:gd name="T18" fmla="*/ 35 w 53"/>
                <a:gd name="T19" fmla="*/ 32 h 32"/>
                <a:gd name="T20" fmla="*/ 41 w 53"/>
                <a:gd name="T21" fmla="*/ 32 h 32"/>
                <a:gd name="T22" fmla="*/ 41 w 53"/>
                <a:gd name="T23" fmla="*/ 18 h 32"/>
                <a:gd name="T24" fmla="*/ 53 w 53"/>
                <a:gd name="T25" fmla="*/ 0 h 32"/>
                <a:gd name="T26" fmla="*/ 53 w 53"/>
                <a:gd name="T27" fmla="*/ 0 h 32"/>
                <a:gd name="T28" fmla="*/ 53 w 53"/>
                <a:gd name="T29" fmla="*/ 0 h 32"/>
                <a:gd name="T30" fmla="*/ 47 w 53"/>
                <a:gd name="T31" fmla="*/ 0 h 32"/>
                <a:gd name="T32" fmla="*/ 37 w 53"/>
                <a:gd name="T33" fmla="*/ 14 h 32"/>
                <a:gd name="T34" fmla="*/ 29 w 53"/>
                <a:gd name="T35" fmla="*/ 0 h 32"/>
                <a:gd name="T36" fmla="*/ 29 w 53"/>
                <a:gd name="T37"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53" h="32">
                  <a:moveTo>
                    <a:pt x="29" y="0"/>
                  </a:moveTo>
                  <a:lnTo>
                    <a:pt x="0" y="0"/>
                  </a:lnTo>
                  <a:lnTo>
                    <a:pt x="0" y="4"/>
                  </a:lnTo>
                  <a:lnTo>
                    <a:pt x="9" y="4"/>
                  </a:lnTo>
                  <a:lnTo>
                    <a:pt x="9" y="32"/>
                  </a:lnTo>
                  <a:lnTo>
                    <a:pt x="15" y="32"/>
                  </a:lnTo>
                  <a:lnTo>
                    <a:pt x="15" y="4"/>
                  </a:lnTo>
                  <a:lnTo>
                    <a:pt x="25" y="4"/>
                  </a:lnTo>
                  <a:lnTo>
                    <a:pt x="35" y="18"/>
                  </a:lnTo>
                  <a:lnTo>
                    <a:pt x="35" y="32"/>
                  </a:lnTo>
                  <a:lnTo>
                    <a:pt x="41" y="32"/>
                  </a:lnTo>
                  <a:lnTo>
                    <a:pt x="41" y="18"/>
                  </a:lnTo>
                  <a:lnTo>
                    <a:pt x="53" y="0"/>
                  </a:lnTo>
                  <a:lnTo>
                    <a:pt x="53" y="0"/>
                  </a:lnTo>
                  <a:lnTo>
                    <a:pt x="53" y="0"/>
                  </a:lnTo>
                  <a:lnTo>
                    <a:pt x="47" y="0"/>
                  </a:lnTo>
                  <a:lnTo>
                    <a:pt x="37" y="14"/>
                  </a:lnTo>
                  <a:lnTo>
                    <a:pt x="29" y="0"/>
                  </a:lnTo>
                  <a:lnTo>
                    <a:pt x="29" y="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3" name="Freeform 37"/>
            <p:cNvSpPr>
              <a:spLocks/>
            </p:cNvSpPr>
            <p:nvPr userDrawn="1"/>
          </p:nvSpPr>
          <p:spPr bwMode="auto">
            <a:xfrm>
              <a:off x="8484252" y="371475"/>
              <a:ext cx="291025" cy="363538"/>
            </a:xfrm>
            <a:custGeom>
              <a:avLst/>
              <a:gdLst>
                <a:gd name="T0" fmla="*/ 92 w 92"/>
                <a:gd name="T1" fmla="*/ 0 h 115"/>
                <a:gd name="T2" fmla="*/ 92 w 92"/>
                <a:gd name="T3" fmla="*/ 71 h 115"/>
                <a:gd name="T4" fmla="*/ 49 w 92"/>
                <a:gd name="T5" fmla="*/ 115 h 115"/>
                <a:gd name="T6" fmla="*/ 0 w 92"/>
                <a:gd name="T7" fmla="*/ 70 h 115"/>
                <a:gd name="T8" fmla="*/ 0 w 92"/>
                <a:gd name="T9" fmla="*/ 0 h 115"/>
                <a:gd name="T10" fmla="*/ 22 w 92"/>
                <a:gd name="T11" fmla="*/ 0 h 115"/>
                <a:gd name="T12" fmla="*/ 22 w 92"/>
                <a:gd name="T13" fmla="*/ 72 h 115"/>
                <a:gd name="T14" fmla="*/ 50 w 92"/>
                <a:gd name="T15" fmla="*/ 105 h 115"/>
                <a:gd name="T16" fmla="*/ 79 w 92"/>
                <a:gd name="T17" fmla="*/ 73 h 115"/>
                <a:gd name="T18" fmla="*/ 79 w 92"/>
                <a:gd name="T19" fmla="*/ 0 h 115"/>
                <a:gd name="T20" fmla="*/ 92 w 92"/>
                <a:gd name="T21" fmla="*/ 0 h 1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92" h="115">
                  <a:moveTo>
                    <a:pt x="92" y="0"/>
                  </a:moveTo>
                  <a:cubicBezTo>
                    <a:pt x="92" y="71"/>
                    <a:pt x="92" y="71"/>
                    <a:pt x="92" y="71"/>
                  </a:cubicBezTo>
                  <a:cubicBezTo>
                    <a:pt x="92" y="109"/>
                    <a:pt x="62" y="115"/>
                    <a:pt x="49" y="115"/>
                  </a:cubicBezTo>
                  <a:cubicBezTo>
                    <a:pt x="25" y="115"/>
                    <a:pt x="0" y="107"/>
                    <a:pt x="0" y="70"/>
                  </a:cubicBezTo>
                  <a:cubicBezTo>
                    <a:pt x="0" y="0"/>
                    <a:pt x="0" y="0"/>
                    <a:pt x="0" y="0"/>
                  </a:cubicBezTo>
                  <a:cubicBezTo>
                    <a:pt x="22" y="0"/>
                    <a:pt x="22" y="0"/>
                    <a:pt x="22" y="0"/>
                  </a:cubicBezTo>
                  <a:cubicBezTo>
                    <a:pt x="22" y="72"/>
                    <a:pt x="22" y="72"/>
                    <a:pt x="22" y="72"/>
                  </a:cubicBezTo>
                  <a:cubicBezTo>
                    <a:pt x="22" y="93"/>
                    <a:pt x="32" y="105"/>
                    <a:pt x="50" y="105"/>
                  </a:cubicBezTo>
                  <a:cubicBezTo>
                    <a:pt x="66" y="105"/>
                    <a:pt x="79" y="95"/>
                    <a:pt x="79" y="73"/>
                  </a:cubicBezTo>
                  <a:cubicBezTo>
                    <a:pt x="79" y="0"/>
                    <a:pt x="79" y="0"/>
                    <a:pt x="79" y="0"/>
                  </a:cubicBezTo>
                  <a:cubicBezTo>
                    <a:pt x="92" y="0"/>
                    <a:pt x="92" y="0"/>
                    <a:pt x="92" y="0"/>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4" name="Freeform 38"/>
            <p:cNvSpPr>
              <a:spLocks/>
            </p:cNvSpPr>
            <p:nvPr userDrawn="1"/>
          </p:nvSpPr>
          <p:spPr bwMode="auto">
            <a:xfrm>
              <a:off x="8096219" y="365125"/>
              <a:ext cx="337144" cy="369888"/>
            </a:xfrm>
            <a:custGeom>
              <a:avLst/>
              <a:gdLst>
                <a:gd name="T0" fmla="*/ 61 w 106"/>
                <a:gd name="T1" fmla="*/ 117 h 117"/>
                <a:gd name="T2" fmla="*/ 0 w 106"/>
                <a:gd name="T3" fmla="*/ 60 h 117"/>
                <a:gd name="T4" fmla="*/ 63 w 106"/>
                <a:gd name="T5" fmla="*/ 0 h 117"/>
                <a:gd name="T6" fmla="*/ 97 w 106"/>
                <a:gd name="T7" fmla="*/ 13 h 117"/>
                <a:gd name="T8" fmla="*/ 106 w 106"/>
                <a:gd name="T9" fmla="*/ 28 h 117"/>
                <a:gd name="T10" fmla="*/ 94 w 106"/>
                <a:gd name="T11" fmla="*/ 39 h 117"/>
                <a:gd name="T12" fmla="*/ 83 w 106"/>
                <a:gd name="T13" fmla="*/ 28 h 117"/>
                <a:gd name="T14" fmla="*/ 86 w 106"/>
                <a:gd name="T15" fmla="*/ 20 h 117"/>
                <a:gd name="T16" fmla="*/ 63 w 106"/>
                <a:gd name="T17" fmla="*/ 10 h 117"/>
                <a:gd name="T18" fmla="*/ 21 w 106"/>
                <a:gd name="T19" fmla="*/ 58 h 117"/>
                <a:gd name="T20" fmla="*/ 65 w 106"/>
                <a:gd name="T21" fmla="*/ 108 h 117"/>
                <a:gd name="T22" fmla="*/ 102 w 106"/>
                <a:gd name="T23" fmla="*/ 93 h 117"/>
                <a:gd name="T24" fmla="*/ 106 w 106"/>
                <a:gd name="T25" fmla="*/ 99 h 117"/>
                <a:gd name="T26" fmla="*/ 61 w 106"/>
                <a:gd name="T27" fmla="*/ 117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06" h="117">
                  <a:moveTo>
                    <a:pt x="61" y="117"/>
                  </a:moveTo>
                  <a:cubicBezTo>
                    <a:pt x="23" y="117"/>
                    <a:pt x="0" y="91"/>
                    <a:pt x="0" y="60"/>
                  </a:cubicBezTo>
                  <a:cubicBezTo>
                    <a:pt x="0" y="29"/>
                    <a:pt x="24" y="0"/>
                    <a:pt x="63" y="0"/>
                  </a:cubicBezTo>
                  <a:cubicBezTo>
                    <a:pt x="74" y="0"/>
                    <a:pt x="88" y="4"/>
                    <a:pt x="97" y="13"/>
                  </a:cubicBezTo>
                  <a:cubicBezTo>
                    <a:pt x="102" y="16"/>
                    <a:pt x="106" y="23"/>
                    <a:pt x="106" y="28"/>
                  </a:cubicBezTo>
                  <a:cubicBezTo>
                    <a:pt x="106" y="34"/>
                    <a:pt x="101" y="39"/>
                    <a:pt x="94" y="39"/>
                  </a:cubicBezTo>
                  <a:cubicBezTo>
                    <a:pt x="88" y="39"/>
                    <a:pt x="83" y="34"/>
                    <a:pt x="83" y="28"/>
                  </a:cubicBezTo>
                  <a:cubicBezTo>
                    <a:pt x="83" y="25"/>
                    <a:pt x="84" y="22"/>
                    <a:pt x="86" y="20"/>
                  </a:cubicBezTo>
                  <a:cubicBezTo>
                    <a:pt x="81" y="14"/>
                    <a:pt x="71" y="10"/>
                    <a:pt x="63" y="10"/>
                  </a:cubicBezTo>
                  <a:cubicBezTo>
                    <a:pt x="36" y="10"/>
                    <a:pt x="21" y="35"/>
                    <a:pt x="21" y="58"/>
                  </a:cubicBezTo>
                  <a:cubicBezTo>
                    <a:pt x="21" y="85"/>
                    <a:pt x="38" y="108"/>
                    <a:pt x="65" y="108"/>
                  </a:cubicBezTo>
                  <a:cubicBezTo>
                    <a:pt x="79" y="108"/>
                    <a:pt x="90" y="102"/>
                    <a:pt x="102" y="93"/>
                  </a:cubicBezTo>
                  <a:cubicBezTo>
                    <a:pt x="106" y="99"/>
                    <a:pt x="106" y="99"/>
                    <a:pt x="106" y="99"/>
                  </a:cubicBezTo>
                  <a:cubicBezTo>
                    <a:pt x="94" y="111"/>
                    <a:pt x="77" y="117"/>
                    <a:pt x="61" y="117"/>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5" name="Freeform 39"/>
            <p:cNvSpPr>
              <a:spLocks noEditPoints="1"/>
            </p:cNvSpPr>
            <p:nvPr userDrawn="1"/>
          </p:nvSpPr>
          <p:spPr bwMode="auto">
            <a:xfrm>
              <a:off x="7760666" y="371475"/>
              <a:ext cx="329192" cy="357188"/>
            </a:xfrm>
            <a:custGeom>
              <a:avLst/>
              <a:gdLst>
                <a:gd name="T0" fmla="*/ 163 w 207"/>
                <a:gd name="T1" fmla="*/ 225 h 225"/>
                <a:gd name="T2" fmla="*/ 207 w 207"/>
                <a:gd name="T3" fmla="*/ 225 h 225"/>
                <a:gd name="T4" fmla="*/ 119 w 207"/>
                <a:gd name="T5" fmla="*/ 0 h 225"/>
                <a:gd name="T6" fmla="*/ 85 w 207"/>
                <a:gd name="T7" fmla="*/ 0 h 225"/>
                <a:gd name="T8" fmla="*/ 0 w 207"/>
                <a:gd name="T9" fmla="*/ 225 h 225"/>
                <a:gd name="T10" fmla="*/ 21 w 207"/>
                <a:gd name="T11" fmla="*/ 225 h 225"/>
                <a:gd name="T12" fmla="*/ 47 w 207"/>
                <a:gd name="T13" fmla="*/ 161 h 225"/>
                <a:gd name="T14" fmla="*/ 139 w 207"/>
                <a:gd name="T15" fmla="*/ 161 h 225"/>
                <a:gd name="T16" fmla="*/ 163 w 207"/>
                <a:gd name="T17" fmla="*/ 225 h 225"/>
                <a:gd name="T18" fmla="*/ 163 w 207"/>
                <a:gd name="T19" fmla="*/ 225 h 225"/>
                <a:gd name="T20" fmla="*/ 53 w 207"/>
                <a:gd name="T21" fmla="*/ 141 h 225"/>
                <a:gd name="T22" fmla="*/ 93 w 207"/>
                <a:gd name="T23" fmla="*/ 36 h 225"/>
                <a:gd name="T24" fmla="*/ 133 w 207"/>
                <a:gd name="T25" fmla="*/ 141 h 225"/>
                <a:gd name="T26" fmla="*/ 53 w 207"/>
                <a:gd name="T27" fmla="*/ 141 h 225"/>
                <a:gd name="T28" fmla="*/ 53 w 207"/>
                <a:gd name="T29" fmla="*/ 141 h 2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07" h="225">
                  <a:moveTo>
                    <a:pt x="163" y="225"/>
                  </a:moveTo>
                  <a:lnTo>
                    <a:pt x="207" y="225"/>
                  </a:lnTo>
                  <a:lnTo>
                    <a:pt x="119" y="0"/>
                  </a:lnTo>
                  <a:lnTo>
                    <a:pt x="85" y="0"/>
                  </a:lnTo>
                  <a:lnTo>
                    <a:pt x="0" y="225"/>
                  </a:lnTo>
                  <a:lnTo>
                    <a:pt x="21" y="225"/>
                  </a:lnTo>
                  <a:lnTo>
                    <a:pt x="47" y="161"/>
                  </a:lnTo>
                  <a:lnTo>
                    <a:pt x="139" y="161"/>
                  </a:lnTo>
                  <a:lnTo>
                    <a:pt x="163" y="225"/>
                  </a:lnTo>
                  <a:lnTo>
                    <a:pt x="163" y="225"/>
                  </a:lnTo>
                  <a:close/>
                  <a:moveTo>
                    <a:pt x="53" y="141"/>
                  </a:moveTo>
                  <a:lnTo>
                    <a:pt x="93" y="36"/>
                  </a:lnTo>
                  <a:lnTo>
                    <a:pt x="133" y="141"/>
                  </a:lnTo>
                  <a:lnTo>
                    <a:pt x="53" y="141"/>
                  </a:lnTo>
                  <a:lnTo>
                    <a:pt x="53" y="141"/>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grpSp>
    </p:spTree>
    <p:extLst>
      <p:ext uri="{BB962C8B-B14F-4D97-AF65-F5344CB8AC3E}">
        <p14:creationId xmlns:p14="http://schemas.microsoft.com/office/powerpoint/2010/main" val="12631148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graphicFrame>
        <p:nvGraphicFramePr>
          <p:cNvPr id="47" name="Object 46" hidden="1"/>
          <p:cNvGraphicFramePr>
            <a:graphicFrameLocks noChangeAspect="1"/>
          </p:cNvGraphicFramePr>
          <p:nvPr userDrawn="1">
            <p:custDataLst>
              <p:tags r:id="rId1"/>
            </p:custDataLst>
            <p:extLst>
              <p:ext uri="{D42A27DB-BD31-4B8C-83A1-F6EECF244321}">
                <p14:modId xmlns:p14="http://schemas.microsoft.com/office/powerpoint/2010/main" val="2917153327"/>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Slide" r:id="rId3" imgW="347" imgH="348" progId="TCLayout.ActiveDocument.1">
                  <p:embed/>
                </p:oleObj>
              </mc:Choice>
              <mc:Fallback>
                <p:oleObj name="think-cell Slide" r:id="rId3" imgW="347" imgH="348" progId="TCLayout.ActiveDocument.1">
                  <p:embed/>
                  <p:pic>
                    <p:nvPicPr>
                      <p:cNvPr id="47" name="Object 46" hidden="1"/>
                      <p:cNvPicPr/>
                      <p:nvPr/>
                    </p:nvPicPr>
                    <p:blipFill>
                      <a:blip r:embed="rId4"/>
                      <a:stretch>
                        <a:fillRect/>
                      </a:stretch>
                    </p:blipFill>
                    <p:spPr>
                      <a:xfrm>
                        <a:off x="1588" y="1588"/>
                        <a:ext cx="1587" cy="1587"/>
                      </a:xfrm>
                      <a:prstGeom prst="rect">
                        <a:avLst/>
                      </a:prstGeom>
                    </p:spPr>
                  </p:pic>
                </p:oleObj>
              </mc:Fallback>
            </mc:AlternateContent>
          </a:graphicData>
        </a:graphic>
      </p:graphicFrame>
      <p:sp>
        <p:nvSpPr>
          <p:cNvPr id="2" name="Title 1"/>
          <p:cNvSpPr>
            <a:spLocks noGrp="1"/>
          </p:cNvSpPr>
          <p:nvPr userDrawn="1">
            <p:ph type="title" hasCustomPrompt="1"/>
          </p:nvPr>
        </p:nvSpPr>
        <p:spPr>
          <a:xfrm>
            <a:off x="440871" y="689568"/>
            <a:ext cx="6733042" cy="538609"/>
          </a:xfrm>
        </p:spPr>
        <p:txBody>
          <a:bodyPr>
            <a:spAutoFit/>
          </a:bodyPr>
          <a:lstStyle>
            <a:lvl1pPr>
              <a:lnSpc>
                <a:spcPct val="100000"/>
              </a:lnSpc>
              <a:defRPr sz="2900" b="1">
                <a:solidFill>
                  <a:srgbClr val="3D3935"/>
                </a:solidFill>
                <a:latin typeface="Arial" panose="020B0604020202020204" pitchFamily="34" charset="0"/>
                <a:cs typeface="Arial" panose="020B0604020202020204" pitchFamily="34" charset="0"/>
              </a:defRPr>
            </a:lvl1pPr>
          </a:lstStyle>
          <a:p>
            <a:r>
              <a:rPr lang="en-US" dirty="0"/>
              <a:t>Heading</a:t>
            </a:r>
            <a:endParaRPr lang="en-AU" dirty="0"/>
          </a:p>
        </p:txBody>
      </p:sp>
      <p:sp>
        <p:nvSpPr>
          <p:cNvPr id="50" name="Text Placeholder 49"/>
          <p:cNvSpPr>
            <a:spLocks noGrp="1"/>
          </p:cNvSpPr>
          <p:nvPr userDrawn="1">
            <p:ph type="body" sz="quarter" idx="15" hasCustomPrompt="1"/>
          </p:nvPr>
        </p:nvSpPr>
        <p:spPr>
          <a:xfrm>
            <a:off x="440871" y="1463720"/>
            <a:ext cx="8284029" cy="4272599"/>
          </a:xfrm>
        </p:spPr>
        <p:txBody>
          <a:bodyPr>
            <a:normAutofit/>
          </a:bodyPr>
          <a:lstStyle>
            <a:lvl1pPr marL="0" indent="0">
              <a:lnSpc>
                <a:spcPct val="100000"/>
              </a:lnSpc>
              <a:buNone/>
              <a:defRPr sz="1900">
                <a:solidFill>
                  <a:srgbClr val="3D3935"/>
                </a:solidFill>
                <a:latin typeface="Arial" panose="020B0604020202020204" pitchFamily="34" charset="0"/>
                <a:cs typeface="Arial" panose="020B0604020202020204" pitchFamily="34" charset="0"/>
              </a:defRPr>
            </a:lvl1pPr>
          </a:lstStyle>
          <a:p>
            <a:pPr lvl="0"/>
            <a:r>
              <a:rPr lang="en-AU" dirty="0"/>
              <a:t>Body</a:t>
            </a:r>
          </a:p>
        </p:txBody>
      </p:sp>
      <p:sp>
        <p:nvSpPr>
          <p:cNvPr id="52" name="Text Placeholder 51"/>
          <p:cNvSpPr>
            <a:spLocks noGrp="1"/>
          </p:cNvSpPr>
          <p:nvPr userDrawn="1">
            <p:ph type="body" sz="quarter" idx="16" hasCustomPrompt="1"/>
          </p:nvPr>
        </p:nvSpPr>
        <p:spPr>
          <a:xfrm>
            <a:off x="440871" y="-8733"/>
            <a:ext cx="4343399" cy="462758"/>
          </a:xfrm>
        </p:spPr>
        <p:txBody>
          <a:bodyPr anchor="ctr">
            <a:normAutofit/>
          </a:bodyPr>
          <a:lstStyle>
            <a:lvl1pPr marL="0" indent="0">
              <a:buNone/>
              <a:defRPr sz="1500" b="1">
                <a:solidFill>
                  <a:srgbClr val="3D3935"/>
                </a:solidFill>
                <a:latin typeface="Arial" panose="020B0604020202020204" pitchFamily="34" charset="0"/>
                <a:cs typeface="Arial" panose="020B0604020202020204" pitchFamily="34" charset="0"/>
              </a:defRPr>
            </a:lvl1pPr>
          </a:lstStyle>
          <a:p>
            <a:pPr lvl="0"/>
            <a:r>
              <a:rPr lang="en-AU" dirty="0"/>
              <a:t>Section heading</a:t>
            </a:r>
          </a:p>
        </p:txBody>
      </p:sp>
      <p:sp>
        <p:nvSpPr>
          <p:cNvPr id="86" name="Slide Number Placeholder 5"/>
          <p:cNvSpPr>
            <a:spLocks noGrp="1"/>
          </p:cNvSpPr>
          <p:nvPr>
            <p:ph type="sldNum" sz="quarter" idx="4"/>
          </p:nvPr>
        </p:nvSpPr>
        <p:spPr>
          <a:xfrm>
            <a:off x="498929" y="6510471"/>
            <a:ext cx="448128" cy="246221"/>
          </a:xfrm>
          <a:prstGeom prst="rect">
            <a:avLst/>
          </a:prstGeom>
        </p:spPr>
        <p:txBody>
          <a:bodyPr wrap="square" anchor="t">
            <a:spAutoFit/>
          </a:bodyPr>
          <a:lstStyle>
            <a:lvl1pPr>
              <a:defRPr lang="en-AU" sz="1000" smtClean="0">
                <a:solidFill>
                  <a:srgbClr val="3D3935"/>
                </a:solidFill>
                <a:latin typeface="Arial" panose="020B0604020202020204" pitchFamily="34" charset="0"/>
                <a:cs typeface="Arial" panose="020B0604020202020204" pitchFamily="34" charset="0"/>
              </a:defRPr>
            </a:lvl1pPr>
          </a:lstStyle>
          <a:p>
            <a:fld id="{16A89BA3-132D-40E1-AAB4-CDCD0A14C216}" type="slidenum">
              <a:rPr lang="en-AU" smtClean="0"/>
              <a:pPr/>
              <a:t>‹#›</a:t>
            </a:fld>
            <a:r>
              <a:rPr lang="en-AU" dirty="0"/>
              <a:t>  |</a:t>
            </a:r>
          </a:p>
        </p:txBody>
      </p:sp>
      <p:sp>
        <p:nvSpPr>
          <p:cNvPr id="85" name="Footer Placeholder 4"/>
          <p:cNvSpPr>
            <a:spLocks noGrp="1"/>
          </p:cNvSpPr>
          <p:nvPr>
            <p:ph type="ftr" sz="quarter" idx="3"/>
          </p:nvPr>
        </p:nvSpPr>
        <p:spPr>
          <a:xfrm>
            <a:off x="832757" y="6510471"/>
            <a:ext cx="4188129" cy="246221"/>
          </a:xfrm>
          <a:prstGeom prst="rect">
            <a:avLst/>
          </a:prstGeom>
        </p:spPr>
        <p:txBody>
          <a:bodyPr wrap="square" anchor="t">
            <a:spAutoFit/>
          </a:bodyPr>
          <a:lstStyle>
            <a:lvl1pPr>
              <a:defRPr lang="en-AU" sz="1000" smtClean="0">
                <a:solidFill>
                  <a:srgbClr val="3D3935"/>
                </a:solidFill>
                <a:latin typeface="Arial" panose="020B0604020202020204" pitchFamily="34" charset="0"/>
                <a:cs typeface="Arial" panose="020B0604020202020204" pitchFamily="34" charset="0"/>
              </a:defRPr>
            </a:lvl1pPr>
          </a:lstStyle>
          <a:p>
            <a:r>
              <a:rPr lang="en-US" dirty="0"/>
              <a:t>Faculty of Business and Law | Peter Faber Business School</a:t>
            </a:r>
          </a:p>
        </p:txBody>
      </p:sp>
    </p:spTree>
    <p:extLst>
      <p:ext uri="{BB962C8B-B14F-4D97-AF65-F5344CB8AC3E}">
        <p14:creationId xmlns:p14="http://schemas.microsoft.com/office/powerpoint/2010/main" val="271879264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ubtitles and Content">
    <p:spTree>
      <p:nvGrpSpPr>
        <p:cNvPr id="1" name=""/>
        <p:cNvGrpSpPr/>
        <p:nvPr/>
      </p:nvGrpSpPr>
      <p:grpSpPr>
        <a:xfrm>
          <a:off x="0" y="0"/>
          <a:ext cx="0" cy="0"/>
          <a:chOff x="0" y="0"/>
          <a:chExt cx="0" cy="0"/>
        </a:xfrm>
      </p:grpSpPr>
      <p:sp>
        <p:nvSpPr>
          <p:cNvPr id="41" name="Title 1"/>
          <p:cNvSpPr>
            <a:spLocks noGrp="1"/>
          </p:cNvSpPr>
          <p:nvPr>
            <p:ph type="title" hasCustomPrompt="1"/>
          </p:nvPr>
        </p:nvSpPr>
        <p:spPr>
          <a:xfrm>
            <a:off x="440871" y="770735"/>
            <a:ext cx="6733042" cy="538609"/>
          </a:xfrm>
        </p:spPr>
        <p:txBody>
          <a:bodyPr>
            <a:spAutoFit/>
          </a:bodyPr>
          <a:lstStyle>
            <a:lvl1pPr>
              <a:lnSpc>
                <a:spcPct val="100000"/>
              </a:lnSpc>
              <a:defRPr sz="2900" b="1">
                <a:solidFill>
                  <a:srgbClr val="3D3935"/>
                </a:solidFill>
                <a:latin typeface="Arial" panose="020B0604020202020204" pitchFamily="34" charset="0"/>
                <a:cs typeface="Arial" panose="020B0604020202020204" pitchFamily="34" charset="0"/>
              </a:defRPr>
            </a:lvl1pPr>
          </a:lstStyle>
          <a:p>
            <a:r>
              <a:rPr lang="en-US" dirty="0"/>
              <a:t>Heading</a:t>
            </a:r>
            <a:endParaRPr lang="en-AU" dirty="0"/>
          </a:p>
        </p:txBody>
      </p:sp>
      <p:sp>
        <p:nvSpPr>
          <p:cNvPr id="42" name="Text Placeholder 45"/>
          <p:cNvSpPr>
            <a:spLocks noGrp="1"/>
          </p:cNvSpPr>
          <p:nvPr>
            <p:ph type="body" sz="quarter" idx="13" hasCustomPrompt="1"/>
          </p:nvPr>
        </p:nvSpPr>
        <p:spPr>
          <a:xfrm>
            <a:off x="440871" y="1339935"/>
            <a:ext cx="6734398" cy="507831"/>
          </a:xfrm>
        </p:spPr>
        <p:txBody>
          <a:bodyPr anchor="ctr">
            <a:spAutoFit/>
          </a:bodyPr>
          <a:lstStyle>
            <a:lvl1pPr marL="0" indent="0">
              <a:lnSpc>
                <a:spcPct val="100000"/>
              </a:lnSpc>
              <a:buNone/>
              <a:defRPr sz="2700">
                <a:solidFill>
                  <a:srgbClr val="3D3935"/>
                </a:solidFill>
                <a:latin typeface="Arial" panose="020B0604020202020204" pitchFamily="34" charset="0"/>
                <a:cs typeface="Arial" panose="020B0604020202020204" pitchFamily="34" charset="0"/>
              </a:defRPr>
            </a:lvl1pPr>
          </a:lstStyle>
          <a:p>
            <a:pPr lvl="0"/>
            <a:r>
              <a:rPr lang="en-AU" dirty="0"/>
              <a:t>Sub Title</a:t>
            </a:r>
          </a:p>
        </p:txBody>
      </p:sp>
      <p:sp>
        <p:nvSpPr>
          <p:cNvPr id="43" name="Text Placeholder 47"/>
          <p:cNvSpPr>
            <a:spLocks noGrp="1"/>
          </p:cNvSpPr>
          <p:nvPr>
            <p:ph type="body" sz="quarter" idx="14" hasCustomPrompt="1"/>
          </p:nvPr>
        </p:nvSpPr>
        <p:spPr>
          <a:xfrm>
            <a:off x="440872" y="2275570"/>
            <a:ext cx="8284028" cy="359681"/>
          </a:xfrm>
        </p:spPr>
        <p:txBody>
          <a:bodyPr anchor="ctr">
            <a:noAutofit/>
          </a:bodyPr>
          <a:lstStyle>
            <a:lvl1pPr marL="0" indent="0">
              <a:lnSpc>
                <a:spcPct val="100000"/>
              </a:lnSpc>
              <a:buNone/>
              <a:defRPr sz="2000" b="1" baseline="0">
                <a:solidFill>
                  <a:srgbClr val="3D3935"/>
                </a:solidFill>
                <a:latin typeface="Arial" panose="020B0604020202020204" pitchFamily="34" charset="0"/>
                <a:cs typeface="Arial" panose="020B0604020202020204" pitchFamily="34" charset="0"/>
              </a:defRPr>
            </a:lvl1pPr>
          </a:lstStyle>
          <a:p>
            <a:pPr lvl="0"/>
            <a:r>
              <a:rPr lang="en-AU" dirty="0"/>
              <a:t>Sub heading</a:t>
            </a:r>
          </a:p>
        </p:txBody>
      </p:sp>
      <p:sp>
        <p:nvSpPr>
          <p:cNvPr id="83" name="Text Placeholder 49"/>
          <p:cNvSpPr>
            <a:spLocks noGrp="1"/>
          </p:cNvSpPr>
          <p:nvPr>
            <p:ph type="body" sz="quarter" idx="15" hasCustomPrompt="1"/>
          </p:nvPr>
        </p:nvSpPr>
        <p:spPr>
          <a:xfrm>
            <a:off x="440871" y="2640809"/>
            <a:ext cx="8284029" cy="3095510"/>
          </a:xfrm>
        </p:spPr>
        <p:txBody>
          <a:bodyPr>
            <a:normAutofit/>
          </a:bodyPr>
          <a:lstStyle>
            <a:lvl1pPr marL="0" indent="0">
              <a:lnSpc>
                <a:spcPct val="100000"/>
              </a:lnSpc>
              <a:buNone/>
              <a:defRPr sz="1900">
                <a:solidFill>
                  <a:srgbClr val="3D3935"/>
                </a:solidFill>
                <a:latin typeface="Arial" panose="020B0604020202020204" pitchFamily="34" charset="0"/>
                <a:cs typeface="Arial" panose="020B0604020202020204" pitchFamily="34" charset="0"/>
              </a:defRPr>
            </a:lvl1pPr>
          </a:lstStyle>
          <a:p>
            <a:pPr lvl="0"/>
            <a:r>
              <a:rPr lang="en-AU" dirty="0"/>
              <a:t>Body</a:t>
            </a:r>
          </a:p>
        </p:txBody>
      </p:sp>
      <p:sp>
        <p:nvSpPr>
          <p:cNvPr id="84" name="Footer Placeholder 4"/>
          <p:cNvSpPr>
            <a:spLocks noGrp="1"/>
          </p:cNvSpPr>
          <p:nvPr>
            <p:ph type="ftr" sz="quarter" idx="3"/>
          </p:nvPr>
        </p:nvSpPr>
        <p:spPr>
          <a:xfrm>
            <a:off x="832758" y="6510471"/>
            <a:ext cx="3872246" cy="246221"/>
          </a:xfrm>
          <a:prstGeom prst="rect">
            <a:avLst/>
          </a:prstGeom>
        </p:spPr>
        <p:txBody>
          <a:bodyPr wrap="square" anchor="t">
            <a:spAutoFit/>
          </a:bodyPr>
          <a:lstStyle>
            <a:lvl1pPr>
              <a:defRPr lang="en-AU" sz="1000" smtClean="0">
                <a:solidFill>
                  <a:srgbClr val="3D3935"/>
                </a:solidFill>
                <a:latin typeface="Arial" panose="020B0604020202020204" pitchFamily="34" charset="0"/>
                <a:cs typeface="Arial" panose="020B0604020202020204" pitchFamily="34" charset="0"/>
              </a:defRPr>
            </a:lvl1pPr>
          </a:lstStyle>
          <a:p>
            <a:r>
              <a:rPr lang="en-US"/>
              <a:t>Faculty of Business and Law | Peter Faber Business School</a:t>
            </a:r>
            <a:endParaRPr lang="en-US" dirty="0"/>
          </a:p>
        </p:txBody>
      </p:sp>
      <p:sp>
        <p:nvSpPr>
          <p:cNvPr id="85" name="Slide Number Placeholder 5"/>
          <p:cNvSpPr>
            <a:spLocks noGrp="1"/>
          </p:cNvSpPr>
          <p:nvPr>
            <p:ph type="sldNum" sz="quarter" idx="4"/>
          </p:nvPr>
        </p:nvSpPr>
        <p:spPr>
          <a:xfrm>
            <a:off x="498929" y="6510471"/>
            <a:ext cx="448128" cy="246221"/>
          </a:xfrm>
          <a:prstGeom prst="rect">
            <a:avLst/>
          </a:prstGeom>
        </p:spPr>
        <p:txBody>
          <a:bodyPr wrap="square" anchor="t">
            <a:spAutoFit/>
          </a:bodyPr>
          <a:lstStyle>
            <a:lvl1pPr>
              <a:defRPr lang="en-AU" sz="1000" smtClean="0">
                <a:solidFill>
                  <a:srgbClr val="3D3935"/>
                </a:solidFill>
                <a:latin typeface="Arial" panose="020B0604020202020204" pitchFamily="34" charset="0"/>
                <a:cs typeface="Arial" panose="020B0604020202020204" pitchFamily="34" charset="0"/>
              </a:defRPr>
            </a:lvl1pPr>
          </a:lstStyle>
          <a:p>
            <a:fld id="{16A89BA3-132D-40E1-AAB4-CDCD0A14C216}" type="slidenum">
              <a:rPr lang="en-AU" smtClean="0"/>
              <a:pPr/>
              <a:t>‹#›</a:t>
            </a:fld>
            <a:r>
              <a:rPr lang="en-AU" dirty="0"/>
              <a:t>  |</a:t>
            </a:r>
          </a:p>
        </p:txBody>
      </p:sp>
    </p:spTree>
    <p:extLst>
      <p:ext uri="{BB962C8B-B14F-4D97-AF65-F5344CB8AC3E}">
        <p14:creationId xmlns:p14="http://schemas.microsoft.com/office/powerpoint/2010/main" val="320893487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3" name="Content Placeholder 2"/>
          <p:cNvSpPr>
            <a:spLocks noGrp="1"/>
          </p:cNvSpPr>
          <p:nvPr>
            <p:ph sz="half" idx="1"/>
          </p:nvPr>
        </p:nvSpPr>
        <p:spPr>
          <a:xfrm>
            <a:off x="647701" y="1626054"/>
            <a:ext cx="3867150" cy="4271941"/>
          </a:xfrm>
        </p:spPr>
        <p:txBody>
          <a:bodyPr/>
          <a:lstStyle>
            <a:lvl1pPr>
              <a:lnSpc>
                <a:spcPct val="100000"/>
              </a:lnSpc>
              <a:defRPr>
                <a:latin typeface="Arial" panose="020B0604020202020204" pitchFamily="34" charset="0"/>
                <a:cs typeface="Arial" panose="020B0604020202020204" pitchFamily="34" charset="0"/>
              </a:defRPr>
            </a:lvl1pPr>
            <a:lvl2pPr>
              <a:lnSpc>
                <a:spcPct val="100000"/>
              </a:lnSpc>
              <a:defRPr>
                <a:latin typeface="Arial" panose="020B0604020202020204" pitchFamily="34" charset="0"/>
                <a:cs typeface="Arial" panose="020B0604020202020204" pitchFamily="34" charset="0"/>
              </a:defRPr>
            </a:lvl2pPr>
            <a:lvl3pPr>
              <a:lnSpc>
                <a:spcPct val="100000"/>
              </a:lnSpc>
              <a:defRPr>
                <a:latin typeface="Arial" panose="020B0604020202020204" pitchFamily="34" charset="0"/>
                <a:cs typeface="Arial" panose="020B0604020202020204" pitchFamily="34" charset="0"/>
              </a:defRPr>
            </a:lvl3pPr>
            <a:lvl4pPr>
              <a:lnSpc>
                <a:spcPct val="100000"/>
              </a:lnSpc>
              <a:defRPr>
                <a:latin typeface="Arial" panose="020B0604020202020204" pitchFamily="34" charset="0"/>
                <a:cs typeface="Arial" panose="020B0604020202020204" pitchFamily="34" charset="0"/>
              </a:defRPr>
            </a:lvl4pPr>
            <a:lvl5pPr>
              <a:lnSpc>
                <a:spcPct val="100000"/>
              </a:lnSpc>
              <a:defRPr>
                <a:latin typeface="Arial" panose="020B0604020202020204" pitchFamily="34" charset="0"/>
                <a:cs typeface="Arial" panose="020B060402020202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
        <p:nvSpPr>
          <p:cNvPr id="4" name="Content Placeholder 3"/>
          <p:cNvSpPr>
            <a:spLocks noGrp="1"/>
          </p:cNvSpPr>
          <p:nvPr>
            <p:ph sz="half" idx="2"/>
          </p:nvPr>
        </p:nvSpPr>
        <p:spPr>
          <a:xfrm>
            <a:off x="4646613" y="1651000"/>
            <a:ext cx="3887788" cy="4246995"/>
          </a:xfrm>
        </p:spPr>
        <p:txBody>
          <a:bodyPr/>
          <a:lstStyle>
            <a:lvl1pPr>
              <a:lnSpc>
                <a:spcPct val="100000"/>
              </a:lnSpc>
              <a:defRPr>
                <a:latin typeface="Arial" panose="020B0604020202020204" pitchFamily="34" charset="0"/>
                <a:cs typeface="Arial" panose="020B0604020202020204" pitchFamily="34" charset="0"/>
              </a:defRPr>
            </a:lvl1pPr>
            <a:lvl2pPr>
              <a:lnSpc>
                <a:spcPct val="100000"/>
              </a:lnSpc>
              <a:defRPr>
                <a:latin typeface="Arial" panose="020B0604020202020204" pitchFamily="34" charset="0"/>
                <a:cs typeface="Arial" panose="020B0604020202020204" pitchFamily="34" charset="0"/>
              </a:defRPr>
            </a:lvl2pPr>
            <a:lvl3pPr>
              <a:lnSpc>
                <a:spcPct val="100000"/>
              </a:lnSpc>
              <a:defRPr>
                <a:latin typeface="Arial" panose="020B0604020202020204" pitchFamily="34" charset="0"/>
                <a:cs typeface="Arial" panose="020B0604020202020204" pitchFamily="34" charset="0"/>
              </a:defRPr>
            </a:lvl3pPr>
            <a:lvl4pPr>
              <a:lnSpc>
                <a:spcPct val="100000"/>
              </a:lnSpc>
              <a:defRPr>
                <a:latin typeface="Arial" panose="020B0604020202020204" pitchFamily="34" charset="0"/>
                <a:cs typeface="Arial" panose="020B0604020202020204" pitchFamily="34" charset="0"/>
              </a:defRPr>
            </a:lvl4pPr>
            <a:lvl5pPr>
              <a:lnSpc>
                <a:spcPct val="100000"/>
              </a:lnSpc>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7" name="Title 1"/>
          <p:cNvSpPr>
            <a:spLocks noGrp="1"/>
          </p:cNvSpPr>
          <p:nvPr>
            <p:ph type="title" hasCustomPrompt="1"/>
          </p:nvPr>
        </p:nvSpPr>
        <p:spPr>
          <a:xfrm>
            <a:off x="440871" y="793049"/>
            <a:ext cx="6734398" cy="493981"/>
          </a:xfrm>
        </p:spPr>
        <p:txBody>
          <a:bodyPr>
            <a:spAutoFit/>
          </a:bodyPr>
          <a:lstStyle>
            <a:lvl1pPr>
              <a:defRPr sz="2900" b="1">
                <a:solidFill>
                  <a:srgbClr val="3D3935"/>
                </a:solidFill>
                <a:latin typeface="Arial" panose="020B0604020202020204" pitchFamily="34" charset="0"/>
                <a:cs typeface="Arial" panose="020B0604020202020204" pitchFamily="34" charset="0"/>
              </a:defRPr>
            </a:lvl1pPr>
          </a:lstStyle>
          <a:p>
            <a:r>
              <a:rPr lang="en-US" dirty="0"/>
              <a:t>Heading</a:t>
            </a:r>
            <a:endParaRPr lang="en-AU" dirty="0"/>
          </a:p>
        </p:txBody>
      </p:sp>
      <p:sp>
        <p:nvSpPr>
          <p:cNvPr id="88" name="Footer Placeholder 4"/>
          <p:cNvSpPr>
            <a:spLocks noGrp="1"/>
          </p:cNvSpPr>
          <p:nvPr>
            <p:ph type="ftr" sz="quarter" idx="3"/>
          </p:nvPr>
        </p:nvSpPr>
        <p:spPr>
          <a:xfrm>
            <a:off x="832757" y="6510471"/>
            <a:ext cx="3887787" cy="246221"/>
          </a:xfrm>
          <a:prstGeom prst="rect">
            <a:avLst/>
          </a:prstGeom>
        </p:spPr>
        <p:txBody>
          <a:bodyPr wrap="square" anchor="t">
            <a:spAutoFit/>
          </a:bodyPr>
          <a:lstStyle>
            <a:lvl1pPr>
              <a:defRPr lang="en-AU" sz="1000" smtClean="0">
                <a:solidFill>
                  <a:srgbClr val="3D3935"/>
                </a:solidFill>
                <a:latin typeface="Arial" panose="020B0604020202020204" pitchFamily="34" charset="0"/>
                <a:cs typeface="Arial" panose="020B0604020202020204" pitchFamily="34" charset="0"/>
              </a:defRPr>
            </a:lvl1pPr>
          </a:lstStyle>
          <a:p>
            <a:r>
              <a:rPr lang="en-US"/>
              <a:t>Faculty of Business and Law | Peter Faber Business School</a:t>
            </a:r>
            <a:endParaRPr lang="en-US" dirty="0"/>
          </a:p>
        </p:txBody>
      </p:sp>
      <p:sp>
        <p:nvSpPr>
          <p:cNvPr id="89" name="Slide Number Placeholder 5"/>
          <p:cNvSpPr>
            <a:spLocks noGrp="1"/>
          </p:cNvSpPr>
          <p:nvPr>
            <p:ph type="sldNum" sz="quarter" idx="4"/>
          </p:nvPr>
        </p:nvSpPr>
        <p:spPr>
          <a:xfrm>
            <a:off x="498929" y="6510471"/>
            <a:ext cx="448128" cy="246221"/>
          </a:xfrm>
          <a:prstGeom prst="rect">
            <a:avLst/>
          </a:prstGeom>
        </p:spPr>
        <p:txBody>
          <a:bodyPr wrap="square" anchor="t">
            <a:spAutoFit/>
          </a:bodyPr>
          <a:lstStyle>
            <a:lvl1pPr>
              <a:defRPr lang="en-AU" sz="1000" smtClean="0">
                <a:solidFill>
                  <a:srgbClr val="3D3935"/>
                </a:solidFill>
                <a:latin typeface="Arial" panose="020B0604020202020204" pitchFamily="34" charset="0"/>
                <a:cs typeface="Arial" panose="020B0604020202020204" pitchFamily="34" charset="0"/>
              </a:defRPr>
            </a:lvl1pPr>
          </a:lstStyle>
          <a:p>
            <a:fld id="{16A89BA3-132D-40E1-AAB4-CDCD0A14C216}" type="slidenum">
              <a:rPr lang="en-AU" smtClean="0"/>
              <a:pPr/>
              <a:t>‹#›</a:t>
            </a:fld>
            <a:r>
              <a:rPr lang="en-AU" dirty="0"/>
              <a:t>  |</a:t>
            </a:r>
          </a:p>
        </p:txBody>
      </p:sp>
    </p:spTree>
    <p:extLst>
      <p:ext uri="{BB962C8B-B14F-4D97-AF65-F5344CB8AC3E}">
        <p14:creationId xmlns:p14="http://schemas.microsoft.com/office/powerpoint/2010/main" val="128958502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and Vertical Text">
    <p:spTree>
      <p:nvGrpSpPr>
        <p:cNvPr id="1" name=""/>
        <p:cNvGrpSpPr/>
        <p:nvPr/>
      </p:nvGrpSpPr>
      <p:grpSpPr>
        <a:xfrm>
          <a:off x="0" y="0"/>
          <a:ext cx="0" cy="0"/>
          <a:chOff x="0" y="0"/>
          <a:chExt cx="0" cy="0"/>
        </a:xfrm>
      </p:grpSpPr>
      <p:sp>
        <p:nvSpPr>
          <p:cNvPr id="3" name="Vertical Text Placeholder 2"/>
          <p:cNvSpPr>
            <a:spLocks noGrp="1"/>
          </p:cNvSpPr>
          <p:nvPr>
            <p:ph type="body" orient="vert" idx="1"/>
          </p:nvPr>
        </p:nvSpPr>
        <p:spPr>
          <a:xfrm>
            <a:off x="623888" y="1864188"/>
            <a:ext cx="7886700" cy="4070577"/>
          </a:xfrm>
        </p:spPr>
        <p:txBody>
          <a:bodyPr vert="eaVert"/>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7" name="Title 1"/>
          <p:cNvSpPr>
            <a:spLocks noGrp="1"/>
          </p:cNvSpPr>
          <p:nvPr>
            <p:ph type="title" hasCustomPrompt="1"/>
          </p:nvPr>
        </p:nvSpPr>
        <p:spPr>
          <a:xfrm>
            <a:off x="498929" y="1056579"/>
            <a:ext cx="6734398" cy="493981"/>
          </a:xfrm>
        </p:spPr>
        <p:txBody>
          <a:bodyPr>
            <a:normAutofit/>
          </a:bodyPr>
          <a:lstStyle>
            <a:lvl1pPr>
              <a:defRPr sz="2900" b="1">
                <a:solidFill>
                  <a:srgbClr val="3D3935"/>
                </a:solidFill>
                <a:latin typeface="Arial" panose="020B0604020202020204" pitchFamily="34" charset="0"/>
                <a:cs typeface="Arial" panose="020B0604020202020204" pitchFamily="34" charset="0"/>
              </a:defRPr>
            </a:lvl1pPr>
          </a:lstStyle>
          <a:p>
            <a:r>
              <a:rPr lang="en-US" dirty="0"/>
              <a:t>Heading</a:t>
            </a:r>
            <a:endParaRPr lang="en-AU" dirty="0"/>
          </a:p>
        </p:txBody>
      </p:sp>
      <p:sp>
        <p:nvSpPr>
          <p:cNvPr id="45" name="Footer Placeholder 4"/>
          <p:cNvSpPr>
            <a:spLocks noGrp="1"/>
          </p:cNvSpPr>
          <p:nvPr>
            <p:ph type="ftr" sz="quarter" idx="3"/>
          </p:nvPr>
        </p:nvSpPr>
        <p:spPr>
          <a:xfrm>
            <a:off x="832758" y="6510471"/>
            <a:ext cx="3086100" cy="246221"/>
          </a:xfrm>
          <a:prstGeom prst="rect">
            <a:avLst/>
          </a:prstGeom>
        </p:spPr>
        <p:txBody>
          <a:bodyPr wrap="square" anchor="t">
            <a:spAutoFit/>
          </a:bodyPr>
          <a:lstStyle>
            <a:lvl1pPr>
              <a:defRPr lang="en-AU" sz="1000" smtClean="0">
                <a:solidFill>
                  <a:srgbClr val="3D3935"/>
                </a:solidFill>
                <a:latin typeface="Arial" panose="020B0604020202020204" pitchFamily="34" charset="0"/>
                <a:cs typeface="Arial" panose="020B0604020202020204" pitchFamily="34" charset="0"/>
              </a:defRPr>
            </a:lvl1pPr>
          </a:lstStyle>
          <a:p>
            <a:r>
              <a:rPr lang="en-US"/>
              <a:t>Faculty of Business and Law | Peter Faber Business School</a:t>
            </a:r>
            <a:endParaRPr lang="en-US" dirty="0"/>
          </a:p>
        </p:txBody>
      </p:sp>
      <p:sp>
        <p:nvSpPr>
          <p:cNvPr id="46" name="Slide Number Placeholder 5"/>
          <p:cNvSpPr>
            <a:spLocks noGrp="1"/>
          </p:cNvSpPr>
          <p:nvPr>
            <p:ph type="sldNum" sz="quarter" idx="4"/>
          </p:nvPr>
        </p:nvSpPr>
        <p:spPr>
          <a:xfrm>
            <a:off x="498929" y="6510471"/>
            <a:ext cx="448128" cy="246221"/>
          </a:xfrm>
          <a:prstGeom prst="rect">
            <a:avLst/>
          </a:prstGeom>
        </p:spPr>
        <p:txBody>
          <a:bodyPr wrap="square" anchor="t">
            <a:spAutoFit/>
          </a:bodyPr>
          <a:lstStyle>
            <a:lvl1pPr>
              <a:defRPr lang="en-AU" sz="1000" smtClean="0">
                <a:solidFill>
                  <a:srgbClr val="3D3935"/>
                </a:solidFill>
                <a:latin typeface="Arial" panose="020B0604020202020204" pitchFamily="34" charset="0"/>
                <a:cs typeface="Arial" panose="020B0604020202020204" pitchFamily="34" charset="0"/>
              </a:defRPr>
            </a:lvl1pPr>
          </a:lstStyle>
          <a:p>
            <a:fld id="{16A89BA3-132D-40E1-AAB4-CDCD0A14C216}" type="slidenum">
              <a:rPr lang="en-AU" smtClean="0"/>
              <a:pPr/>
              <a:t>‹#›</a:t>
            </a:fld>
            <a:r>
              <a:rPr lang="en-AU" dirty="0"/>
              <a:t>  |</a:t>
            </a:r>
          </a:p>
        </p:txBody>
      </p:sp>
    </p:spTree>
    <p:extLst>
      <p:ext uri="{BB962C8B-B14F-4D97-AF65-F5344CB8AC3E}">
        <p14:creationId xmlns:p14="http://schemas.microsoft.com/office/powerpoint/2010/main" val="340636341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Plain White with Logo">
    <p:spTree>
      <p:nvGrpSpPr>
        <p:cNvPr id="1" name=""/>
        <p:cNvGrpSpPr/>
        <p:nvPr/>
      </p:nvGrpSpPr>
      <p:grpSpPr>
        <a:xfrm>
          <a:off x="0" y="0"/>
          <a:ext cx="0" cy="0"/>
          <a:chOff x="0" y="0"/>
          <a:chExt cx="0" cy="0"/>
        </a:xfrm>
      </p:grpSpPr>
      <p:sp>
        <p:nvSpPr>
          <p:cNvPr id="4" name="Rectangle 3"/>
          <p:cNvSpPr/>
          <p:nvPr userDrawn="1"/>
        </p:nvSpPr>
        <p:spPr>
          <a:xfrm>
            <a:off x="0" y="-3175"/>
            <a:ext cx="9142413" cy="68580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6" name="AutoShape 3"/>
          <p:cNvSpPr>
            <a:spLocks noChangeAspect="1" noChangeArrowheads="1" noTextEdit="1"/>
          </p:cNvSpPr>
          <p:nvPr userDrawn="1"/>
        </p:nvSpPr>
        <p:spPr bwMode="auto">
          <a:xfrm>
            <a:off x="1588" y="0"/>
            <a:ext cx="9140825" cy="685800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8" name="Freeform 6"/>
          <p:cNvSpPr>
            <a:spLocks/>
          </p:cNvSpPr>
          <p:nvPr userDrawn="1"/>
        </p:nvSpPr>
        <p:spPr bwMode="auto">
          <a:xfrm>
            <a:off x="1588" y="-3175"/>
            <a:ext cx="5030788" cy="457200"/>
          </a:xfrm>
          <a:custGeom>
            <a:avLst/>
            <a:gdLst>
              <a:gd name="T0" fmla="*/ 0 w 3169"/>
              <a:gd name="T1" fmla="*/ 0 h 288"/>
              <a:gd name="T2" fmla="*/ 3169 w 3169"/>
              <a:gd name="T3" fmla="*/ 0 h 288"/>
              <a:gd name="T4" fmla="*/ 2879 w 3169"/>
              <a:gd name="T5" fmla="*/ 288 h 288"/>
              <a:gd name="T6" fmla="*/ 0 w 3169"/>
              <a:gd name="T7" fmla="*/ 288 h 288"/>
              <a:gd name="T8" fmla="*/ 0 w 3169"/>
              <a:gd name="T9" fmla="*/ 0 h 288"/>
            </a:gdLst>
            <a:ahLst/>
            <a:cxnLst>
              <a:cxn ang="0">
                <a:pos x="T0" y="T1"/>
              </a:cxn>
              <a:cxn ang="0">
                <a:pos x="T2" y="T3"/>
              </a:cxn>
              <a:cxn ang="0">
                <a:pos x="T4" y="T5"/>
              </a:cxn>
              <a:cxn ang="0">
                <a:pos x="T6" y="T7"/>
              </a:cxn>
              <a:cxn ang="0">
                <a:pos x="T8" y="T9"/>
              </a:cxn>
            </a:cxnLst>
            <a:rect l="0" t="0" r="r" b="b"/>
            <a:pathLst>
              <a:path w="3169" h="288">
                <a:moveTo>
                  <a:pt x="0" y="0"/>
                </a:moveTo>
                <a:lnTo>
                  <a:pt x="3169" y="0"/>
                </a:lnTo>
                <a:lnTo>
                  <a:pt x="2879" y="288"/>
                </a:lnTo>
                <a:lnTo>
                  <a:pt x="0" y="288"/>
                </a:lnTo>
                <a:lnTo>
                  <a:pt x="0" y="0"/>
                </a:lnTo>
              </a:path>
            </a:pathLst>
          </a:cu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 name="Freeform 8"/>
          <p:cNvSpPr>
            <a:spLocks/>
          </p:cNvSpPr>
          <p:nvPr userDrawn="1"/>
        </p:nvSpPr>
        <p:spPr bwMode="auto">
          <a:xfrm>
            <a:off x="4572001" y="6397625"/>
            <a:ext cx="4570413" cy="457200"/>
          </a:xfrm>
          <a:custGeom>
            <a:avLst/>
            <a:gdLst>
              <a:gd name="T0" fmla="*/ 2879 w 2879"/>
              <a:gd name="T1" fmla="*/ 288 h 288"/>
              <a:gd name="T2" fmla="*/ 0 w 2879"/>
              <a:gd name="T3" fmla="*/ 288 h 288"/>
              <a:gd name="T4" fmla="*/ 290 w 2879"/>
              <a:gd name="T5" fmla="*/ 0 h 288"/>
              <a:gd name="T6" fmla="*/ 2879 w 2879"/>
              <a:gd name="T7" fmla="*/ 0 h 288"/>
              <a:gd name="T8" fmla="*/ 2879 w 2879"/>
              <a:gd name="T9" fmla="*/ 288 h 288"/>
            </a:gdLst>
            <a:ahLst/>
            <a:cxnLst>
              <a:cxn ang="0">
                <a:pos x="T0" y="T1"/>
              </a:cxn>
              <a:cxn ang="0">
                <a:pos x="T2" y="T3"/>
              </a:cxn>
              <a:cxn ang="0">
                <a:pos x="T4" y="T5"/>
              </a:cxn>
              <a:cxn ang="0">
                <a:pos x="T6" y="T7"/>
              </a:cxn>
              <a:cxn ang="0">
                <a:pos x="T8" y="T9"/>
              </a:cxn>
            </a:cxnLst>
            <a:rect l="0" t="0" r="r" b="b"/>
            <a:pathLst>
              <a:path w="2879" h="288">
                <a:moveTo>
                  <a:pt x="2879" y="288"/>
                </a:moveTo>
                <a:lnTo>
                  <a:pt x="0" y="288"/>
                </a:lnTo>
                <a:lnTo>
                  <a:pt x="290" y="0"/>
                </a:lnTo>
                <a:lnTo>
                  <a:pt x="2879" y="0"/>
                </a:lnTo>
                <a:lnTo>
                  <a:pt x="2879" y="288"/>
                </a:lnTo>
              </a:path>
            </a:pathLst>
          </a:cu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 name="Freeform 9"/>
          <p:cNvSpPr>
            <a:spLocks/>
          </p:cNvSpPr>
          <p:nvPr userDrawn="1"/>
        </p:nvSpPr>
        <p:spPr bwMode="auto">
          <a:xfrm>
            <a:off x="7399338" y="371475"/>
            <a:ext cx="288925" cy="371475"/>
          </a:xfrm>
          <a:custGeom>
            <a:avLst/>
            <a:gdLst>
              <a:gd name="T0" fmla="*/ 91 w 91"/>
              <a:gd name="T1" fmla="*/ 0 h 117"/>
              <a:gd name="T2" fmla="*/ 91 w 91"/>
              <a:gd name="T3" fmla="*/ 51 h 117"/>
              <a:gd name="T4" fmla="*/ 46 w 91"/>
              <a:gd name="T5" fmla="*/ 117 h 117"/>
              <a:gd name="T6" fmla="*/ 0 w 91"/>
              <a:gd name="T7" fmla="*/ 51 h 117"/>
              <a:gd name="T8" fmla="*/ 0 w 91"/>
              <a:gd name="T9" fmla="*/ 0 h 117"/>
              <a:gd name="T10" fmla="*/ 91 w 91"/>
              <a:gd name="T11" fmla="*/ 0 h 117"/>
            </a:gdLst>
            <a:ahLst/>
            <a:cxnLst>
              <a:cxn ang="0">
                <a:pos x="T0" y="T1"/>
              </a:cxn>
              <a:cxn ang="0">
                <a:pos x="T2" y="T3"/>
              </a:cxn>
              <a:cxn ang="0">
                <a:pos x="T4" y="T5"/>
              </a:cxn>
              <a:cxn ang="0">
                <a:pos x="T6" y="T7"/>
              </a:cxn>
              <a:cxn ang="0">
                <a:pos x="T8" y="T9"/>
              </a:cxn>
              <a:cxn ang="0">
                <a:pos x="T10" y="T11"/>
              </a:cxn>
            </a:cxnLst>
            <a:rect l="0" t="0" r="r" b="b"/>
            <a:pathLst>
              <a:path w="91" h="117">
                <a:moveTo>
                  <a:pt x="91" y="0"/>
                </a:moveTo>
                <a:cubicBezTo>
                  <a:pt x="91" y="51"/>
                  <a:pt x="91" y="51"/>
                  <a:pt x="91" y="51"/>
                </a:cubicBezTo>
                <a:cubicBezTo>
                  <a:pt x="91" y="77"/>
                  <a:pt x="74" y="105"/>
                  <a:pt x="46" y="117"/>
                </a:cubicBezTo>
                <a:cubicBezTo>
                  <a:pt x="18" y="105"/>
                  <a:pt x="0" y="77"/>
                  <a:pt x="0" y="51"/>
                </a:cubicBezTo>
                <a:cubicBezTo>
                  <a:pt x="0" y="0"/>
                  <a:pt x="0" y="0"/>
                  <a:pt x="0" y="0"/>
                </a:cubicBezTo>
                <a:cubicBezTo>
                  <a:pt x="91" y="0"/>
                  <a:pt x="91" y="0"/>
                  <a:pt x="91" y="0"/>
                </a:cubicBezTo>
                <a:close/>
              </a:path>
            </a:pathLst>
          </a:custGeom>
          <a:solidFill>
            <a:srgbClr val="E2231A"/>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2" name="Freeform 10"/>
          <p:cNvSpPr>
            <a:spLocks/>
          </p:cNvSpPr>
          <p:nvPr userDrawn="1"/>
        </p:nvSpPr>
        <p:spPr bwMode="auto">
          <a:xfrm>
            <a:off x="7453313" y="415925"/>
            <a:ext cx="180975" cy="238125"/>
          </a:xfrm>
          <a:custGeom>
            <a:avLst/>
            <a:gdLst>
              <a:gd name="T0" fmla="*/ 0 w 114"/>
              <a:gd name="T1" fmla="*/ 74 h 150"/>
              <a:gd name="T2" fmla="*/ 58 w 114"/>
              <a:gd name="T3" fmla="*/ 0 h 150"/>
              <a:gd name="T4" fmla="*/ 114 w 114"/>
              <a:gd name="T5" fmla="*/ 74 h 150"/>
              <a:gd name="T6" fmla="*/ 58 w 114"/>
              <a:gd name="T7" fmla="*/ 150 h 150"/>
              <a:gd name="T8" fmla="*/ 0 w 114"/>
              <a:gd name="T9" fmla="*/ 74 h 150"/>
              <a:gd name="T10" fmla="*/ 0 w 114"/>
              <a:gd name="T11" fmla="*/ 74 h 150"/>
            </a:gdLst>
            <a:ahLst/>
            <a:cxnLst>
              <a:cxn ang="0">
                <a:pos x="T0" y="T1"/>
              </a:cxn>
              <a:cxn ang="0">
                <a:pos x="T2" y="T3"/>
              </a:cxn>
              <a:cxn ang="0">
                <a:pos x="T4" y="T5"/>
              </a:cxn>
              <a:cxn ang="0">
                <a:pos x="T6" y="T7"/>
              </a:cxn>
              <a:cxn ang="0">
                <a:pos x="T8" y="T9"/>
              </a:cxn>
              <a:cxn ang="0">
                <a:pos x="T10" y="T11"/>
              </a:cxn>
            </a:cxnLst>
            <a:rect l="0" t="0" r="r" b="b"/>
            <a:pathLst>
              <a:path w="114" h="150">
                <a:moveTo>
                  <a:pt x="0" y="74"/>
                </a:moveTo>
                <a:lnTo>
                  <a:pt x="58" y="0"/>
                </a:lnTo>
                <a:lnTo>
                  <a:pt x="114" y="74"/>
                </a:lnTo>
                <a:lnTo>
                  <a:pt x="58" y="150"/>
                </a:lnTo>
                <a:lnTo>
                  <a:pt x="0" y="74"/>
                </a:lnTo>
                <a:lnTo>
                  <a:pt x="0" y="74"/>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3" name="Freeform 11"/>
          <p:cNvSpPr>
            <a:spLocks/>
          </p:cNvSpPr>
          <p:nvPr userDrawn="1"/>
        </p:nvSpPr>
        <p:spPr bwMode="auto">
          <a:xfrm>
            <a:off x="7478713" y="466725"/>
            <a:ext cx="130175" cy="155575"/>
          </a:xfrm>
          <a:custGeom>
            <a:avLst/>
            <a:gdLst>
              <a:gd name="T0" fmla="*/ 18 w 41"/>
              <a:gd name="T1" fmla="*/ 26 h 49"/>
              <a:gd name="T2" fmla="*/ 21 w 41"/>
              <a:gd name="T3" fmla="*/ 49 h 49"/>
              <a:gd name="T4" fmla="*/ 21 w 41"/>
              <a:gd name="T5" fmla="*/ 49 h 49"/>
              <a:gd name="T6" fmla="*/ 21 w 41"/>
              <a:gd name="T7" fmla="*/ 49 h 49"/>
              <a:gd name="T8" fmla="*/ 23 w 41"/>
              <a:gd name="T9" fmla="*/ 26 h 49"/>
              <a:gd name="T10" fmla="*/ 23 w 41"/>
              <a:gd name="T11" fmla="*/ 24 h 49"/>
              <a:gd name="T12" fmla="*/ 32 w 41"/>
              <a:gd name="T13" fmla="*/ 24 h 49"/>
              <a:gd name="T14" fmla="*/ 32 w 41"/>
              <a:gd name="T15" fmla="*/ 25 h 49"/>
              <a:gd name="T16" fmla="*/ 35 w 41"/>
              <a:gd name="T17" fmla="*/ 28 h 49"/>
              <a:gd name="T18" fmla="*/ 37 w 41"/>
              <a:gd name="T19" fmla="*/ 25 h 49"/>
              <a:gd name="T20" fmla="*/ 37 w 41"/>
              <a:gd name="T21" fmla="*/ 24 h 49"/>
              <a:gd name="T22" fmla="*/ 38 w 41"/>
              <a:gd name="T23" fmla="*/ 24 h 49"/>
              <a:gd name="T24" fmla="*/ 41 w 41"/>
              <a:gd name="T25" fmla="*/ 21 h 49"/>
              <a:gd name="T26" fmla="*/ 38 w 41"/>
              <a:gd name="T27" fmla="*/ 19 h 49"/>
              <a:gd name="T28" fmla="*/ 37 w 41"/>
              <a:gd name="T29" fmla="*/ 19 h 49"/>
              <a:gd name="T30" fmla="*/ 37 w 41"/>
              <a:gd name="T31" fmla="*/ 18 h 49"/>
              <a:gd name="T32" fmla="*/ 35 w 41"/>
              <a:gd name="T33" fmla="*/ 15 h 49"/>
              <a:gd name="T34" fmla="*/ 32 w 41"/>
              <a:gd name="T35" fmla="*/ 18 h 49"/>
              <a:gd name="T36" fmla="*/ 32 w 41"/>
              <a:gd name="T37" fmla="*/ 19 h 49"/>
              <a:gd name="T38" fmla="*/ 23 w 41"/>
              <a:gd name="T39" fmla="*/ 19 h 49"/>
              <a:gd name="T40" fmla="*/ 23 w 41"/>
              <a:gd name="T41" fmla="*/ 9 h 49"/>
              <a:gd name="T42" fmla="*/ 24 w 41"/>
              <a:gd name="T43" fmla="*/ 9 h 49"/>
              <a:gd name="T44" fmla="*/ 27 w 41"/>
              <a:gd name="T45" fmla="*/ 6 h 49"/>
              <a:gd name="T46" fmla="*/ 24 w 41"/>
              <a:gd name="T47" fmla="*/ 3 h 49"/>
              <a:gd name="T48" fmla="*/ 23 w 41"/>
              <a:gd name="T49" fmla="*/ 3 h 49"/>
              <a:gd name="T50" fmla="*/ 23 w 41"/>
              <a:gd name="T51" fmla="*/ 3 h 49"/>
              <a:gd name="T52" fmla="*/ 21 w 41"/>
              <a:gd name="T53" fmla="*/ 0 h 49"/>
              <a:gd name="T54" fmla="*/ 18 w 41"/>
              <a:gd name="T55" fmla="*/ 3 h 49"/>
              <a:gd name="T56" fmla="*/ 18 w 41"/>
              <a:gd name="T57" fmla="*/ 3 h 49"/>
              <a:gd name="T58" fmla="*/ 17 w 41"/>
              <a:gd name="T59" fmla="*/ 3 h 49"/>
              <a:gd name="T60" fmla="*/ 14 w 41"/>
              <a:gd name="T61" fmla="*/ 6 h 49"/>
              <a:gd name="T62" fmla="*/ 17 w 41"/>
              <a:gd name="T63" fmla="*/ 9 h 49"/>
              <a:gd name="T64" fmla="*/ 18 w 41"/>
              <a:gd name="T65" fmla="*/ 9 h 49"/>
              <a:gd name="T66" fmla="*/ 18 w 41"/>
              <a:gd name="T67" fmla="*/ 19 h 49"/>
              <a:gd name="T68" fmla="*/ 18 w 41"/>
              <a:gd name="T69" fmla="*/ 19 h 49"/>
              <a:gd name="T70" fmla="*/ 10 w 41"/>
              <a:gd name="T71" fmla="*/ 19 h 49"/>
              <a:gd name="T72" fmla="*/ 10 w 41"/>
              <a:gd name="T73" fmla="*/ 18 h 49"/>
              <a:gd name="T74" fmla="*/ 7 w 41"/>
              <a:gd name="T75" fmla="*/ 15 h 49"/>
              <a:gd name="T76" fmla="*/ 4 w 41"/>
              <a:gd name="T77" fmla="*/ 18 h 49"/>
              <a:gd name="T78" fmla="*/ 4 w 41"/>
              <a:gd name="T79" fmla="*/ 19 h 49"/>
              <a:gd name="T80" fmla="*/ 4 w 41"/>
              <a:gd name="T81" fmla="*/ 19 h 49"/>
              <a:gd name="T82" fmla="*/ 0 w 41"/>
              <a:gd name="T83" fmla="*/ 21 h 49"/>
              <a:gd name="T84" fmla="*/ 4 w 41"/>
              <a:gd name="T85" fmla="*/ 24 h 49"/>
              <a:gd name="T86" fmla="*/ 4 w 41"/>
              <a:gd name="T87" fmla="*/ 24 h 49"/>
              <a:gd name="T88" fmla="*/ 4 w 41"/>
              <a:gd name="T89" fmla="*/ 25 h 49"/>
              <a:gd name="T90" fmla="*/ 7 w 41"/>
              <a:gd name="T91" fmla="*/ 28 h 49"/>
              <a:gd name="T92" fmla="*/ 10 w 41"/>
              <a:gd name="T93" fmla="*/ 25 h 49"/>
              <a:gd name="T94" fmla="*/ 10 w 41"/>
              <a:gd name="T95" fmla="*/ 24 h 49"/>
              <a:gd name="T96" fmla="*/ 18 w 41"/>
              <a:gd name="T97" fmla="*/ 24 h 49"/>
              <a:gd name="T98" fmla="*/ 18 w 41"/>
              <a:gd name="T99" fmla="*/ 26 h 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1" h="49">
                <a:moveTo>
                  <a:pt x="18" y="26"/>
                </a:moveTo>
                <a:cubicBezTo>
                  <a:pt x="18" y="36"/>
                  <a:pt x="20" y="48"/>
                  <a:pt x="21" y="49"/>
                </a:cubicBezTo>
                <a:cubicBezTo>
                  <a:pt x="21" y="49"/>
                  <a:pt x="21" y="49"/>
                  <a:pt x="21" y="49"/>
                </a:cubicBezTo>
                <a:cubicBezTo>
                  <a:pt x="21" y="49"/>
                  <a:pt x="21" y="49"/>
                  <a:pt x="21" y="49"/>
                </a:cubicBezTo>
                <a:cubicBezTo>
                  <a:pt x="21" y="48"/>
                  <a:pt x="23" y="36"/>
                  <a:pt x="23" y="26"/>
                </a:cubicBezTo>
                <a:cubicBezTo>
                  <a:pt x="23" y="24"/>
                  <a:pt x="23" y="24"/>
                  <a:pt x="23" y="24"/>
                </a:cubicBezTo>
                <a:cubicBezTo>
                  <a:pt x="32" y="24"/>
                  <a:pt x="32" y="24"/>
                  <a:pt x="32" y="24"/>
                </a:cubicBezTo>
                <a:cubicBezTo>
                  <a:pt x="32" y="25"/>
                  <a:pt x="32" y="25"/>
                  <a:pt x="32" y="25"/>
                </a:cubicBezTo>
                <a:cubicBezTo>
                  <a:pt x="32" y="26"/>
                  <a:pt x="33" y="28"/>
                  <a:pt x="35" y="28"/>
                </a:cubicBezTo>
                <a:cubicBezTo>
                  <a:pt x="36" y="28"/>
                  <a:pt x="37" y="26"/>
                  <a:pt x="37" y="25"/>
                </a:cubicBezTo>
                <a:cubicBezTo>
                  <a:pt x="37" y="24"/>
                  <a:pt x="37" y="24"/>
                  <a:pt x="37" y="24"/>
                </a:cubicBezTo>
                <a:cubicBezTo>
                  <a:pt x="38" y="24"/>
                  <a:pt x="38" y="24"/>
                  <a:pt x="38" y="24"/>
                </a:cubicBezTo>
                <a:cubicBezTo>
                  <a:pt x="39" y="24"/>
                  <a:pt x="41" y="23"/>
                  <a:pt x="41" y="21"/>
                </a:cubicBezTo>
                <a:cubicBezTo>
                  <a:pt x="41" y="20"/>
                  <a:pt x="39" y="19"/>
                  <a:pt x="38" y="19"/>
                </a:cubicBezTo>
                <a:cubicBezTo>
                  <a:pt x="37" y="19"/>
                  <a:pt x="37" y="19"/>
                  <a:pt x="37" y="19"/>
                </a:cubicBezTo>
                <a:cubicBezTo>
                  <a:pt x="37" y="18"/>
                  <a:pt x="37" y="18"/>
                  <a:pt x="37" y="18"/>
                </a:cubicBezTo>
                <a:cubicBezTo>
                  <a:pt x="37" y="17"/>
                  <a:pt x="36" y="15"/>
                  <a:pt x="35" y="15"/>
                </a:cubicBezTo>
                <a:cubicBezTo>
                  <a:pt x="33" y="15"/>
                  <a:pt x="32" y="17"/>
                  <a:pt x="32" y="18"/>
                </a:cubicBezTo>
                <a:cubicBezTo>
                  <a:pt x="32" y="19"/>
                  <a:pt x="32" y="19"/>
                  <a:pt x="32" y="19"/>
                </a:cubicBezTo>
                <a:cubicBezTo>
                  <a:pt x="23" y="19"/>
                  <a:pt x="23" y="19"/>
                  <a:pt x="23" y="19"/>
                </a:cubicBezTo>
                <a:cubicBezTo>
                  <a:pt x="23" y="9"/>
                  <a:pt x="23" y="9"/>
                  <a:pt x="23" y="9"/>
                </a:cubicBezTo>
                <a:cubicBezTo>
                  <a:pt x="24" y="9"/>
                  <a:pt x="24" y="9"/>
                  <a:pt x="24" y="9"/>
                </a:cubicBezTo>
                <a:cubicBezTo>
                  <a:pt x="25" y="9"/>
                  <a:pt x="27" y="8"/>
                  <a:pt x="27" y="6"/>
                </a:cubicBezTo>
                <a:cubicBezTo>
                  <a:pt x="27" y="5"/>
                  <a:pt x="25" y="3"/>
                  <a:pt x="24" y="3"/>
                </a:cubicBezTo>
                <a:cubicBezTo>
                  <a:pt x="23" y="3"/>
                  <a:pt x="23" y="3"/>
                  <a:pt x="23" y="3"/>
                </a:cubicBezTo>
                <a:cubicBezTo>
                  <a:pt x="23" y="3"/>
                  <a:pt x="23" y="3"/>
                  <a:pt x="23" y="3"/>
                </a:cubicBezTo>
                <a:cubicBezTo>
                  <a:pt x="23" y="1"/>
                  <a:pt x="22" y="0"/>
                  <a:pt x="21" y="0"/>
                </a:cubicBezTo>
                <a:cubicBezTo>
                  <a:pt x="19" y="0"/>
                  <a:pt x="18" y="1"/>
                  <a:pt x="18" y="3"/>
                </a:cubicBezTo>
                <a:cubicBezTo>
                  <a:pt x="18" y="3"/>
                  <a:pt x="18" y="3"/>
                  <a:pt x="18" y="3"/>
                </a:cubicBezTo>
                <a:cubicBezTo>
                  <a:pt x="17" y="3"/>
                  <a:pt x="17" y="3"/>
                  <a:pt x="17" y="3"/>
                </a:cubicBezTo>
                <a:cubicBezTo>
                  <a:pt x="16" y="3"/>
                  <a:pt x="14" y="5"/>
                  <a:pt x="14" y="6"/>
                </a:cubicBezTo>
                <a:cubicBezTo>
                  <a:pt x="14" y="8"/>
                  <a:pt x="16" y="9"/>
                  <a:pt x="17" y="9"/>
                </a:cubicBezTo>
                <a:cubicBezTo>
                  <a:pt x="18" y="9"/>
                  <a:pt x="18" y="9"/>
                  <a:pt x="18" y="9"/>
                </a:cubicBezTo>
                <a:cubicBezTo>
                  <a:pt x="18" y="19"/>
                  <a:pt x="18" y="19"/>
                  <a:pt x="18" y="19"/>
                </a:cubicBezTo>
                <a:cubicBezTo>
                  <a:pt x="18" y="19"/>
                  <a:pt x="18" y="19"/>
                  <a:pt x="18" y="19"/>
                </a:cubicBezTo>
                <a:cubicBezTo>
                  <a:pt x="10" y="19"/>
                  <a:pt x="10" y="19"/>
                  <a:pt x="10" y="19"/>
                </a:cubicBezTo>
                <a:cubicBezTo>
                  <a:pt x="10" y="18"/>
                  <a:pt x="10" y="18"/>
                  <a:pt x="10" y="18"/>
                </a:cubicBezTo>
                <a:cubicBezTo>
                  <a:pt x="10" y="17"/>
                  <a:pt x="8" y="15"/>
                  <a:pt x="7" y="15"/>
                </a:cubicBezTo>
                <a:cubicBezTo>
                  <a:pt x="5" y="15"/>
                  <a:pt x="4" y="17"/>
                  <a:pt x="4" y="18"/>
                </a:cubicBezTo>
                <a:cubicBezTo>
                  <a:pt x="4" y="19"/>
                  <a:pt x="4" y="19"/>
                  <a:pt x="4" y="19"/>
                </a:cubicBezTo>
                <a:cubicBezTo>
                  <a:pt x="4" y="19"/>
                  <a:pt x="4" y="19"/>
                  <a:pt x="4" y="19"/>
                </a:cubicBezTo>
                <a:cubicBezTo>
                  <a:pt x="2" y="19"/>
                  <a:pt x="0" y="20"/>
                  <a:pt x="0" y="21"/>
                </a:cubicBezTo>
                <a:cubicBezTo>
                  <a:pt x="0" y="23"/>
                  <a:pt x="2" y="24"/>
                  <a:pt x="4" y="24"/>
                </a:cubicBezTo>
                <a:cubicBezTo>
                  <a:pt x="4" y="24"/>
                  <a:pt x="4" y="24"/>
                  <a:pt x="4" y="24"/>
                </a:cubicBezTo>
                <a:cubicBezTo>
                  <a:pt x="4" y="25"/>
                  <a:pt x="4" y="25"/>
                  <a:pt x="4" y="25"/>
                </a:cubicBezTo>
                <a:cubicBezTo>
                  <a:pt x="4" y="26"/>
                  <a:pt x="5" y="28"/>
                  <a:pt x="7" y="28"/>
                </a:cubicBezTo>
                <a:cubicBezTo>
                  <a:pt x="8" y="28"/>
                  <a:pt x="10" y="26"/>
                  <a:pt x="10" y="25"/>
                </a:cubicBezTo>
                <a:cubicBezTo>
                  <a:pt x="10" y="24"/>
                  <a:pt x="10" y="24"/>
                  <a:pt x="10" y="24"/>
                </a:cubicBezTo>
                <a:cubicBezTo>
                  <a:pt x="18" y="24"/>
                  <a:pt x="18" y="24"/>
                  <a:pt x="18" y="24"/>
                </a:cubicBezTo>
                <a:cubicBezTo>
                  <a:pt x="18" y="26"/>
                  <a:pt x="18" y="26"/>
                  <a:pt x="18" y="26"/>
                </a:cubicBezTo>
                <a:close/>
              </a:path>
            </a:pathLst>
          </a:custGeom>
          <a:solidFill>
            <a:srgbClr val="E2231A"/>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4" name="Freeform 12"/>
          <p:cNvSpPr>
            <a:spLocks noEditPoints="1"/>
          </p:cNvSpPr>
          <p:nvPr userDrawn="1"/>
        </p:nvSpPr>
        <p:spPr bwMode="auto">
          <a:xfrm>
            <a:off x="7399338" y="800100"/>
            <a:ext cx="53975" cy="50800"/>
          </a:xfrm>
          <a:custGeom>
            <a:avLst/>
            <a:gdLst>
              <a:gd name="T0" fmla="*/ 20 w 34"/>
              <a:gd name="T1" fmla="*/ 0 h 32"/>
              <a:gd name="T2" fmla="*/ 14 w 34"/>
              <a:gd name="T3" fmla="*/ 0 h 32"/>
              <a:gd name="T4" fmla="*/ 0 w 34"/>
              <a:gd name="T5" fmla="*/ 32 h 32"/>
              <a:gd name="T6" fmla="*/ 6 w 34"/>
              <a:gd name="T7" fmla="*/ 32 h 32"/>
              <a:gd name="T8" fmla="*/ 10 w 34"/>
              <a:gd name="T9" fmla="*/ 26 h 32"/>
              <a:gd name="T10" fmla="*/ 26 w 34"/>
              <a:gd name="T11" fmla="*/ 26 h 32"/>
              <a:gd name="T12" fmla="*/ 30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2 w 34"/>
              <a:gd name="T25" fmla="*/ 20 h 32"/>
              <a:gd name="T26" fmla="*/ 18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10" y="26"/>
                </a:lnTo>
                <a:lnTo>
                  <a:pt x="26" y="26"/>
                </a:lnTo>
                <a:lnTo>
                  <a:pt x="30" y="32"/>
                </a:lnTo>
                <a:lnTo>
                  <a:pt x="34" y="32"/>
                </a:lnTo>
                <a:lnTo>
                  <a:pt x="20" y="0"/>
                </a:lnTo>
                <a:lnTo>
                  <a:pt x="20" y="0"/>
                </a:lnTo>
                <a:lnTo>
                  <a:pt x="20" y="0"/>
                </a:lnTo>
                <a:close/>
                <a:moveTo>
                  <a:pt x="24" y="20"/>
                </a:moveTo>
                <a:lnTo>
                  <a:pt x="12" y="20"/>
                </a:lnTo>
                <a:lnTo>
                  <a:pt x="18" y="6"/>
                </a:lnTo>
                <a:lnTo>
                  <a:pt x="24" y="20"/>
                </a:lnTo>
                <a:lnTo>
                  <a:pt x="24" y="20"/>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5" name="Freeform 13"/>
          <p:cNvSpPr>
            <a:spLocks/>
          </p:cNvSpPr>
          <p:nvPr userDrawn="1"/>
        </p:nvSpPr>
        <p:spPr bwMode="auto">
          <a:xfrm>
            <a:off x="7456488" y="800100"/>
            <a:ext cx="44450" cy="50800"/>
          </a:xfrm>
          <a:custGeom>
            <a:avLst/>
            <a:gdLst>
              <a:gd name="T0" fmla="*/ 11 w 14"/>
              <a:gd name="T1" fmla="*/ 9 h 16"/>
              <a:gd name="T2" fmla="*/ 7 w 14"/>
              <a:gd name="T3" fmla="*/ 14 h 16"/>
              <a:gd name="T4" fmla="*/ 3 w 14"/>
              <a:gd name="T5" fmla="*/ 9 h 16"/>
              <a:gd name="T6" fmla="*/ 3 w 14"/>
              <a:gd name="T7" fmla="*/ 0 h 16"/>
              <a:gd name="T8" fmla="*/ 0 w 14"/>
              <a:gd name="T9" fmla="*/ 0 h 16"/>
              <a:gd name="T10" fmla="*/ 0 w 14"/>
              <a:gd name="T11" fmla="*/ 9 h 16"/>
              <a:gd name="T12" fmla="*/ 7 w 14"/>
              <a:gd name="T13" fmla="*/ 16 h 16"/>
              <a:gd name="T14" fmla="*/ 14 w 14"/>
              <a:gd name="T15" fmla="*/ 9 h 16"/>
              <a:gd name="T16" fmla="*/ 14 w 14"/>
              <a:gd name="T17" fmla="*/ 0 h 16"/>
              <a:gd name="T18" fmla="*/ 11 w 14"/>
              <a:gd name="T19" fmla="*/ 0 h 16"/>
              <a:gd name="T20" fmla="*/ 11 w 14"/>
              <a:gd name="T21" fmla="*/ 9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4" h="16">
                <a:moveTo>
                  <a:pt x="11" y="9"/>
                </a:moveTo>
                <a:cubicBezTo>
                  <a:pt x="11" y="12"/>
                  <a:pt x="9" y="14"/>
                  <a:pt x="7" y="14"/>
                </a:cubicBezTo>
                <a:cubicBezTo>
                  <a:pt x="5" y="14"/>
                  <a:pt x="3" y="12"/>
                  <a:pt x="3" y="9"/>
                </a:cubicBezTo>
                <a:cubicBezTo>
                  <a:pt x="3" y="0"/>
                  <a:pt x="3" y="0"/>
                  <a:pt x="3" y="0"/>
                </a:cubicBezTo>
                <a:cubicBezTo>
                  <a:pt x="0" y="0"/>
                  <a:pt x="0" y="0"/>
                  <a:pt x="0" y="0"/>
                </a:cubicBezTo>
                <a:cubicBezTo>
                  <a:pt x="0" y="9"/>
                  <a:pt x="0" y="9"/>
                  <a:pt x="0" y="9"/>
                </a:cubicBezTo>
                <a:cubicBezTo>
                  <a:pt x="0" y="14"/>
                  <a:pt x="4" y="16"/>
                  <a:pt x="7" y="16"/>
                </a:cubicBezTo>
                <a:cubicBezTo>
                  <a:pt x="10" y="16"/>
                  <a:pt x="14" y="14"/>
                  <a:pt x="14" y="9"/>
                </a:cubicBezTo>
                <a:cubicBezTo>
                  <a:pt x="14" y="0"/>
                  <a:pt x="14" y="0"/>
                  <a:pt x="14" y="0"/>
                </a:cubicBezTo>
                <a:cubicBezTo>
                  <a:pt x="11" y="0"/>
                  <a:pt x="11" y="0"/>
                  <a:pt x="11" y="0"/>
                </a:cubicBezTo>
                <a:cubicBezTo>
                  <a:pt x="11" y="9"/>
                  <a:pt x="11" y="9"/>
                  <a:pt x="11" y="9"/>
                </a:cubicBez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6" name="Freeform 14"/>
          <p:cNvSpPr>
            <a:spLocks/>
          </p:cNvSpPr>
          <p:nvPr userDrawn="1"/>
        </p:nvSpPr>
        <p:spPr bwMode="auto">
          <a:xfrm>
            <a:off x="7510463" y="796925"/>
            <a:ext cx="41275" cy="53975"/>
          </a:xfrm>
          <a:custGeom>
            <a:avLst/>
            <a:gdLst>
              <a:gd name="T0" fmla="*/ 7 w 13"/>
              <a:gd name="T1" fmla="*/ 7 h 17"/>
              <a:gd name="T2" fmla="*/ 3 w 13"/>
              <a:gd name="T3" fmla="*/ 5 h 17"/>
              <a:gd name="T4" fmla="*/ 7 w 13"/>
              <a:gd name="T5" fmla="*/ 3 h 17"/>
              <a:gd name="T6" fmla="*/ 11 w 13"/>
              <a:gd name="T7" fmla="*/ 5 h 17"/>
              <a:gd name="T8" fmla="*/ 11 w 13"/>
              <a:gd name="T9" fmla="*/ 5 h 17"/>
              <a:gd name="T10" fmla="*/ 13 w 13"/>
              <a:gd name="T11" fmla="*/ 4 h 17"/>
              <a:gd name="T12" fmla="*/ 13 w 13"/>
              <a:gd name="T13" fmla="*/ 3 h 17"/>
              <a:gd name="T14" fmla="*/ 7 w 13"/>
              <a:gd name="T15" fmla="*/ 0 h 17"/>
              <a:gd name="T16" fmla="*/ 2 w 13"/>
              <a:gd name="T17" fmla="*/ 2 h 17"/>
              <a:gd name="T18" fmla="*/ 0 w 13"/>
              <a:gd name="T19" fmla="*/ 5 h 17"/>
              <a:gd name="T20" fmla="*/ 7 w 13"/>
              <a:gd name="T21" fmla="*/ 10 h 17"/>
              <a:gd name="T22" fmla="*/ 11 w 13"/>
              <a:gd name="T23" fmla="*/ 12 h 17"/>
              <a:gd name="T24" fmla="*/ 7 w 13"/>
              <a:gd name="T25" fmla="*/ 15 h 17"/>
              <a:gd name="T26" fmla="*/ 2 w 13"/>
              <a:gd name="T27" fmla="*/ 12 h 17"/>
              <a:gd name="T28" fmla="*/ 2 w 13"/>
              <a:gd name="T29" fmla="*/ 12 h 17"/>
              <a:gd name="T30" fmla="*/ 0 w 13"/>
              <a:gd name="T31" fmla="*/ 13 h 17"/>
              <a:gd name="T32" fmla="*/ 0 w 13"/>
              <a:gd name="T33" fmla="*/ 14 h 17"/>
              <a:gd name="T34" fmla="*/ 7 w 13"/>
              <a:gd name="T35" fmla="*/ 17 h 17"/>
              <a:gd name="T36" fmla="*/ 13 w 13"/>
              <a:gd name="T37" fmla="*/ 12 h 17"/>
              <a:gd name="T38" fmla="*/ 7 w 13"/>
              <a:gd name="T39" fmla="*/ 7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3" h="17">
                <a:moveTo>
                  <a:pt x="7" y="7"/>
                </a:moveTo>
                <a:cubicBezTo>
                  <a:pt x="5" y="7"/>
                  <a:pt x="3" y="6"/>
                  <a:pt x="3" y="5"/>
                </a:cubicBezTo>
                <a:cubicBezTo>
                  <a:pt x="3" y="4"/>
                  <a:pt x="5" y="3"/>
                  <a:pt x="7" y="3"/>
                </a:cubicBezTo>
                <a:cubicBezTo>
                  <a:pt x="9" y="3"/>
                  <a:pt x="10" y="3"/>
                  <a:pt x="11" y="5"/>
                </a:cubicBezTo>
                <a:cubicBezTo>
                  <a:pt x="11" y="5"/>
                  <a:pt x="11" y="5"/>
                  <a:pt x="11" y="5"/>
                </a:cubicBezTo>
                <a:cubicBezTo>
                  <a:pt x="13" y="4"/>
                  <a:pt x="13" y="4"/>
                  <a:pt x="13" y="4"/>
                </a:cubicBezTo>
                <a:cubicBezTo>
                  <a:pt x="13" y="3"/>
                  <a:pt x="13" y="3"/>
                  <a:pt x="13" y="3"/>
                </a:cubicBezTo>
                <a:cubicBezTo>
                  <a:pt x="12" y="1"/>
                  <a:pt x="10" y="0"/>
                  <a:pt x="7" y="0"/>
                </a:cubicBezTo>
                <a:cubicBezTo>
                  <a:pt x="5" y="0"/>
                  <a:pt x="3" y="1"/>
                  <a:pt x="2" y="2"/>
                </a:cubicBezTo>
                <a:cubicBezTo>
                  <a:pt x="1" y="3"/>
                  <a:pt x="0" y="4"/>
                  <a:pt x="0" y="5"/>
                </a:cubicBezTo>
                <a:cubicBezTo>
                  <a:pt x="0" y="9"/>
                  <a:pt x="4" y="9"/>
                  <a:pt x="7" y="10"/>
                </a:cubicBezTo>
                <a:cubicBezTo>
                  <a:pt x="9" y="10"/>
                  <a:pt x="11" y="11"/>
                  <a:pt x="11" y="12"/>
                </a:cubicBezTo>
                <a:cubicBezTo>
                  <a:pt x="11" y="15"/>
                  <a:pt x="8" y="15"/>
                  <a:pt x="7" y="15"/>
                </a:cubicBezTo>
                <a:cubicBezTo>
                  <a:pt x="5" y="15"/>
                  <a:pt x="3" y="14"/>
                  <a:pt x="2" y="12"/>
                </a:cubicBezTo>
                <a:cubicBezTo>
                  <a:pt x="2" y="12"/>
                  <a:pt x="2" y="12"/>
                  <a:pt x="2" y="12"/>
                </a:cubicBezTo>
                <a:cubicBezTo>
                  <a:pt x="0" y="13"/>
                  <a:pt x="0" y="13"/>
                  <a:pt x="0" y="13"/>
                </a:cubicBezTo>
                <a:cubicBezTo>
                  <a:pt x="0" y="14"/>
                  <a:pt x="0" y="14"/>
                  <a:pt x="0" y="14"/>
                </a:cubicBezTo>
                <a:cubicBezTo>
                  <a:pt x="1" y="16"/>
                  <a:pt x="3" y="17"/>
                  <a:pt x="7" y="17"/>
                </a:cubicBezTo>
                <a:cubicBezTo>
                  <a:pt x="10" y="17"/>
                  <a:pt x="13" y="16"/>
                  <a:pt x="13" y="12"/>
                </a:cubicBezTo>
                <a:cubicBezTo>
                  <a:pt x="13" y="9"/>
                  <a:pt x="10" y="8"/>
                  <a:pt x="7" y="7"/>
                </a:cubicBez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7" name="Freeform 15"/>
          <p:cNvSpPr>
            <a:spLocks/>
          </p:cNvSpPr>
          <p:nvPr userDrawn="1"/>
        </p:nvSpPr>
        <p:spPr bwMode="auto">
          <a:xfrm>
            <a:off x="7558088" y="800100"/>
            <a:ext cx="41275" cy="50800"/>
          </a:xfrm>
          <a:custGeom>
            <a:avLst/>
            <a:gdLst>
              <a:gd name="T0" fmla="*/ 0 w 26"/>
              <a:gd name="T1" fmla="*/ 4 h 32"/>
              <a:gd name="T2" fmla="*/ 10 w 26"/>
              <a:gd name="T3" fmla="*/ 4 h 32"/>
              <a:gd name="T4" fmla="*/ 10 w 26"/>
              <a:gd name="T5" fmla="*/ 32 h 32"/>
              <a:gd name="T6" fmla="*/ 16 w 26"/>
              <a:gd name="T7" fmla="*/ 32 h 32"/>
              <a:gd name="T8" fmla="*/ 16 w 26"/>
              <a:gd name="T9" fmla="*/ 4 h 32"/>
              <a:gd name="T10" fmla="*/ 26 w 26"/>
              <a:gd name="T11" fmla="*/ 4 h 32"/>
              <a:gd name="T12" fmla="*/ 26 w 26"/>
              <a:gd name="T13" fmla="*/ 0 h 32"/>
              <a:gd name="T14" fmla="*/ 0 w 26"/>
              <a:gd name="T15" fmla="*/ 0 h 32"/>
              <a:gd name="T16" fmla="*/ 0 w 26"/>
              <a:gd name="T17" fmla="*/ 4 h 32"/>
              <a:gd name="T18" fmla="*/ 0 w 26"/>
              <a:gd name="T19" fmla="*/ 4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6" h="32">
                <a:moveTo>
                  <a:pt x="0" y="4"/>
                </a:moveTo>
                <a:lnTo>
                  <a:pt x="10" y="4"/>
                </a:lnTo>
                <a:lnTo>
                  <a:pt x="10" y="32"/>
                </a:lnTo>
                <a:lnTo>
                  <a:pt x="16" y="32"/>
                </a:lnTo>
                <a:lnTo>
                  <a:pt x="16" y="4"/>
                </a:lnTo>
                <a:lnTo>
                  <a:pt x="26" y="4"/>
                </a:lnTo>
                <a:lnTo>
                  <a:pt x="26" y="0"/>
                </a:lnTo>
                <a:lnTo>
                  <a:pt x="0" y="0"/>
                </a:lnTo>
                <a:lnTo>
                  <a:pt x="0" y="4"/>
                </a:lnTo>
                <a:lnTo>
                  <a:pt x="0" y="4"/>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8" name="Freeform 16"/>
          <p:cNvSpPr>
            <a:spLocks noEditPoints="1"/>
          </p:cNvSpPr>
          <p:nvPr userDrawn="1"/>
        </p:nvSpPr>
        <p:spPr bwMode="auto">
          <a:xfrm>
            <a:off x="7608888" y="800100"/>
            <a:ext cx="44450" cy="50800"/>
          </a:xfrm>
          <a:custGeom>
            <a:avLst/>
            <a:gdLst>
              <a:gd name="T0" fmla="*/ 13 w 14"/>
              <a:gd name="T1" fmla="*/ 5 h 16"/>
              <a:gd name="T2" fmla="*/ 7 w 14"/>
              <a:gd name="T3" fmla="*/ 0 h 16"/>
              <a:gd name="T4" fmla="*/ 0 w 14"/>
              <a:gd name="T5" fmla="*/ 0 h 16"/>
              <a:gd name="T6" fmla="*/ 0 w 14"/>
              <a:gd name="T7" fmla="*/ 16 h 16"/>
              <a:gd name="T8" fmla="*/ 2 w 14"/>
              <a:gd name="T9" fmla="*/ 16 h 16"/>
              <a:gd name="T10" fmla="*/ 2 w 14"/>
              <a:gd name="T11" fmla="*/ 10 h 16"/>
              <a:gd name="T12" fmla="*/ 6 w 14"/>
              <a:gd name="T13" fmla="*/ 10 h 16"/>
              <a:gd name="T14" fmla="*/ 10 w 14"/>
              <a:gd name="T15" fmla="*/ 16 h 16"/>
              <a:gd name="T16" fmla="*/ 14 w 14"/>
              <a:gd name="T17" fmla="*/ 16 h 16"/>
              <a:gd name="T18" fmla="*/ 8 w 14"/>
              <a:gd name="T19" fmla="*/ 10 h 16"/>
              <a:gd name="T20" fmla="*/ 13 w 14"/>
              <a:gd name="T21" fmla="*/ 5 h 16"/>
              <a:gd name="T22" fmla="*/ 2 w 14"/>
              <a:gd name="T23" fmla="*/ 2 h 16"/>
              <a:gd name="T24" fmla="*/ 7 w 14"/>
              <a:gd name="T25" fmla="*/ 2 h 16"/>
              <a:gd name="T26" fmla="*/ 10 w 14"/>
              <a:gd name="T27" fmla="*/ 5 h 16"/>
              <a:gd name="T28" fmla="*/ 7 w 14"/>
              <a:gd name="T29" fmla="*/ 8 h 16"/>
              <a:gd name="T30" fmla="*/ 2 w 14"/>
              <a:gd name="T31" fmla="*/ 8 h 16"/>
              <a:gd name="T32" fmla="*/ 2 w 14"/>
              <a:gd name="T33" fmla="*/ 2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4" h="16">
                <a:moveTo>
                  <a:pt x="13" y="5"/>
                </a:moveTo>
                <a:cubicBezTo>
                  <a:pt x="13" y="2"/>
                  <a:pt x="11" y="0"/>
                  <a:pt x="7" y="0"/>
                </a:cubicBezTo>
                <a:cubicBezTo>
                  <a:pt x="0" y="0"/>
                  <a:pt x="0" y="0"/>
                  <a:pt x="0" y="0"/>
                </a:cubicBezTo>
                <a:cubicBezTo>
                  <a:pt x="0" y="16"/>
                  <a:pt x="0" y="16"/>
                  <a:pt x="0" y="16"/>
                </a:cubicBezTo>
                <a:cubicBezTo>
                  <a:pt x="2" y="16"/>
                  <a:pt x="2" y="16"/>
                  <a:pt x="2" y="16"/>
                </a:cubicBezTo>
                <a:cubicBezTo>
                  <a:pt x="2" y="10"/>
                  <a:pt x="2" y="10"/>
                  <a:pt x="2" y="10"/>
                </a:cubicBezTo>
                <a:cubicBezTo>
                  <a:pt x="6" y="10"/>
                  <a:pt x="6" y="10"/>
                  <a:pt x="6" y="10"/>
                </a:cubicBezTo>
                <a:cubicBezTo>
                  <a:pt x="10" y="16"/>
                  <a:pt x="10" y="16"/>
                  <a:pt x="10" y="16"/>
                </a:cubicBezTo>
                <a:cubicBezTo>
                  <a:pt x="14" y="16"/>
                  <a:pt x="14" y="16"/>
                  <a:pt x="14" y="16"/>
                </a:cubicBezTo>
                <a:cubicBezTo>
                  <a:pt x="8" y="10"/>
                  <a:pt x="8" y="10"/>
                  <a:pt x="8" y="10"/>
                </a:cubicBezTo>
                <a:cubicBezTo>
                  <a:pt x="11" y="10"/>
                  <a:pt x="13" y="8"/>
                  <a:pt x="13" y="5"/>
                </a:cubicBezTo>
                <a:close/>
                <a:moveTo>
                  <a:pt x="2" y="2"/>
                </a:moveTo>
                <a:cubicBezTo>
                  <a:pt x="7" y="2"/>
                  <a:pt x="7" y="2"/>
                  <a:pt x="7" y="2"/>
                </a:cubicBezTo>
                <a:cubicBezTo>
                  <a:pt x="9" y="2"/>
                  <a:pt x="10" y="4"/>
                  <a:pt x="10" y="5"/>
                </a:cubicBezTo>
                <a:cubicBezTo>
                  <a:pt x="10" y="6"/>
                  <a:pt x="9" y="8"/>
                  <a:pt x="7" y="8"/>
                </a:cubicBezTo>
                <a:cubicBezTo>
                  <a:pt x="2" y="8"/>
                  <a:pt x="2" y="8"/>
                  <a:pt x="2" y="8"/>
                </a:cubicBezTo>
                <a:cubicBezTo>
                  <a:pt x="2" y="2"/>
                  <a:pt x="2" y="2"/>
                  <a:pt x="2" y="2"/>
                </a:cubicBez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9" name="Freeform 17"/>
          <p:cNvSpPr>
            <a:spLocks noEditPoints="1"/>
          </p:cNvSpPr>
          <p:nvPr userDrawn="1"/>
        </p:nvSpPr>
        <p:spPr bwMode="auto">
          <a:xfrm>
            <a:off x="7656513" y="800100"/>
            <a:ext cx="53975" cy="50800"/>
          </a:xfrm>
          <a:custGeom>
            <a:avLst/>
            <a:gdLst>
              <a:gd name="T0" fmla="*/ 18 w 34"/>
              <a:gd name="T1" fmla="*/ 0 h 32"/>
              <a:gd name="T2" fmla="*/ 14 w 34"/>
              <a:gd name="T3" fmla="*/ 0 h 32"/>
              <a:gd name="T4" fmla="*/ 0 w 34"/>
              <a:gd name="T5" fmla="*/ 32 h 32"/>
              <a:gd name="T6" fmla="*/ 4 w 34"/>
              <a:gd name="T7" fmla="*/ 32 h 32"/>
              <a:gd name="T8" fmla="*/ 8 w 34"/>
              <a:gd name="T9" fmla="*/ 26 h 32"/>
              <a:gd name="T10" fmla="*/ 24 w 34"/>
              <a:gd name="T11" fmla="*/ 26 h 32"/>
              <a:gd name="T12" fmla="*/ 28 w 34"/>
              <a:gd name="T13" fmla="*/ 32 h 32"/>
              <a:gd name="T14" fmla="*/ 34 w 34"/>
              <a:gd name="T15" fmla="*/ 32 h 32"/>
              <a:gd name="T16" fmla="*/ 20 w 34"/>
              <a:gd name="T17" fmla="*/ 0 h 32"/>
              <a:gd name="T18" fmla="*/ 18 w 34"/>
              <a:gd name="T19" fmla="*/ 0 h 32"/>
              <a:gd name="T20" fmla="*/ 18 w 34"/>
              <a:gd name="T21" fmla="*/ 0 h 32"/>
              <a:gd name="T22" fmla="*/ 22 w 34"/>
              <a:gd name="T23" fmla="*/ 20 h 32"/>
              <a:gd name="T24" fmla="*/ 10 w 34"/>
              <a:gd name="T25" fmla="*/ 20 h 32"/>
              <a:gd name="T26" fmla="*/ 16 w 34"/>
              <a:gd name="T27" fmla="*/ 6 h 32"/>
              <a:gd name="T28" fmla="*/ 22 w 34"/>
              <a:gd name="T29" fmla="*/ 20 h 32"/>
              <a:gd name="T30" fmla="*/ 22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18" y="0"/>
                </a:moveTo>
                <a:lnTo>
                  <a:pt x="14" y="0"/>
                </a:lnTo>
                <a:lnTo>
                  <a:pt x="0" y="32"/>
                </a:lnTo>
                <a:lnTo>
                  <a:pt x="4" y="32"/>
                </a:lnTo>
                <a:lnTo>
                  <a:pt x="8" y="26"/>
                </a:lnTo>
                <a:lnTo>
                  <a:pt x="24" y="26"/>
                </a:lnTo>
                <a:lnTo>
                  <a:pt x="28" y="32"/>
                </a:lnTo>
                <a:lnTo>
                  <a:pt x="34" y="32"/>
                </a:lnTo>
                <a:lnTo>
                  <a:pt x="20" y="0"/>
                </a:lnTo>
                <a:lnTo>
                  <a:pt x="18" y="0"/>
                </a:lnTo>
                <a:lnTo>
                  <a:pt x="18" y="0"/>
                </a:lnTo>
                <a:close/>
                <a:moveTo>
                  <a:pt x="22" y="20"/>
                </a:moveTo>
                <a:lnTo>
                  <a:pt x="10" y="20"/>
                </a:lnTo>
                <a:lnTo>
                  <a:pt x="16" y="6"/>
                </a:lnTo>
                <a:lnTo>
                  <a:pt x="22" y="20"/>
                </a:lnTo>
                <a:lnTo>
                  <a:pt x="22" y="20"/>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0" name="Freeform 18"/>
          <p:cNvSpPr>
            <a:spLocks/>
          </p:cNvSpPr>
          <p:nvPr userDrawn="1"/>
        </p:nvSpPr>
        <p:spPr bwMode="auto">
          <a:xfrm>
            <a:off x="7716838" y="800100"/>
            <a:ext cx="34925" cy="50800"/>
          </a:xfrm>
          <a:custGeom>
            <a:avLst/>
            <a:gdLst>
              <a:gd name="T0" fmla="*/ 6 w 22"/>
              <a:gd name="T1" fmla="*/ 0 h 32"/>
              <a:gd name="T2" fmla="*/ 0 w 22"/>
              <a:gd name="T3" fmla="*/ 0 h 32"/>
              <a:gd name="T4" fmla="*/ 0 w 22"/>
              <a:gd name="T5" fmla="*/ 32 h 32"/>
              <a:gd name="T6" fmla="*/ 22 w 22"/>
              <a:gd name="T7" fmla="*/ 32 h 32"/>
              <a:gd name="T8" fmla="*/ 22 w 22"/>
              <a:gd name="T9" fmla="*/ 28 h 32"/>
              <a:gd name="T10" fmla="*/ 6 w 22"/>
              <a:gd name="T11" fmla="*/ 28 h 32"/>
              <a:gd name="T12" fmla="*/ 6 w 22"/>
              <a:gd name="T13" fmla="*/ 0 h 32"/>
              <a:gd name="T14" fmla="*/ 6 w 22"/>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 h="32">
                <a:moveTo>
                  <a:pt x="6" y="0"/>
                </a:moveTo>
                <a:lnTo>
                  <a:pt x="0" y="0"/>
                </a:lnTo>
                <a:lnTo>
                  <a:pt x="0" y="32"/>
                </a:lnTo>
                <a:lnTo>
                  <a:pt x="22" y="32"/>
                </a:lnTo>
                <a:lnTo>
                  <a:pt x="22" y="28"/>
                </a:lnTo>
                <a:lnTo>
                  <a:pt x="6" y="28"/>
                </a:lnTo>
                <a:lnTo>
                  <a:pt x="6" y="0"/>
                </a:lnTo>
                <a:lnTo>
                  <a:pt x="6" y="0"/>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1" name="Freeform 19"/>
          <p:cNvSpPr>
            <a:spLocks/>
          </p:cNvSpPr>
          <p:nvPr userDrawn="1"/>
        </p:nvSpPr>
        <p:spPr bwMode="auto">
          <a:xfrm>
            <a:off x="7761288" y="800100"/>
            <a:ext cx="6350" cy="50800"/>
          </a:xfrm>
          <a:custGeom>
            <a:avLst/>
            <a:gdLst>
              <a:gd name="T0" fmla="*/ 0 w 4"/>
              <a:gd name="T1" fmla="*/ 32 h 32"/>
              <a:gd name="T2" fmla="*/ 4 w 4"/>
              <a:gd name="T3" fmla="*/ 32 h 32"/>
              <a:gd name="T4" fmla="*/ 4 w 4"/>
              <a:gd name="T5" fmla="*/ 0 h 32"/>
              <a:gd name="T6" fmla="*/ 0 w 4"/>
              <a:gd name="T7" fmla="*/ 0 h 32"/>
              <a:gd name="T8" fmla="*/ 0 w 4"/>
              <a:gd name="T9" fmla="*/ 32 h 32"/>
              <a:gd name="T10" fmla="*/ 0 w 4"/>
              <a:gd name="T11" fmla="*/ 32 h 32"/>
            </a:gdLst>
            <a:ahLst/>
            <a:cxnLst>
              <a:cxn ang="0">
                <a:pos x="T0" y="T1"/>
              </a:cxn>
              <a:cxn ang="0">
                <a:pos x="T2" y="T3"/>
              </a:cxn>
              <a:cxn ang="0">
                <a:pos x="T4" y="T5"/>
              </a:cxn>
              <a:cxn ang="0">
                <a:pos x="T6" y="T7"/>
              </a:cxn>
              <a:cxn ang="0">
                <a:pos x="T8" y="T9"/>
              </a:cxn>
              <a:cxn ang="0">
                <a:pos x="T10" y="T11"/>
              </a:cxn>
            </a:cxnLst>
            <a:rect l="0" t="0" r="r" b="b"/>
            <a:pathLst>
              <a:path w="4" h="32">
                <a:moveTo>
                  <a:pt x="0" y="32"/>
                </a:moveTo>
                <a:lnTo>
                  <a:pt x="4" y="32"/>
                </a:lnTo>
                <a:lnTo>
                  <a:pt x="4" y="0"/>
                </a:lnTo>
                <a:lnTo>
                  <a:pt x="0" y="0"/>
                </a:lnTo>
                <a:lnTo>
                  <a:pt x="0" y="32"/>
                </a:lnTo>
                <a:lnTo>
                  <a:pt x="0" y="32"/>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2" name="Freeform 20"/>
          <p:cNvSpPr>
            <a:spLocks noEditPoints="1"/>
          </p:cNvSpPr>
          <p:nvPr userDrawn="1"/>
        </p:nvSpPr>
        <p:spPr bwMode="auto">
          <a:xfrm>
            <a:off x="7777163" y="800100"/>
            <a:ext cx="53975" cy="50800"/>
          </a:xfrm>
          <a:custGeom>
            <a:avLst/>
            <a:gdLst>
              <a:gd name="T0" fmla="*/ 20 w 34"/>
              <a:gd name="T1" fmla="*/ 0 h 32"/>
              <a:gd name="T2" fmla="*/ 14 w 34"/>
              <a:gd name="T3" fmla="*/ 0 h 32"/>
              <a:gd name="T4" fmla="*/ 0 w 34"/>
              <a:gd name="T5" fmla="*/ 32 h 32"/>
              <a:gd name="T6" fmla="*/ 6 w 34"/>
              <a:gd name="T7" fmla="*/ 32 h 32"/>
              <a:gd name="T8" fmla="*/ 8 w 34"/>
              <a:gd name="T9" fmla="*/ 26 h 32"/>
              <a:gd name="T10" fmla="*/ 26 w 34"/>
              <a:gd name="T11" fmla="*/ 26 h 32"/>
              <a:gd name="T12" fmla="*/ 28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0 w 34"/>
              <a:gd name="T25" fmla="*/ 20 h 32"/>
              <a:gd name="T26" fmla="*/ 18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8" y="26"/>
                </a:lnTo>
                <a:lnTo>
                  <a:pt x="26" y="26"/>
                </a:lnTo>
                <a:lnTo>
                  <a:pt x="28" y="32"/>
                </a:lnTo>
                <a:lnTo>
                  <a:pt x="34" y="32"/>
                </a:lnTo>
                <a:lnTo>
                  <a:pt x="20" y="0"/>
                </a:lnTo>
                <a:lnTo>
                  <a:pt x="20" y="0"/>
                </a:lnTo>
                <a:lnTo>
                  <a:pt x="20" y="0"/>
                </a:lnTo>
                <a:close/>
                <a:moveTo>
                  <a:pt x="24" y="20"/>
                </a:moveTo>
                <a:lnTo>
                  <a:pt x="10" y="20"/>
                </a:lnTo>
                <a:lnTo>
                  <a:pt x="18" y="6"/>
                </a:lnTo>
                <a:lnTo>
                  <a:pt x="24" y="20"/>
                </a:lnTo>
                <a:lnTo>
                  <a:pt x="24" y="20"/>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3" name="Freeform 21"/>
          <p:cNvSpPr>
            <a:spLocks/>
          </p:cNvSpPr>
          <p:nvPr userDrawn="1"/>
        </p:nvSpPr>
        <p:spPr bwMode="auto">
          <a:xfrm>
            <a:off x="7840663" y="800100"/>
            <a:ext cx="41275" cy="50800"/>
          </a:xfrm>
          <a:custGeom>
            <a:avLst/>
            <a:gdLst>
              <a:gd name="T0" fmla="*/ 22 w 26"/>
              <a:gd name="T1" fmla="*/ 22 h 32"/>
              <a:gd name="T2" fmla="*/ 2 w 26"/>
              <a:gd name="T3" fmla="*/ 0 h 32"/>
              <a:gd name="T4" fmla="*/ 0 w 26"/>
              <a:gd name="T5" fmla="*/ 0 h 32"/>
              <a:gd name="T6" fmla="*/ 0 w 26"/>
              <a:gd name="T7" fmla="*/ 32 h 32"/>
              <a:gd name="T8" fmla="*/ 4 w 26"/>
              <a:gd name="T9" fmla="*/ 32 h 32"/>
              <a:gd name="T10" fmla="*/ 4 w 26"/>
              <a:gd name="T11" fmla="*/ 10 h 32"/>
              <a:gd name="T12" fmla="*/ 22 w 26"/>
              <a:gd name="T13" fmla="*/ 32 h 32"/>
              <a:gd name="T14" fmla="*/ 26 w 26"/>
              <a:gd name="T15" fmla="*/ 32 h 32"/>
              <a:gd name="T16" fmla="*/ 26 w 26"/>
              <a:gd name="T17" fmla="*/ 0 h 32"/>
              <a:gd name="T18" fmla="*/ 22 w 26"/>
              <a:gd name="T19" fmla="*/ 0 h 32"/>
              <a:gd name="T20" fmla="*/ 22 w 26"/>
              <a:gd name="T21" fmla="*/ 22 h 32"/>
              <a:gd name="T22" fmla="*/ 22 w 26"/>
              <a:gd name="T23" fmla="*/ 2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6" h="32">
                <a:moveTo>
                  <a:pt x="22" y="22"/>
                </a:moveTo>
                <a:lnTo>
                  <a:pt x="2" y="0"/>
                </a:lnTo>
                <a:lnTo>
                  <a:pt x="0" y="0"/>
                </a:lnTo>
                <a:lnTo>
                  <a:pt x="0" y="32"/>
                </a:lnTo>
                <a:lnTo>
                  <a:pt x="4" y="32"/>
                </a:lnTo>
                <a:lnTo>
                  <a:pt x="4" y="10"/>
                </a:lnTo>
                <a:lnTo>
                  <a:pt x="22" y="32"/>
                </a:lnTo>
                <a:lnTo>
                  <a:pt x="26" y="32"/>
                </a:lnTo>
                <a:lnTo>
                  <a:pt x="26" y="0"/>
                </a:lnTo>
                <a:lnTo>
                  <a:pt x="22" y="0"/>
                </a:lnTo>
                <a:lnTo>
                  <a:pt x="22" y="22"/>
                </a:lnTo>
                <a:lnTo>
                  <a:pt x="22" y="22"/>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4" name="Freeform 22"/>
          <p:cNvSpPr>
            <a:spLocks/>
          </p:cNvSpPr>
          <p:nvPr userDrawn="1"/>
        </p:nvSpPr>
        <p:spPr bwMode="auto">
          <a:xfrm>
            <a:off x="7920038" y="796925"/>
            <a:ext cx="47625" cy="53975"/>
          </a:xfrm>
          <a:custGeom>
            <a:avLst/>
            <a:gdLst>
              <a:gd name="T0" fmla="*/ 13 w 15"/>
              <a:gd name="T1" fmla="*/ 13 h 17"/>
              <a:gd name="T2" fmla="*/ 9 w 15"/>
              <a:gd name="T3" fmla="*/ 15 h 17"/>
              <a:gd name="T4" fmla="*/ 3 w 15"/>
              <a:gd name="T5" fmla="*/ 9 h 17"/>
              <a:gd name="T6" fmla="*/ 9 w 15"/>
              <a:gd name="T7" fmla="*/ 3 h 17"/>
              <a:gd name="T8" fmla="*/ 13 w 15"/>
              <a:gd name="T9" fmla="*/ 5 h 17"/>
              <a:gd name="T10" fmla="*/ 13 w 15"/>
              <a:gd name="T11" fmla="*/ 5 h 17"/>
              <a:gd name="T12" fmla="*/ 15 w 15"/>
              <a:gd name="T13" fmla="*/ 3 h 17"/>
              <a:gd name="T14" fmla="*/ 15 w 15"/>
              <a:gd name="T15" fmla="*/ 3 h 17"/>
              <a:gd name="T16" fmla="*/ 9 w 15"/>
              <a:gd name="T17" fmla="*/ 0 h 17"/>
              <a:gd name="T18" fmla="*/ 2 w 15"/>
              <a:gd name="T19" fmla="*/ 3 h 17"/>
              <a:gd name="T20" fmla="*/ 0 w 15"/>
              <a:gd name="T21" fmla="*/ 9 h 17"/>
              <a:gd name="T22" fmla="*/ 9 w 15"/>
              <a:gd name="T23" fmla="*/ 17 h 17"/>
              <a:gd name="T24" fmla="*/ 15 w 15"/>
              <a:gd name="T25" fmla="*/ 15 h 17"/>
              <a:gd name="T26" fmla="*/ 15 w 15"/>
              <a:gd name="T27" fmla="*/ 15 h 17"/>
              <a:gd name="T28" fmla="*/ 13 w 15"/>
              <a:gd name="T29" fmla="*/ 13 h 17"/>
              <a:gd name="T30" fmla="*/ 13 w 15"/>
              <a:gd name="T31" fmla="*/ 13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5" h="17">
                <a:moveTo>
                  <a:pt x="13" y="13"/>
                </a:moveTo>
                <a:cubicBezTo>
                  <a:pt x="12" y="14"/>
                  <a:pt x="10" y="15"/>
                  <a:pt x="9" y="15"/>
                </a:cubicBezTo>
                <a:cubicBezTo>
                  <a:pt x="4" y="15"/>
                  <a:pt x="3" y="12"/>
                  <a:pt x="3" y="9"/>
                </a:cubicBezTo>
                <a:cubicBezTo>
                  <a:pt x="3" y="6"/>
                  <a:pt x="4" y="3"/>
                  <a:pt x="9" y="3"/>
                </a:cubicBezTo>
                <a:cubicBezTo>
                  <a:pt x="10" y="3"/>
                  <a:pt x="12" y="3"/>
                  <a:pt x="13" y="5"/>
                </a:cubicBezTo>
                <a:cubicBezTo>
                  <a:pt x="13" y="5"/>
                  <a:pt x="13" y="5"/>
                  <a:pt x="13" y="5"/>
                </a:cubicBezTo>
                <a:cubicBezTo>
                  <a:pt x="15" y="3"/>
                  <a:pt x="15" y="3"/>
                  <a:pt x="15" y="3"/>
                </a:cubicBezTo>
                <a:cubicBezTo>
                  <a:pt x="15" y="3"/>
                  <a:pt x="15" y="3"/>
                  <a:pt x="15" y="3"/>
                </a:cubicBezTo>
                <a:cubicBezTo>
                  <a:pt x="13" y="1"/>
                  <a:pt x="11" y="0"/>
                  <a:pt x="9" y="0"/>
                </a:cubicBezTo>
                <a:cubicBezTo>
                  <a:pt x="6" y="0"/>
                  <a:pt x="4" y="1"/>
                  <a:pt x="2" y="3"/>
                </a:cubicBezTo>
                <a:cubicBezTo>
                  <a:pt x="1" y="4"/>
                  <a:pt x="0" y="7"/>
                  <a:pt x="0" y="9"/>
                </a:cubicBezTo>
                <a:cubicBezTo>
                  <a:pt x="0" y="13"/>
                  <a:pt x="3" y="17"/>
                  <a:pt x="9" y="17"/>
                </a:cubicBezTo>
                <a:cubicBezTo>
                  <a:pt x="11" y="17"/>
                  <a:pt x="13" y="16"/>
                  <a:pt x="15" y="15"/>
                </a:cubicBezTo>
                <a:cubicBezTo>
                  <a:pt x="15" y="15"/>
                  <a:pt x="15" y="15"/>
                  <a:pt x="15" y="15"/>
                </a:cubicBezTo>
                <a:cubicBezTo>
                  <a:pt x="13" y="13"/>
                  <a:pt x="13" y="13"/>
                  <a:pt x="13" y="13"/>
                </a:cubicBezTo>
                <a:cubicBezTo>
                  <a:pt x="13" y="13"/>
                  <a:pt x="13" y="13"/>
                  <a:pt x="13" y="13"/>
                </a:cubicBez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5" name="Freeform 23"/>
          <p:cNvSpPr>
            <a:spLocks noEditPoints="1"/>
          </p:cNvSpPr>
          <p:nvPr userDrawn="1"/>
        </p:nvSpPr>
        <p:spPr bwMode="auto">
          <a:xfrm>
            <a:off x="7970838" y="800100"/>
            <a:ext cx="53975" cy="50800"/>
          </a:xfrm>
          <a:custGeom>
            <a:avLst/>
            <a:gdLst>
              <a:gd name="T0" fmla="*/ 20 w 34"/>
              <a:gd name="T1" fmla="*/ 0 h 32"/>
              <a:gd name="T2" fmla="*/ 14 w 34"/>
              <a:gd name="T3" fmla="*/ 0 h 32"/>
              <a:gd name="T4" fmla="*/ 0 w 34"/>
              <a:gd name="T5" fmla="*/ 32 h 32"/>
              <a:gd name="T6" fmla="*/ 6 w 34"/>
              <a:gd name="T7" fmla="*/ 32 h 32"/>
              <a:gd name="T8" fmla="*/ 8 w 34"/>
              <a:gd name="T9" fmla="*/ 26 h 32"/>
              <a:gd name="T10" fmla="*/ 26 w 34"/>
              <a:gd name="T11" fmla="*/ 26 h 32"/>
              <a:gd name="T12" fmla="*/ 28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0 w 34"/>
              <a:gd name="T25" fmla="*/ 20 h 32"/>
              <a:gd name="T26" fmla="*/ 16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8" y="26"/>
                </a:lnTo>
                <a:lnTo>
                  <a:pt x="26" y="26"/>
                </a:lnTo>
                <a:lnTo>
                  <a:pt x="28" y="32"/>
                </a:lnTo>
                <a:lnTo>
                  <a:pt x="34" y="32"/>
                </a:lnTo>
                <a:lnTo>
                  <a:pt x="20" y="0"/>
                </a:lnTo>
                <a:lnTo>
                  <a:pt x="20" y="0"/>
                </a:lnTo>
                <a:lnTo>
                  <a:pt x="20" y="0"/>
                </a:lnTo>
                <a:close/>
                <a:moveTo>
                  <a:pt x="24" y="20"/>
                </a:moveTo>
                <a:lnTo>
                  <a:pt x="10" y="20"/>
                </a:lnTo>
                <a:lnTo>
                  <a:pt x="16" y="6"/>
                </a:lnTo>
                <a:lnTo>
                  <a:pt x="24" y="20"/>
                </a:lnTo>
                <a:lnTo>
                  <a:pt x="24" y="20"/>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6" name="Freeform 24"/>
          <p:cNvSpPr>
            <a:spLocks/>
          </p:cNvSpPr>
          <p:nvPr userDrawn="1"/>
        </p:nvSpPr>
        <p:spPr bwMode="auto">
          <a:xfrm>
            <a:off x="8021638" y="800100"/>
            <a:ext cx="44450" cy="50800"/>
          </a:xfrm>
          <a:custGeom>
            <a:avLst/>
            <a:gdLst>
              <a:gd name="T0" fmla="*/ 0 w 28"/>
              <a:gd name="T1" fmla="*/ 4 h 32"/>
              <a:gd name="T2" fmla="*/ 12 w 28"/>
              <a:gd name="T3" fmla="*/ 4 h 32"/>
              <a:gd name="T4" fmla="*/ 12 w 28"/>
              <a:gd name="T5" fmla="*/ 32 h 32"/>
              <a:gd name="T6" fmla="*/ 16 w 28"/>
              <a:gd name="T7" fmla="*/ 32 h 32"/>
              <a:gd name="T8" fmla="*/ 16 w 28"/>
              <a:gd name="T9" fmla="*/ 4 h 32"/>
              <a:gd name="T10" fmla="*/ 28 w 28"/>
              <a:gd name="T11" fmla="*/ 4 h 32"/>
              <a:gd name="T12" fmla="*/ 28 w 28"/>
              <a:gd name="T13" fmla="*/ 0 h 32"/>
              <a:gd name="T14" fmla="*/ 0 w 28"/>
              <a:gd name="T15" fmla="*/ 0 h 32"/>
              <a:gd name="T16" fmla="*/ 0 w 28"/>
              <a:gd name="T17" fmla="*/ 4 h 32"/>
              <a:gd name="T18" fmla="*/ 0 w 28"/>
              <a:gd name="T19" fmla="*/ 4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8" h="32">
                <a:moveTo>
                  <a:pt x="0" y="4"/>
                </a:moveTo>
                <a:lnTo>
                  <a:pt x="12" y="4"/>
                </a:lnTo>
                <a:lnTo>
                  <a:pt x="12" y="32"/>
                </a:lnTo>
                <a:lnTo>
                  <a:pt x="16" y="32"/>
                </a:lnTo>
                <a:lnTo>
                  <a:pt x="16" y="4"/>
                </a:lnTo>
                <a:lnTo>
                  <a:pt x="28" y="4"/>
                </a:lnTo>
                <a:lnTo>
                  <a:pt x="28" y="0"/>
                </a:lnTo>
                <a:lnTo>
                  <a:pt x="0" y="0"/>
                </a:lnTo>
                <a:lnTo>
                  <a:pt x="0" y="4"/>
                </a:lnTo>
                <a:lnTo>
                  <a:pt x="0" y="4"/>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7" name="Freeform 25"/>
          <p:cNvSpPr>
            <a:spLocks/>
          </p:cNvSpPr>
          <p:nvPr userDrawn="1"/>
        </p:nvSpPr>
        <p:spPr bwMode="auto">
          <a:xfrm>
            <a:off x="8072438" y="800100"/>
            <a:ext cx="44450" cy="50800"/>
          </a:xfrm>
          <a:custGeom>
            <a:avLst/>
            <a:gdLst>
              <a:gd name="T0" fmla="*/ 22 w 28"/>
              <a:gd name="T1" fmla="*/ 12 h 32"/>
              <a:gd name="T2" fmla="*/ 6 w 28"/>
              <a:gd name="T3" fmla="*/ 12 h 32"/>
              <a:gd name="T4" fmla="*/ 6 w 28"/>
              <a:gd name="T5" fmla="*/ 0 h 32"/>
              <a:gd name="T6" fmla="*/ 0 w 28"/>
              <a:gd name="T7" fmla="*/ 0 h 32"/>
              <a:gd name="T8" fmla="*/ 0 w 28"/>
              <a:gd name="T9" fmla="*/ 32 h 32"/>
              <a:gd name="T10" fmla="*/ 6 w 28"/>
              <a:gd name="T11" fmla="*/ 32 h 32"/>
              <a:gd name="T12" fmla="*/ 6 w 28"/>
              <a:gd name="T13" fmla="*/ 18 h 32"/>
              <a:gd name="T14" fmla="*/ 22 w 28"/>
              <a:gd name="T15" fmla="*/ 18 h 32"/>
              <a:gd name="T16" fmla="*/ 22 w 28"/>
              <a:gd name="T17" fmla="*/ 32 h 32"/>
              <a:gd name="T18" fmla="*/ 28 w 28"/>
              <a:gd name="T19" fmla="*/ 32 h 32"/>
              <a:gd name="T20" fmla="*/ 28 w 28"/>
              <a:gd name="T21" fmla="*/ 0 h 32"/>
              <a:gd name="T22" fmla="*/ 22 w 28"/>
              <a:gd name="T23" fmla="*/ 0 h 32"/>
              <a:gd name="T24" fmla="*/ 22 w 28"/>
              <a:gd name="T25" fmla="*/ 12 h 32"/>
              <a:gd name="T26" fmla="*/ 22 w 28"/>
              <a:gd name="T27" fmla="*/ 1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8" h="32">
                <a:moveTo>
                  <a:pt x="22" y="12"/>
                </a:moveTo>
                <a:lnTo>
                  <a:pt x="6" y="12"/>
                </a:lnTo>
                <a:lnTo>
                  <a:pt x="6" y="0"/>
                </a:lnTo>
                <a:lnTo>
                  <a:pt x="0" y="0"/>
                </a:lnTo>
                <a:lnTo>
                  <a:pt x="0" y="32"/>
                </a:lnTo>
                <a:lnTo>
                  <a:pt x="6" y="32"/>
                </a:lnTo>
                <a:lnTo>
                  <a:pt x="6" y="18"/>
                </a:lnTo>
                <a:lnTo>
                  <a:pt x="22" y="18"/>
                </a:lnTo>
                <a:lnTo>
                  <a:pt x="22" y="32"/>
                </a:lnTo>
                <a:lnTo>
                  <a:pt x="28" y="32"/>
                </a:lnTo>
                <a:lnTo>
                  <a:pt x="28" y="0"/>
                </a:lnTo>
                <a:lnTo>
                  <a:pt x="22" y="0"/>
                </a:lnTo>
                <a:lnTo>
                  <a:pt x="22" y="12"/>
                </a:lnTo>
                <a:lnTo>
                  <a:pt x="22" y="12"/>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8" name="Freeform 26"/>
          <p:cNvSpPr>
            <a:spLocks noEditPoints="1"/>
          </p:cNvSpPr>
          <p:nvPr userDrawn="1"/>
        </p:nvSpPr>
        <p:spPr bwMode="auto">
          <a:xfrm>
            <a:off x="8126413" y="796925"/>
            <a:ext cx="50800" cy="53975"/>
          </a:xfrm>
          <a:custGeom>
            <a:avLst/>
            <a:gdLst>
              <a:gd name="T0" fmla="*/ 8 w 16"/>
              <a:gd name="T1" fmla="*/ 0 h 17"/>
              <a:gd name="T2" fmla="*/ 0 w 16"/>
              <a:gd name="T3" fmla="*/ 9 h 17"/>
              <a:gd name="T4" fmla="*/ 8 w 16"/>
              <a:gd name="T5" fmla="*/ 17 h 17"/>
              <a:gd name="T6" fmla="*/ 16 w 16"/>
              <a:gd name="T7" fmla="*/ 9 h 17"/>
              <a:gd name="T8" fmla="*/ 8 w 16"/>
              <a:gd name="T9" fmla="*/ 0 h 17"/>
              <a:gd name="T10" fmla="*/ 8 w 16"/>
              <a:gd name="T11" fmla="*/ 15 h 17"/>
              <a:gd name="T12" fmla="*/ 2 w 16"/>
              <a:gd name="T13" fmla="*/ 9 h 17"/>
              <a:gd name="T14" fmla="*/ 8 w 16"/>
              <a:gd name="T15" fmla="*/ 3 h 17"/>
              <a:gd name="T16" fmla="*/ 14 w 16"/>
              <a:gd name="T17" fmla="*/ 9 h 17"/>
              <a:gd name="T18" fmla="*/ 8 w 16"/>
              <a:gd name="T19" fmla="*/ 15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6" h="17">
                <a:moveTo>
                  <a:pt x="8" y="0"/>
                </a:moveTo>
                <a:cubicBezTo>
                  <a:pt x="3" y="0"/>
                  <a:pt x="0" y="4"/>
                  <a:pt x="0" y="9"/>
                </a:cubicBezTo>
                <a:cubicBezTo>
                  <a:pt x="0" y="13"/>
                  <a:pt x="2" y="17"/>
                  <a:pt x="8" y="17"/>
                </a:cubicBezTo>
                <a:cubicBezTo>
                  <a:pt x="14" y="17"/>
                  <a:pt x="16" y="13"/>
                  <a:pt x="16" y="9"/>
                </a:cubicBezTo>
                <a:cubicBezTo>
                  <a:pt x="16" y="5"/>
                  <a:pt x="14" y="0"/>
                  <a:pt x="8" y="0"/>
                </a:cubicBezTo>
                <a:close/>
                <a:moveTo>
                  <a:pt x="8" y="15"/>
                </a:moveTo>
                <a:cubicBezTo>
                  <a:pt x="4" y="15"/>
                  <a:pt x="2" y="12"/>
                  <a:pt x="2" y="9"/>
                </a:cubicBezTo>
                <a:cubicBezTo>
                  <a:pt x="2" y="6"/>
                  <a:pt x="4" y="3"/>
                  <a:pt x="8" y="3"/>
                </a:cubicBezTo>
                <a:cubicBezTo>
                  <a:pt x="12" y="3"/>
                  <a:pt x="14" y="6"/>
                  <a:pt x="14" y="9"/>
                </a:cubicBezTo>
                <a:cubicBezTo>
                  <a:pt x="14" y="12"/>
                  <a:pt x="12" y="15"/>
                  <a:pt x="8" y="15"/>
                </a:cubicBez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9" name="Freeform 27"/>
          <p:cNvSpPr>
            <a:spLocks/>
          </p:cNvSpPr>
          <p:nvPr userDrawn="1"/>
        </p:nvSpPr>
        <p:spPr bwMode="auto">
          <a:xfrm>
            <a:off x="8186738" y="800100"/>
            <a:ext cx="34925" cy="50800"/>
          </a:xfrm>
          <a:custGeom>
            <a:avLst/>
            <a:gdLst>
              <a:gd name="T0" fmla="*/ 6 w 22"/>
              <a:gd name="T1" fmla="*/ 0 h 32"/>
              <a:gd name="T2" fmla="*/ 0 w 22"/>
              <a:gd name="T3" fmla="*/ 0 h 32"/>
              <a:gd name="T4" fmla="*/ 0 w 22"/>
              <a:gd name="T5" fmla="*/ 32 h 32"/>
              <a:gd name="T6" fmla="*/ 22 w 22"/>
              <a:gd name="T7" fmla="*/ 32 h 32"/>
              <a:gd name="T8" fmla="*/ 22 w 22"/>
              <a:gd name="T9" fmla="*/ 28 h 32"/>
              <a:gd name="T10" fmla="*/ 6 w 22"/>
              <a:gd name="T11" fmla="*/ 28 h 32"/>
              <a:gd name="T12" fmla="*/ 6 w 22"/>
              <a:gd name="T13" fmla="*/ 0 h 32"/>
              <a:gd name="T14" fmla="*/ 6 w 22"/>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 h="32">
                <a:moveTo>
                  <a:pt x="6" y="0"/>
                </a:moveTo>
                <a:lnTo>
                  <a:pt x="0" y="0"/>
                </a:lnTo>
                <a:lnTo>
                  <a:pt x="0" y="32"/>
                </a:lnTo>
                <a:lnTo>
                  <a:pt x="22" y="32"/>
                </a:lnTo>
                <a:lnTo>
                  <a:pt x="22" y="28"/>
                </a:lnTo>
                <a:lnTo>
                  <a:pt x="6" y="28"/>
                </a:lnTo>
                <a:lnTo>
                  <a:pt x="6" y="0"/>
                </a:lnTo>
                <a:lnTo>
                  <a:pt x="6" y="0"/>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0" name="Freeform 28"/>
          <p:cNvSpPr>
            <a:spLocks/>
          </p:cNvSpPr>
          <p:nvPr userDrawn="1"/>
        </p:nvSpPr>
        <p:spPr bwMode="auto">
          <a:xfrm>
            <a:off x="8231188" y="800100"/>
            <a:ext cx="6350" cy="50800"/>
          </a:xfrm>
          <a:custGeom>
            <a:avLst/>
            <a:gdLst>
              <a:gd name="T0" fmla="*/ 0 w 4"/>
              <a:gd name="T1" fmla="*/ 32 h 32"/>
              <a:gd name="T2" fmla="*/ 4 w 4"/>
              <a:gd name="T3" fmla="*/ 32 h 32"/>
              <a:gd name="T4" fmla="*/ 4 w 4"/>
              <a:gd name="T5" fmla="*/ 0 h 32"/>
              <a:gd name="T6" fmla="*/ 0 w 4"/>
              <a:gd name="T7" fmla="*/ 0 h 32"/>
              <a:gd name="T8" fmla="*/ 0 w 4"/>
              <a:gd name="T9" fmla="*/ 32 h 32"/>
              <a:gd name="T10" fmla="*/ 0 w 4"/>
              <a:gd name="T11" fmla="*/ 32 h 32"/>
            </a:gdLst>
            <a:ahLst/>
            <a:cxnLst>
              <a:cxn ang="0">
                <a:pos x="T0" y="T1"/>
              </a:cxn>
              <a:cxn ang="0">
                <a:pos x="T2" y="T3"/>
              </a:cxn>
              <a:cxn ang="0">
                <a:pos x="T4" y="T5"/>
              </a:cxn>
              <a:cxn ang="0">
                <a:pos x="T6" y="T7"/>
              </a:cxn>
              <a:cxn ang="0">
                <a:pos x="T8" y="T9"/>
              </a:cxn>
              <a:cxn ang="0">
                <a:pos x="T10" y="T11"/>
              </a:cxn>
            </a:cxnLst>
            <a:rect l="0" t="0" r="r" b="b"/>
            <a:pathLst>
              <a:path w="4" h="32">
                <a:moveTo>
                  <a:pt x="0" y="32"/>
                </a:moveTo>
                <a:lnTo>
                  <a:pt x="4" y="32"/>
                </a:lnTo>
                <a:lnTo>
                  <a:pt x="4" y="0"/>
                </a:lnTo>
                <a:lnTo>
                  <a:pt x="0" y="0"/>
                </a:lnTo>
                <a:lnTo>
                  <a:pt x="0" y="32"/>
                </a:lnTo>
                <a:lnTo>
                  <a:pt x="0" y="32"/>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1" name="Freeform 29"/>
          <p:cNvSpPr>
            <a:spLocks/>
          </p:cNvSpPr>
          <p:nvPr userDrawn="1"/>
        </p:nvSpPr>
        <p:spPr bwMode="auto">
          <a:xfrm>
            <a:off x="8247063" y="796925"/>
            <a:ext cx="47625" cy="53975"/>
          </a:xfrm>
          <a:custGeom>
            <a:avLst/>
            <a:gdLst>
              <a:gd name="T0" fmla="*/ 13 w 15"/>
              <a:gd name="T1" fmla="*/ 13 h 17"/>
              <a:gd name="T2" fmla="*/ 9 w 15"/>
              <a:gd name="T3" fmla="*/ 15 h 17"/>
              <a:gd name="T4" fmla="*/ 3 w 15"/>
              <a:gd name="T5" fmla="*/ 9 h 17"/>
              <a:gd name="T6" fmla="*/ 9 w 15"/>
              <a:gd name="T7" fmla="*/ 3 h 17"/>
              <a:gd name="T8" fmla="*/ 13 w 15"/>
              <a:gd name="T9" fmla="*/ 5 h 17"/>
              <a:gd name="T10" fmla="*/ 13 w 15"/>
              <a:gd name="T11" fmla="*/ 5 h 17"/>
              <a:gd name="T12" fmla="*/ 15 w 15"/>
              <a:gd name="T13" fmla="*/ 3 h 17"/>
              <a:gd name="T14" fmla="*/ 15 w 15"/>
              <a:gd name="T15" fmla="*/ 3 h 17"/>
              <a:gd name="T16" fmla="*/ 9 w 15"/>
              <a:gd name="T17" fmla="*/ 0 h 17"/>
              <a:gd name="T18" fmla="*/ 3 w 15"/>
              <a:gd name="T19" fmla="*/ 3 h 17"/>
              <a:gd name="T20" fmla="*/ 0 w 15"/>
              <a:gd name="T21" fmla="*/ 9 h 17"/>
              <a:gd name="T22" fmla="*/ 9 w 15"/>
              <a:gd name="T23" fmla="*/ 17 h 17"/>
              <a:gd name="T24" fmla="*/ 15 w 15"/>
              <a:gd name="T25" fmla="*/ 15 h 17"/>
              <a:gd name="T26" fmla="*/ 15 w 15"/>
              <a:gd name="T27" fmla="*/ 15 h 17"/>
              <a:gd name="T28" fmla="*/ 13 w 15"/>
              <a:gd name="T29" fmla="*/ 13 h 17"/>
              <a:gd name="T30" fmla="*/ 13 w 15"/>
              <a:gd name="T31" fmla="*/ 13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5" h="17">
                <a:moveTo>
                  <a:pt x="13" y="13"/>
                </a:moveTo>
                <a:cubicBezTo>
                  <a:pt x="12" y="14"/>
                  <a:pt x="10" y="15"/>
                  <a:pt x="9" y="15"/>
                </a:cubicBezTo>
                <a:cubicBezTo>
                  <a:pt x="5" y="15"/>
                  <a:pt x="3" y="12"/>
                  <a:pt x="3" y="9"/>
                </a:cubicBezTo>
                <a:cubicBezTo>
                  <a:pt x="3" y="6"/>
                  <a:pt x="5" y="3"/>
                  <a:pt x="9" y="3"/>
                </a:cubicBezTo>
                <a:cubicBezTo>
                  <a:pt x="10" y="3"/>
                  <a:pt x="12" y="3"/>
                  <a:pt x="13" y="5"/>
                </a:cubicBezTo>
                <a:cubicBezTo>
                  <a:pt x="13" y="5"/>
                  <a:pt x="13" y="5"/>
                  <a:pt x="13" y="5"/>
                </a:cubicBezTo>
                <a:cubicBezTo>
                  <a:pt x="15" y="3"/>
                  <a:pt x="15" y="3"/>
                  <a:pt x="15" y="3"/>
                </a:cubicBezTo>
                <a:cubicBezTo>
                  <a:pt x="15" y="3"/>
                  <a:pt x="15" y="3"/>
                  <a:pt x="15" y="3"/>
                </a:cubicBezTo>
                <a:cubicBezTo>
                  <a:pt x="13" y="1"/>
                  <a:pt x="11" y="0"/>
                  <a:pt x="9" y="0"/>
                </a:cubicBezTo>
                <a:cubicBezTo>
                  <a:pt x="6" y="0"/>
                  <a:pt x="4" y="1"/>
                  <a:pt x="3" y="3"/>
                </a:cubicBezTo>
                <a:cubicBezTo>
                  <a:pt x="1" y="4"/>
                  <a:pt x="0" y="7"/>
                  <a:pt x="0" y="9"/>
                </a:cubicBezTo>
                <a:cubicBezTo>
                  <a:pt x="0" y="13"/>
                  <a:pt x="3" y="17"/>
                  <a:pt x="9" y="17"/>
                </a:cubicBezTo>
                <a:cubicBezTo>
                  <a:pt x="11" y="17"/>
                  <a:pt x="13" y="16"/>
                  <a:pt x="15" y="15"/>
                </a:cubicBezTo>
                <a:cubicBezTo>
                  <a:pt x="15" y="15"/>
                  <a:pt x="15" y="15"/>
                  <a:pt x="15" y="15"/>
                </a:cubicBezTo>
                <a:cubicBezTo>
                  <a:pt x="13" y="13"/>
                  <a:pt x="13" y="13"/>
                  <a:pt x="13" y="13"/>
                </a:cubicBezTo>
                <a:cubicBezTo>
                  <a:pt x="13" y="13"/>
                  <a:pt x="13" y="13"/>
                  <a:pt x="13" y="13"/>
                </a:cubicBez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2" name="Freeform 30"/>
          <p:cNvSpPr>
            <a:spLocks/>
          </p:cNvSpPr>
          <p:nvPr userDrawn="1"/>
        </p:nvSpPr>
        <p:spPr bwMode="auto">
          <a:xfrm>
            <a:off x="8329613" y="800100"/>
            <a:ext cx="41275" cy="50800"/>
          </a:xfrm>
          <a:custGeom>
            <a:avLst/>
            <a:gdLst>
              <a:gd name="T0" fmla="*/ 11 w 13"/>
              <a:gd name="T1" fmla="*/ 9 h 16"/>
              <a:gd name="T2" fmla="*/ 7 w 13"/>
              <a:gd name="T3" fmla="*/ 14 h 16"/>
              <a:gd name="T4" fmla="*/ 2 w 13"/>
              <a:gd name="T5" fmla="*/ 9 h 16"/>
              <a:gd name="T6" fmla="*/ 2 w 13"/>
              <a:gd name="T7" fmla="*/ 0 h 16"/>
              <a:gd name="T8" fmla="*/ 0 w 13"/>
              <a:gd name="T9" fmla="*/ 0 h 16"/>
              <a:gd name="T10" fmla="*/ 0 w 13"/>
              <a:gd name="T11" fmla="*/ 9 h 16"/>
              <a:gd name="T12" fmla="*/ 7 w 13"/>
              <a:gd name="T13" fmla="*/ 16 h 16"/>
              <a:gd name="T14" fmla="*/ 13 w 13"/>
              <a:gd name="T15" fmla="*/ 9 h 16"/>
              <a:gd name="T16" fmla="*/ 13 w 13"/>
              <a:gd name="T17" fmla="*/ 0 h 16"/>
              <a:gd name="T18" fmla="*/ 11 w 13"/>
              <a:gd name="T19" fmla="*/ 0 h 16"/>
              <a:gd name="T20" fmla="*/ 11 w 13"/>
              <a:gd name="T21" fmla="*/ 9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 h="16">
                <a:moveTo>
                  <a:pt x="11" y="9"/>
                </a:moveTo>
                <a:cubicBezTo>
                  <a:pt x="11" y="12"/>
                  <a:pt x="9" y="14"/>
                  <a:pt x="7" y="14"/>
                </a:cubicBezTo>
                <a:cubicBezTo>
                  <a:pt x="5" y="14"/>
                  <a:pt x="2" y="12"/>
                  <a:pt x="2" y="9"/>
                </a:cubicBezTo>
                <a:cubicBezTo>
                  <a:pt x="2" y="0"/>
                  <a:pt x="2" y="0"/>
                  <a:pt x="2" y="0"/>
                </a:cubicBezTo>
                <a:cubicBezTo>
                  <a:pt x="0" y="0"/>
                  <a:pt x="0" y="0"/>
                  <a:pt x="0" y="0"/>
                </a:cubicBezTo>
                <a:cubicBezTo>
                  <a:pt x="0" y="9"/>
                  <a:pt x="0" y="9"/>
                  <a:pt x="0" y="9"/>
                </a:cubicBezTo>
                <a:cubicBezTo>
                  <a:pt x="0" y="14"/>
                  <a:pt x="3" y="16"/>
                  <a:pt x="7" y="16"/>
                </a:cubicBezTo>
                <a:cubicBezTo>
                  <a:pt x="10" y="16"/>
                  <a:pt x="13" y="14"/>
                  <a:pt x="13" y="9"/>
                </a:cubicBezTo>
                <a:cubicBezTo>
                  <a:pt x="13" y="0"/>
                  <a:pt x="13" y="0"/>
                  <a:pt x="13" y="0"/>
                </a:cubicBezTo>
                <a:cubicBezTo>
                  <a:pt x="11" y="0"/>
                  <a:pt x="11" y="0"/>
                  <a:pt x="11" y="0"/>
                </a:cubicBezTo>
                <a:cubicBezTo>
                  <a:pt x="11" y="9"/>
                  <a:pt x="11" y="9"/>
                  <a:pt x="11" y="9"/>
                </a:cubicBez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3" name="Freeform 31"/>
          <p:cNvSpPr>
            <a:spLocks/>
          </p:cNvSpPr>
          <p:nvPr userDrawn="1"/>
        </p:nvSpPr>
        <p:spPr bwMode="auto">
          <a:xfrm>
            <a:off x="8386763" y="800100"/>
            <a:ext cx="41275" cy="50800"/>
          </a:xfrm>
          <a:custGeom>
            <a:avLst/>
            <a:gdLst>
              <a:gd name="T0" fmla="*/ 20 w 26"/>
              <a:gd name="T1" fmla="*/ 22 h 32"/>
              <a:gd name="T2" fmla="*/ 2 w 26"/>
              <a:gd name="T3" fmla="*/ 0 h 32"/>
              <a:gd name="T4" fmla="*/ 0 w 26"/>
              <a:gd name="T5" fmla="*/ 0 h 32"/>
              <a:gd name="T6" fmla="*/ 0 w 26"/>
              <a:gd name="T7" fmla="*/ 32 h 32"/>
              <a:gd name="T8" fmla="*/ 4 w 26"/>
              <a:gd name="T9" fmla="*/ 32 h 32"/>
              <a:gd name="T10" fmla="*/ 4 w 26"/>
              <a:gd name="T11" fmla="*/ 10 h 32"/>
              <a:gd name="T12" fmla="*/ 22 w 26"/>
              <a:gd name="T13" fmla="*/ 32 h 32"/>
              <a:gd name="T14" fmla="*/ 26 w 26"/>
              <a:gd name="T15" fmla="*/ 32 h 32"/>
              <a:gd name="T16" fmla="*/ 26 w 26"/>
              <a:gd name="T17" fmla="*/ 0 h 32"/>
              <a:gd name="T18" fmla="*/ 20 w 26"/>
              <a:gd name="T19" fmla="*/ 0 h 32"/>
              <a:gd name="T20" fmla="*/ 20 w 26"/>
              <a:gd name="T21" fmla="*/ 22 h 32"/>
              <a:gd name="T22" fmla="*/ 20 w 26"/>
              <a:gd name="T23" fmla="*/ 2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6" h="32">
                <a:moveTo>
                  <a:pt x="20" y="22"/>
                </a:moveTo>
                <a:lnTo>
                  <a:pt x="2" y="0"/>
                </a:lnTo>
                <a:lnTo>
                  <a:pt x="0" y="0"/>
                </a:lnTo>
                <a:lnTo>
                  <a:pt x="0" y="32"/>
                </a:lnTo>
                <a:lnTo>
                  <a:pt x="4" y="32"/>
                </a:lnTo>
                <a:lnTo>
                  <a:pt x="4" y="10"/>
                </a:lnTo>
                <a:lnTo>
                  <a:pt x="22" y="32"/>
                </a:lnTo>
                <a:lnTo>
                  <a:pt x="26" y="32"/>
                </a:lnTo>
                <a:lnTo>
                  <a:pt x="26" y="0"/>
                </a:lnTo>
                <a:lnTo>
                  <a:pt x="20" y="0"/>
                </a:lnTo>
                <a:lnTo>
                  <a:pt x="20" y="22"/>
                </a:lnTo>
                <a:lnTo>
                  <a:pt x="20" y="22"/>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4" name="Freeform 32"/>
          <p:cNvSpPr>
            <a:spLocks/>
          </p:cNvSpPr>
          <p:nvPr userDrawn="1"/>
        </p:nvSpPr>
        <p:spPr bwMode="auto">
          <a:xfrm>
            <a:off x="8440738" y="800100"/>
            <a:ext cx="9525" cy="50800"/>
          </a:xfrm>
          <a:custGeom>
            <a:avLst/>
            <a:gdLst>
              <a:gd name="T0" fmla="*/ 0 w 6"/>
              <a:gd name="T1" fmla="*/ 32 h 32"/>
              <a:gd name="T2" fmla="*/ 6 w 6"/>
              <a:gd name="T3" fmla="*/ 32 h 32"/>
              <a:gd name="T4" fmla="*/ 6 w 6"/>
              <a:gd name="T5" fmla="*/ 0 h 32"/>
              <a:gd name="T6" fmla="*/ 0 w 6"/>
              <a:gd name="T7" fmla="*/ 0 h 32"/>
              <a:gd name="T8" fmla="*/ 0 w 6"/>
              <a:gd name="T9" fmla="*/ 32 h 32"/>
              <a:gd name="T10" fmla="*/ 0 w 6"/>
              <a:gd name="T11" fmla="*/ 32 h 32"/>
            </a:gdLst>
            <a:ahLst/>
            <a:cxnLst>
              <a:cxn ang="0">
                <a:pos x="T0" y="T1"/>
              </a:cxn>
              <a:cxn ang="0">
                <a:pos x="T2" y="T3"/>
              </a:cxn>
              <a:cxn ang="0">
                <a:pos x="T4" y="T5"/>
              </a:cxn>
              <a:cxn ang="0">
                <a:pos x="T6" y="T7"/>
              </a:cxn>
              <a:cxn ang="0">
                <a:pos x="T8" y="T9"/>
              </a:cxn>
              <a:cxn ang="0">
                <a:pos x="T10" y="T11"/>
              </a:cxn>
            </a:cxnLst>
            <a:rect l="0" t="0" r="r" b="b"/>
            <a:pathLst>
              <a:path w="6" h="32">
                <a:moveTo>
                  <a:pt x="0" y="32"/>
                </a:moveTo>
                <a:lnTo>
                  <a:pt x="6" y="32"/>
                </a:lnTo>
                <a:lnTo>
                  <a:pt x="6" y="0"/>
                </a:lnTo>
                <a:lnTo>
                  <a:pt x="0" y="0"/>
                </a:lnTo>
                <a:lnTo>
                  <a:pt x="0" y="32"/>
                </a:lnTo>
                <a:lnTo>
                  <a:pt x="0" y="32"/>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5" name="Freeform 33"/>
          <p:cNvSpPr>
            <a:spLocks/>
          </p:cNvSpPr>
          <p:nvPr userDrawn="1"/>
        </p:nvSpPr>
        <p:spPr bwMode="auto">
          <a:xfrm>
            <a:off x="8459788" y="800100"/>
            <a:ext cx="50800" cy="50800"/>
          </a:xfrm>
          <a:custGeom>
            <a:avLst/>
            <a:gdLst>
              <a:gd name="T0" fmla="*/ 6 w 32"/>
              <a:gd name="T1" fmla="*/ 0 h 32"/>
              <a:gd name="T2" fmla="*/ 0 w 32"/>
              <a:gd name="T3" fmla="*/ 0 h 32"/>
              <a:gd name="T4" fmla="*/ 12 w 32"/>
              <a:gd name="T5" fmla="*/ 32 h 32"/>
              <a:gd name="T6" fmla="*/ 18 w 32"/>
              <a:gd name="T7" fmla="*/ 32 h 32"/>
              <a:gd name="T8" fmla="*/ 32 w 32"/>
              <a:gd name="T9" fmla="*/ 0 h 32"/>
              <a:gd name="T10" fmla="*/ 26 w 32"/>
              <a:gd name="T11" fmla="*/ 0 h 32"/>
              <a:gd name="T12" fmla="*/ 16 w 32"/>
              <a:gd name="T13" fmla="*/ 26 h 32"/>
              <a:gd name="T14" fmla="*/ 6 w 32"/>
              <a:gd name="T15" fmla="*/ 0 h 32"/>
              <a:gd name="T16" fmla="*/ 6 w 32"/>
              <a:gd name="T17"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 h="32">
                <a:moveTo>
                  <a:pt x="6" y="0"/>
                </a:moveTo>
                <a:lnTo>
                  <a:pt x="0" y="0"/>
                </a:lnTo>
                <a:lnTo>
                  <a:pt x="12" y="32"/>
                </a:lnTo>
                <a:lnTo>
                  <a:pt x="18" y="32"/>
                </a:lnTo>
                <a:lnTo>
                  <a:pt x="32" y="0"/>
                </a:lnTo>
                <a:lnTo>
                  <a:pt x="26" y="0"/>
                </a:lnTo>
                <a:lnTo>
                  <a:pt x="16" y="26"/>
                </a:lnTo>
                <a:lnTo>
                  <a:pt x="6" y="0"/>
                </a:lnTo>
                <a:lnTo>
                  <a:pt x="6" y="0"/>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6" name="Freeform 34"/>
          <p:cNvSpPr>
            <a:spLocks/>
          </p:cNvSpPr>
          <p:nvPr userDrawn="1"/>
        </p:nvSpPr>
        <p:spPr bwMode="auto">
          <a:xfrm>
            <a:off x="8516938" y="800100"/>
            <a:ext cx="38100" cy="50800"/>
          </a:xfrm>
          <a:custGeom>
            <a:avLst/>
            <a:gdLst>
              <a:gd name="T0" fmla="*/ 6 w 24"/>
              <a:gd name="T1" fmla="*/ 18 h 32"/>
              <a:gd name="T2" fmla="*/ 24 w 24"/>
              <a:gd name="T3" fmla="*/ 18 h 32"/>
              <a:gd name="T4" fmla="*/ 24 w 24"/>
              <a:gd name="T5" fmla="*/ 12 h 32"/>
              <a:gd name="T6" fmla="*/ 6 w 24"/>
              <a:gd name="T7" fmla="*/ 12 h 32"/>
              <a:gd name="T8" fmla="*/ 6 w 24"/>
              <a:gd name="T9" fmla="*/ 4 h 32"/>
              <a:gd name="T10" fmla="*/ 24 w 24"/>
              <a:gd name="T11" fmla="*/ 4 h 32"/>
              <a:gd name="T12" fmla="*/ 24 w 24"/>
              <a:gd name="T13" fmla="*/ 0 h 32"/>
              <a:gd name="T14" fmla="*/ 0 w 24"/>
              <a:gd name="T15" fmla="*/ 0 h 32"/>
              <a:gd name="T16" fmla="*/ 0 w 24"/>
              <a:gd name="T17" fmla="*/ 32 h 32"/>
              <a:gd name="T18" fmla="*/ 24 w 24"/>
              <a:gd name="T19" fmla="*/ 32 h 32"/>
              <a:gd name="T20" fmla="*/ 24 w 24"/>
              <a:gd name="T21" fmla="*/ 26 h 32"/>
              <a:gd name="T22" fmla="*/ 6 w 24"/>
              <a:gd name="T23" fmla="*/ 26 h 32"/>
              <a:gd name="T24" fmla="*/ 6 w 24"/>
              <a:gd name="T25" fmla="*/ 18 h 32"/>
              <a:gd name="T26" fmla="*/ 6 w 24"/>
              <a:gd name="T27" fmla="*/ 18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4" h="32">
                <a:moveTo>
                  <a:pt x="6" y="18"/>
                </a:moveTo>
                <a:lnTo>
                  <a:pt x="24" y="18"/>
                </a:lnTo>
                <a:lnTo>
                  <a:pt x="24" y="12"/>
                </a:lnTo>
                <a:lnTo>
                  <a:pt x="6" y="12"/>
                </a:lnTo>
                <a:lnTo>
                  <a:pt x="6" y="4"/>
                </a:lnTo>
                <a:lnTo>
                  <a:pt x="24" y="4"/>
                </a:lnTo>
                <a:lnTo>
                  <a:pt x="24" y="0"/>
                </a:lnTo>
                <a:lnTo>
                  <a:pt x="0" y="0"/>
                </a:lnTo>
                <a:lnTo>
                  <a:pt x="0" y="32"/>
                </a:lnTo>
                <a:lnTo>
                  <a:pt x="24" y="32"/>
                </a:lnTo>
                <a:lnTo>
                  <a:pt x="24" y="26"/>
                </a:lnTo>
                <a:lnTo>
                  <a:pt x="6" y="26"/>
                </a:lnTo>
                <a:lnTo>
                  <a:pt x="6" y="18"/>
                </a:lnTo>
                <a:lnTo>
                  <a:pt x="6" y="18"/>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7" name="Freeform 35"/>
          <p:cNvSpPr>
            <a:spLocks noEditPoints="1"/>
          </p:cNvSpPr>
          <p:nvPr userDrawn="1"/>
        </p:nvSpPr>
        <p:spPr bwMode="auto">
          <a:xfrm>
            <a:off x="8567738" y="800100"/>
            <a:ext cx="44450" cy="50800"/>
          </a:xfrm>
          <a:custGeom>
            <a:avLst/>
            <a:gdLst>
              <a:gd name="T0" fmla="*/ 13 w 14"/>
              <a:gd name="T1" fmla="*/ 5 h 16"/>
              <a:gd name="T2" fmla="*/ 7 w 14"/>
              <a:gd name="T3" fmla="*/ 0 h 16"/>
              <a:gd name="T4" fmla="*/ 0 w 14"/>
              <a:gd name="T5" fmla="*/ 0 h 16"/>
              <a:gd name="T6" fmla="*/ 0 w 14"/>
              <a:gd name="T7" fmla="*/ 16 h 16"/>
              <a:gd name="T8" fmla="*/ 2 w 14"/>
              <a:gd name="T9" fmla="*/ 16 h 16"/>
              <a:gd name="T10" fmla="*/ 2 w 14"/>
              <a:gd name="T11" fmla="*/ 10 h 16"/>
              <a:gd name="T12" fmla="*/ 6 w 14"/>
              <a:gd name="T13" fmla="*/ 10 h 16"/>
              <a:gd name="T14" fmla="*/ 11 w 14"/>
              <a:gd name="T15" fmla="*/ 16 h 16"/>
              <a:gd name="T16" fmla="*/ 14 w 14"/>
              <a:gd name="T17" fmla="*/ 16 h 16"/>
              <a:gd name="T18" fmla="*/ 9 w 14"/>
              <a:gd name="T19" fmla="*/ 10 h 16"/>
              <a:gd name="T20" fmla="*/ 13 w 14"/>
              <a:gd name="T21" fmla="*/ 5 h 16"/>
              <a:gd name="T22" fmla="*/ 2 w 14"/>
              <a:gd name="T23" fmla="*/ 2 h 16"/>
              <a:gd name="T24" fmla="*/ 7 w 14"/>
              <a:gd name="T25" fmla="*/ 2 h 16"/>
              <a:gd name="T26" fmla="*/ 10 w 14"/>
              <a:gd name="T27" fmla="*/ 5 h 16"/>
              <a:gd name="T28" fmla="*/ 7 w 14"/>
              <a:gd name="T29" fmla="*/ 8 h 16"/>
              <a:gd name="T30" fmla="*/ 2 w 14"/>
              <a:gd name="T31" fmla="*/ 8 h 16"/>
              <a:gd name="T32" fmla="*/ 2 w 14"/>
              <a:gd name="T33" fmla="*/ 2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4" h="16">
                <a:moveTo>
                  <a:pt x="13" y="5"/>
                </a:moveTo>
                <a:cubicBezTo>
                  <a:pt x="13" y="2"/>
                  <a:pt x="11" y="0"/>
                  <a:pt x="7" y="0"/>
                </a:cubicBezTo>
                <a:cubicBezTo>
                  <a:pt x="0" y="0"/>
                  <a:pt x="0" y="0"/>
                  <a:pt x="0" y="0"/>
                </a:cubicBezTo>
                <a:cubicBezTo>
                  <a:pt x="0" y="16"/>
                  <a:pt x="0" y="16"/>
                  <a:pt x="0" y="16"/>
                </a:cubicBezTo>
                <a:cubicBezTo>
                  <a:pt x="2" y="16"/>
                  <a:pt x="2" y="16"/>
                  <a:pt x="2" y="16"/>
                </a:cubicBezTo>
                <a:cubicBezTo>
                  <a:pt x="2" y="10"/>
                  <a:pt x="2" y="10"/>
                  <a:pt x="2" y="10"/>
                </a:cubicBezTo>
                <a:cubicBezTo>
                  <a:pt x="6" y="10"/>
                  <a:pt x="6" y="10"/>
                  <a:pt x="6" y="10"/>
                </a:cubicBezTo>
                <a:cubicBezTo>
                  <a:pt x="11" y="16"/>
                  <a:pt x="11" y="16"/>
                  <a:pt x="11" y="16"/>
                </a:cubicBezTo>
                <a:cubicBezTo>
                  <a:pt x="14" y="16"/>
                  <a:pt x="14" y="16"/>
                  <a:pt x="14" y="16"/>
                </a:cubicBezTo>
                <a:cubicBezTo>
                  <a:pt x="9" y="10"/>
                  <a:pt x="9" y="10"/>
                  <a:pt x="9" y="10"/>
                </a:cubicBezTo>
                <a:cubicBezTo>
                  <a:pt x="11" y="10"/>
                  <a:pt x="13" y="8"/>
                  <a:pt x="13" y="5"/>
                </a:cubicBezTo>
                <a:close/>
                <a:moveTo>
                  <a:pt x="2" y="2"/>
                </a:moveTo>
                <a:cubicBezTo>
                  <a:pt x="7" y="2"/>
                  <a:pt x="7" y="2"/>
                  <a:pt x="7" y="2"/>
                </a:cubicBezTo>
                <a:cubicBezTo>
                  <a:pt x="9" y="2"/>
                  <a:pt x="10" y="4"/>
                  <a:pt x="10" y="5"/>
                </a:cubicBezTo>
                <a:cubicBezTo>
                  <a:pt x="10" y="6"/>
                  <a:pt x="9" y="8"/>
                  <a:pt x="7" y="8"/>
                </a:cubicBezTo>
                <a:cubicBezTo>
                  <a:pt x="2" y="8"/>
                  <a:pt x="2" y="8"/>
                  <a:pt x="2" y="8"/>
                </a:cubicBezTo>
                <a:cubicBezTo>
                  <a:pt x="2" y="2"/>
                  <a:pt x="2" y="2"/>
                  <a:pt x="2" y="2"/>
                </a:cubicBez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8" name="Freeform 36"/>
          <p:cNvSpPr>
            <a:spLocks/>
          </p:cNvSpPr>
          <p:nvPr userDrawn="1"/>
        </p:nvSpPr>
        <p:spPr bwMode="auto">
          <a:xfrm>
            <a:off x="8615363" y="796925"/>
            <a:ext cx="44450" cy="53975"/>
          </a:xfrm>
          <a:custGeom>
            <a:avLst/>
            <a:gdLst>
              <a:gd name="T0" fmla="*/ 8 w 14"/>
              <a:gd name="T1" fmla="*/ 7 h 17"/>
              <a:gd name="T2" fmla="*/ 4 w 14"/>
              <a:gd name="T3" fmla="*/ 5 h 17"/>
              <a:gd name="T4" fmla="*/ 7 w 14"/>
              <a:gd name="T5" fmla="*/ 3 h 17"/>
              <a:gd name="T6" fmla="*/ 12 w 14"/>
              <a:gd name="T7" fmla="*/ 5 h 17"/>
              <a:gd name="T8" fmla="*/ 12 w 14"/>
              <a:gd name="T9" fmla="*/ 5 h 17"/>
              <a:gd name="T10" fmla="*/ 14 w 14"/>
              <a:gd name="T11" fmla="*/ 4 h 17"/>
              <a:gd name="T12" fmla="*/ 14 w 14"/>
              <a:gd name="T13" fmla="*/ 3 h 17"/>
              <a:gd name="T14" fmla="*/ 7 w 14"/>
              <a:gd name="T15" fmla="*/ 0 h 17"/>
              <a:gd name="T16" fmla="*/ 2 w 14"/>
              <a:gd name="T17" fmla="*/ 2 h 17"/>
              <a:gd name="T18" fmla="*/ 1 w 14"/>
              <a:gd name="T19" fmla="*/ 5 h 17"/>
              <a:gd name="T20" fmla="*/ 7 w 14"/>
              <a:gd name="T21" fmla="*/ 10 h 17"/>
              <a:gd name="T22" fmla="*/ 12 w 14"/>
              <a:gd name="T23" fmla="*/ 12 h 17"/>
              <a:gd name="T24" fmla="*/ 7 w 14"/>
              <a:gd name="T25" fmla="*/ 15 h 17"/>
              <a:gd name="T26" fmla="*/ 3 w 14"/>
              <a:gd name="T27" fmla="*/ 12 h 17"/>
              <a:gd name="T28" fmla="*/ 2 w 14"/>
              <a:gd name="T29" fmla="*/ 12 h 17"/>
              <a:gd name="T30" fmla="*/ 0 w 14"/>
              <a:gd name="T31" fmla="*/ 13 h 17"/>
              <a:gd name="T32" fmla="*/ 0 w 14"/>
              <a:gd name="T33" fmla="*/ 14 h 17"/>
              <a:gd name="T34" fmla="*/ 7 w 14"/>
              <a:gd name="T35" fmla="*/ 17 h 17"/>
              <a:gd name="T36" fmla="*/ 14 w 14"/>
              <a:gd name="T37" fmla="*/ 12 h 17"/>
              <a:gd name="T38" fmla="*/ 8 w 14"/>
              <a:gd name="T39" fmla="*/ 7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4" h="17">
                <a:moveTo>
                  <a:pt x="8" y="7"/>
                </a:moveTo>
                <a:cubicBezTo>
                  <a:pt x="5" y="7"/>
                  <a:pt x="4" y="6"/>
                  <a:pt x="4" y="5"/>
                </a:cubicBezTo>
                <a:cubicBezTo>
                  <a:pt x="4" y="4"/>
                  <a:pt x="5" y="3"/>
                  <a:pt x="7" y="3"/>
                </a:cubicBezTo>
                <a:cubicBezTo>
                  <a:pt x="9" y="3"/>
                  <a:pt x="11" y="3"/>
                  <a:pt x="12" y="5"/>
                </a:cubicBezTo>
                <a:cubicBezTo>
                  <a:pt x="12" y="5"/>
                  <a:pt x="12" y="5"/>
                  <a:pt x="12" y="5"/>
                </a:cubicBezTo>
                <a:cubicBezTo>
                  <a:pt x="14" y="4"/>
                  <a:pt x="14" y="4"/>
                  <a:pt x="14" y="4"/>
                </a:cubicBezTo>
                <a:cubicBezTo>
                  <a:pt x="14" y="3"/>
                  <a:pt x="14" y="3"/>
                  <a:pt x="14" y="3"/>
                </a:cubicBezTo>
                <a:cubicBezTo>
                  <a:pt x="12" y="1"/>
                  <a:pt x="10" y="0"/>
                  <a:pt x="7" y="0"/>
                </a:cubicBezTo>
                <a:cubicBezTo>
                  <a:pt x="6" y="0"/>
                  <a:pt x="3" y="1"/>
                  <a:pt x="2" y="2"/>
                </a:cubicBezTo>
                <a:cubicBezTo>
                  <a:pt x="1" y="3"/>
                  <a:pt x="1" y="4"/>
                  <a:pt x="1" y="5"/>
                </a:cubicBezTo>
                <a:cubicBezTo>
                  <a:pt x="1" y="9"/>
                  <a:pt x="5" y="9"/>
                  <a:pt x="7" y="10"/>
                </a:cubicBezTo>
                <a:cubicBezTo>
                  <a:pt x="10" y="10"/>
                  <a:pt x="12" y="11"/>
                  <a:pt x="12" y="12"/>
                </a:cubicBezTo>
                <a:cubicBezTo>
                  <a:pt x="12" y="15"/>
                  <a:pt x="8" y="15"/>
                  <a:pt x="7" y="15"/>
                </a:cubicBezTo>
                <a:cubicBezTo>
                  <a:pt x="6" y="15"/>
                  <a:pt x="4" y="14"/>
                  <a:pt x="3" y="12"/>
                </a:cubicBezTo>
                <a:cubicBezTo>
                  <a:pt x="2" y="12"/>
                  <a:pt x="2" y="12"/>
                  <a:pt x="2" y="12"/>
                </a:cubicBezTo>
                <a:cubicBezTo>
                  <a:pt x="0" y="13"/>
                  <a:pt x="0" y="13"/>
                  <a:pt x="0" y="13"/>
                </a:cubicBezTo>
                <a:cubicBezTo>
                  <a:pt x="0" y="14"/>
                  <a:pt x="0" y="14"/>
                  <a:pt x="0" y="14"/>
                </a:cubicBezTo>
                <a:cubicBezTo>
                  <a:pt x="2" y="16"/>
                  <a:pt x="4" y="17"/>
                  <a:pt x="7" y="17"/>
                </a:cubicBezTo>
                <a:cubicBezTo>
                  <a:pt x="11" y="17"/>
                  <a:pt x="14" y="16"/>
                  <a:pt x="14" y="12"/>
                </a:cubicBezTo>
                <a:cubicBezTo>
                  <a:pt x="14" y="9"/>
                  <a:pt x="11" y="8"/>
                  <a:pt x="8" y="7"/>
                </a:cubicBez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9" name="Freeform 37"/>
          <p:cNvSpPr>
            <a:spLocks/>
          </p:cNvSpPr>
          <p:nvPr userDrawn="1"/>
        </p:nvSpPr>
        <p:spPr bwMode="auto">
          <a:xfrm>
            <a:off x="8669338" y="800100"/>
            <a:ext cx="9525" cy="50800"/>
          </a:xfrm>
          <a:custGeom>
            <a:avLst/>
            <a:gdLst>
              <a:gd name="T0" fmla="*/ 0 w 6"/>
              <a:gd name="T1" fmla="*/ 32 h 32"/>
              <a:gd name="T2" fmla="*/ 6 w 6"/>
              <a:gd name="T3" fmla="*/ 32 h 32"/>
              <a:gd name="T4" fmla="*/ 6 w 6"/>
              <a:gd name="T5" fmla="*/ 0 h 32"/>
              <a:gd name="T6" fmla="*/ 0 w 6"/>
              <a:gd name="T7" fmla="*/ 0 h 32"/>
              <a:gd name="T8" fmla="*/ 0 w 6"/>
              <a:gd name="T9" fmla="*/ 32 h 32"/>
              <a:gd name="T10" fmla="*/ 0 w 6"/>
              <a:gd name="T11" fmla="*/ 32 h 32"/>
            </a:gdLst>
            <a:ahLst/>
            <a:cxnLst>
              <a:cxn ang="0">
                <a:pos x="T0" y="T1"/>
              </a:cxn>
              <a:cxn ang="0">
                <a:pos x="T2" y="T3"/>
              </a:cxn>
              <a:cxn ang="0">
                <a:pos x="T4" y="T5"/>
              </a:cxn>
              <a:cxn ang="0">
                <a:pos x="T6" y="T7"/>
              </a:cxn>
              <a:cxn ang="0">
                <a:pos x="T8" y="T9"/>
              </a:cxn>
              <a:cxn ang="0">
                <a:pos x="T10" y="T11"/>
              </a:cxn>
            </a:cxnLst>
            <a:rect l="0" t="0" r="r" b="b"/>
            <a:pathLst>
              <a:path w="6" h="32">
                <a:moveTo>
                  <a:pt x="0" y="32"/>
                </a:moveTo>
                <a:lnTo>
                  <a:pt x="6" y="32"/>
                </a:lnTo>
                <a:lnTo>
                  <a:pt x="6" y="0"/>
                </a:lnTo>
                <a:lnTo>
                  <a:pt x="0" y="0"/>
                </a:lnTo>
                <a:lnTo>
                  <a:pt x="0" y="32"/>
                </a:lnTo>
                <a:lnTo>
                  <a:pt x="0" y="32"/>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0" name="Freeform 38"/>
          <p:cNvSpPr>
            <a:spLocks/>
          </p:cNvSpPr>
          <p:nvPr userDrawn="1"/>
        </p:nvSpPr>
        <p:spPr bwMode="auto">
          <a:xfrm>
            <a:off x="8688388" y="800100"/>
            <a:ext cx="85725" cy="50800"/>
          </a:xfrm>
          <a:custGeom>
            <a:avLst/>
            <a:gdLst>
              <a:gd name="T0" fmla="*/ 30 w 54"/>
              <a:gd name="T1" fmla="*/ 0 h 32"/>
              <a:gd name="T2" fmla="*/ 0 w 54"/>
              <a:gd name="T3" fmla="*/ 0 h 32"/>
              <a:gd name="T4" fmla="*/ 0 w 54"/>
              <a:gd name="T5" fmla="*/ 4 h 32"/>
              <a:gd name="T6" fmla="*/ 10 w 54"/>
              <a:gd name="T7" fmla="*/ 4 h 32"/>
              <a:gd name="T8" fmla="*/ 10 w 54"/>
              <a:gd name="T9" fmla="*/ 32 h 32"/>
              <a:gd name="T10" fmla="*/ 16 w 54"/>
              <a:gd name="T11" fmla="*/ 32 h 32"/>
              <a:gd name="T12" fmla="*/ 16 w 54"/>
              <a:gd name="T13" fmla="*/ 4 h 32"/>
              <a:gd name="T14" fmla="*/ 26 w 54"/>
              <a:gd name="T15" fmla="*/ 4 h 32"/>
              <a:gd name="T16" fmla="*/ 36 w 54"/>
              <a:gd name="T17" fmla="*/ 18 h 32"/>
              <a:gd name="T18" fmla="*/ 36 w 54"/>
              <a:gd name="T19" fmla="*/ 32 h 32"/>
              <a:gd name="T20" fmla="*/ 42 w 54"/>
              <a:gd name="T21" fmla="*/ 32 h 32"/>
              <a:gd name="T22" fmla="*/ 42 w 54"/>
              <a:gd name="T23" fmla="*/ 18 h 32"/>
              <a:gd name="T24" fmla="*/ 54 w 54"/>
              <a:gd name="T25" fmla="*/ 0 h 32"/>
              <a:gd name="T26" fmla="*/ 54 w 54"/>
              <a:gd name="T27" fmla="*/ 0 h 32"/>
              <a:gd name="T28" fmla="*/ 54 w 54"/>
              <a:gd name="T29" fmla="*/ 0 h 32"/>
              <a:gd name="T30" fmla="*/ 48 w 54"/>
              <a:gd name="T31" fmla="*/ 0 h 32"/>
              <a:gd name="T32" fmla="*/ 38 w 54"/>
              <a:gd name="T33" fmla="*/ 14 h 32"/>
              <a:gd name="T34" fmla="*/ 30 w 54"/>
              <a:gd name="T35" fmla="*/ 0 h 32"/>
              <a:gd name="T36" fmla="*/ 30 w 54"/>
              <a:gd name="T37"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54" h="32">
                <a:moveTo>
                  <a:pt x="30" y="0"/>
                </a:moveTo>
                <a:lnTo>
                  <a:pt x="0" y="0"/>
                </a:lnTo>
                <a:lnTo>
                  <a:pt x="0" y="4"/>
                </a:lnTo>
                <a:lnTo>
                  <a:pt x="10" y="4"/>
                </a:lnTo>
                <a:lnTo>
                  <a:pt x="10" y="32"/>
                </a:lnTo>
                <a:lnTo>
                  <a:pt x="16" y="32"/>
                </a:lnTo>
                <a:lnTo>
                  <a:pt x="16" y="4"/>
                </a:lnTo>
                <a:lnTo>
                  <a:pt x="26" y="4"/>
                </a:lnTo>
                <a:lnTo>
                  <a:pt x="36" y="18"/>
                </a:lnTo>
                <a:lnTo>
                  <a:pt x="36" y="32"/>
                </a:lnTo>
                <a:lnTo>
                  <a:pt x="42" y="32"/>
                </a:lnTo>
                <a:lnTo>
                  <a:pt x="42" y="18"/>
                </a:lnTo>
                <a:lnTo>
                  <a:pt x="54" y="0"/>
                </a:lnTo>
                <a:lnTo>
                  <a:pt x="54" y="0"/>
                </a:lnTo>
                <a:lnTo>
                  <a:pt x="54" y="0"/>
                </a:lnTo>
                <a:lnTo>
                  <a:pt x="48" y="0"/>
                </a:lnTo>
                <a:lnTo>
                  <a:pt x="38" y="14"/>
                </a:lnTo>
                <a:lnTo>
                  <a:pt x="30" y="0"/>
                </a:lnTo>
                <a:lnTo>
                  <a:pt x="30" y="0"/>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1" name="Freeform 39"/>
          <p:cNvSpPr>
            <a:spLocks/>
          </p:cNvSpPr>
          <p:nvPr userDrawn="1"/>
        </p:nvSpPr>
        <p:spPr bwMode="auto">
          <a:xfrm>
            <a:off x="8482013" y="371475"/>
            <a:ext cx="292100" cy="365125"/>
          </a:xfrm>
          <a:custGeom>
            <a:avLst/>
            <a:gdLst>
              <a:gd name="T0" fmla="*/ 92 w 92"/>
              <a:gd name="T1" fmla="*/ 0 h 115"/>
              <a:gd name="T2" fmla="*/ 92 w 92"/>
              <a:gd name="T3" fmla="*/ 71 h 115"/>
              <a:gd name="T4" fmla="*/ 49 w 92"/>
              <a:gd name="T5" fmla="*/ 115 h 115"/>
              <a:gd name="T6" fmla="*/ 0 w 92"/>
              <a:gd name="T7" fmla="*/ 70 h 115"/>
              <a:gd name="T8" fmla="*/ 0 w 92"/>
              <a:gd name="T9" fmla="*/ 0 h 115"/>
              <a:gd name="T10" fmla="*/ 22 w 92"/>
              <a:gd name="T11" fmla="*/ 0 h 115"/>
              <a:gd name="T12" fmla="*/ 22 w 92"/>
              <a:gd name="T13" fmla="*/ 72 h 115"/>
              <a:gd name="T14" fmla="*/ 50 w 92"/>
              <a:gd name="T15" fmla="*/ 105 h 115"/>
              <a:gd name="T16" fmla="*/ 79 w 92"/>
              <a:gd name="T17" fmla="*/ 73 h 115"/>
              <a:gd name="T18" fmla="*/ 79 w 92"/>
              <a:gd name="T19" fmla="*/ 0 h 115"/>
              <a:gd name="T20" fmla="*/ 92 w 92"/>
              <a:gd name="T21" fmla="*/ 0 h 1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92" h="115">
                <a:moveTo>
                  <a:pt x="92" y="0"/>
                </a:moveTo>
                <a:cubicBezTo>
                  <a:pt x="92" y="71"/>
                  <a:pt x="92" y="71"/>
                  <a:pt x="92" y="71"/>
                </a:cubicBezTo>
                <a:cubicBezTo>
                  <a:pt x="92" y="109"/>
                  <a:pt x="62" y="115"/>
                  <a:pt x="49" y="115"/>
                </a:cubicBezTo>
                <a:cubicBezTo>
                  <a:pt x="25" y="115"/>
                  <a:pt x="0" y="107"/>
                  <a:pt x="0" y="70"/>
                </a:cubicBezTo>
                <a:cubicBezTo>
                  <a:pt x="0" y="0"/>
                  <a:pt x="0" y="0"/>
                  <a:pt x="0" y="0"/>
                </a:cubicBezTo>
                <a:cubicBezTo>
                  <a:pt x="22" y="0"/>
                  <a:pt x="22" y="0"/>
                  <a:pt x="22" y="0"/>
                </a:cubicBezTo>
                <a:cubicBezTo>
                  <a:pt x="22" y="72"/>
                  <a:pt x="22" y="72"/>
                  <a:pt x="22" y="72"/>
                </a:cubicBezTo>
                <a:cubicBezTo>
                  <a:pt x="22" y="93"/>
                  <a:pt x="32" y="105"/>
                  <a:pt x="50" y="105"/>
                </a:cubicBezTo>
                <a:cubicBezTo>
                  <a:pt x="66" y="105"/>
                  <a:pt x="79" y="95"/>
                  <a:pt x="79" y="73"/>
                </a:cubicBezTo>
                <a:cubicBezTo>
                  <a:pt x="79" y="0"/>
                  <a:pt x="79" y="0"/>
                  <a:pt x="79" y="0"/>
                </a:cubicBezTo>
                <a:cubicBezTo>
                  <a:pt x="92" y="0"/>
                  <a:pt x="92" y="0"/>
                  <a:pt x="92" y="0"/>
                </a:cubicBez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2" name="Freeform 40"/>
          <p:cNvSpPr>
            <a:spLocks/>
          </p:cNvSpPr>
          <p:nvPr userDrawn="1"/>
        </p:nvSpPr>
        <p:spPr bwMode="auto">
          <a:xfrm>
            <a:off x="8094663" y="365125"/>
            <a:ext cx="336550" cy="371475"/>
          </a:xfrm>
          <a:custGeom>
            <a:avLst/>
            <a:gdLst>
              <a:gd name="T0" fmla="*/ 61 w 106"/>
              <a:gd name="T1" fmla="*/ 117 h 117"/>
              <a:gd name="T2" fmla="*/ 0 w 106"/>
              <a:gd name="T3" fmla="*/ 60 h 117"/>
              <a:gd name="T4" fmla="*/ 63 w 106"/>
              <a:gd name="T5" fmla="*/ 0 h 117"/>
              <a:gd name="T6" fmla="*/ 97 w 106"/>
              <a:gd name="T7" fmla="*/ 13 h 117"/>
              <a:gd name="T8" fmla="*/ 106 w 106"/>
              <a:gd name="T9" fmla="*/ 28 h 117"/>
              <a:gd name="T10" fmla="*/ 94 w 106"/>
              <a:gd name="T11" fmla="*/ 39 h 117"/>
              <a:gd name="T12" fmla="*/ 83 w 106"/>
              <a:gd name="T13" fmla="*/ 28 h 117"/>
              <a:gd name="T14" fmla="*/ 86 w 106"/>
              <a:gd name="T15" fmla="*/ 20 h 117"/>
              <a:gd name="T16" fmla="*/ 63 w 106"/>
              <a:gd name="T17" fmla="*/ 10 h 117"/>
              <a:gd name="T18" fmla="*/ 21 w 106"/>
              <a:gd name="T19" fmla="*/ 58 h 117"/>
              <a:gd name="T20" fmla="*/ 65 w 106"/>
              <a:gd name="T21" fmla="*/ 108 h 117"/>
              <a:gd name="T22" fmla="*/ 102 w 106"/>
              <a:gd name="T23" fmla="*/ 93 h 117"/>
              <a:gd name="T24" fmla="*/ 106 w 106"/>
              <a:gd name="T25" fmla="*/ 99 h 117"/>
              <a:gd name="T26" fmla="*/ 61 w 106"/>
              <a:gd name="T27" fmla="*/ 117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06" h="117">
                <a:moveTo>
                  <a:pt x="61" y="117"/>
                </a:moveTo>
                <a:cubicBezTo>
                  <a:pt x="23" y="117"/>
                  <a:pt x="0" y="91"/>
                  <a:pt x="0" y="60"/>
                </a:cubicBezTo>
                <a:cubicBezTo>
                  <a:pt x="0" y="29"/>
                  <a:pt x="24" y="0"/>
                  <a:pt x="63" y="0"/>
                </a:cubicBezTo>
                <a:cubicBezTo>
                  <a:pt x="74" y="0"/>
                  <a:pt x="88" y="4"/>
                  <a:pt x="97" y="13"/>
                </a:cubicBezTo>
                <a:cubicBezTo>
                  <a:pt x="102" y="16"/>
                  <a:pt x="106" y="23"/>
                  <a:pt x="106" y="28"/>
                </a:cubicBezTo>
                <a:cubicBezTo>
                  <a:pt x="106" y="34"/>
                  <a:pt x="101" y="39"/>
                  <a:pt x="94" y="39"/>
                </a:cubicBezTo>
                <a:cubicBezTo>
                  <a:pt x="88" y="39"/>
                  <a:pt x="83" y="34"/>
                  <a:pt x="83" y="28"/>
                </a:cubicBezTo>
                <a:cubicBezTo>
                  <a:pt x="83" y="25"/>
                  <a:pt x="84" y="22"/>
                  <a:pt x="86" y="20"/>
                </a:cubicBezTo>
                <a:cubicBezTo>
                  <a:pt x="81" y="14"/>
                  <a:pt x="71" y="10"/>
                  <a:pt x="63" y="10"/>
                </a:cubicBezTo>
                <a:cubicBezTo>
                  <a:pt x="36" y="10"/>
                  <a:pt x="21" y="35"/>
                  <a:pt x="21" y="58"/>
                </a:cubicBezTo>
                <a:cubicBezTo>
                  <a:pt x="21" y="85"/>
                  <a:pt x="38" y="108"/>
                  <a:pt x="65" y="108"/>
                </a:cubicBezTo>
                <a:cubicBezTo>
                  <a:pt x="79" y="108"/>
                  <a:pt x="90" y="102"/>
                  <a:pt x="102" y="93"/>
                </a:cubicBezTo>
                <a:cubicBezTo>
                  <a:pt x="106" y="99"/>
                  <a:pt x="106" y="99"/>
                  <a:pt x="106" y="99"/>
                </a:cubicBezTo>
                <a:cubicBezTo>
                  <a:pt x="94" y="111"/>
                  <a:pt x="77" y="117"/>
                  <a:pt x="61" y="117"/>
                </a:cubicBez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3" name="Freeform 41"/>
          <p:cNvSpPr>
            <a:spLocks noEditPoints="1"/>
          </p:cNvSpPr>
          <p:nvPr userDrawn="1"/>
        </p:nvSpPr>
        <p:spPr bwMode="auto">
          <a:xfrm>
            <a:off x="7758113" y="371475"/>
            <a:ext cx="330200" cy="358775"/>
          </a:xfrm>
          <a:custGeom>
            <a:avLst/>
            <a:gdLst>
              <a:gd name="T0" fmla="*/ 164 w 208"/>
              <a:gd name="T1" fmla="*/ 226 h 226"/>
              <a:gd name="T2" fmla="*/ 208 w 208"/>
              <a:gd name="T3" fmla="*/ 226 h 226"/>
              <a:gd name="T4" fmla="*/ 120 w 208"/>
              <a:gd name="T5" fmla="*/ 0 h 226"/>
              <a:gd name="T6" fmla="*/ 86 w 208"/>
              <a:gd name="T7" fmla="*/ 0 h 226"/>
              <a:gd name="T8" fmla="*/ 0 w 208"/>
              <a:gd name="T9" fmla="*/ 226 h 226"/>
              <a:gd name="T10" fmla="*/ 22 w 208"/>
              <a:gd name="T11" fmla="*/ 226 h 226"/>
              <a:gd name="T12" fmla="*/ 48 w 208"/>
              <a:gd name="T13" fmla="*/ 162 h 226"/>
              <a:gd name="T14" fmla="*/ 140 w 208"/>
              <a:gd name="T15" fmla="*/ 162 h 226"/>
              <a:gd name="T16" fmla="*/ 164 w 208"/>
              <a:gd name="T17" fmla="*/ 226 h 226"/>
              <a:gd name="T18" fmla="*/ 164 w 208"/>
              <a:gd name="T19" fmla="*/ 226 h 226"/>
              <a:gd name="T20" fmla="*/ 54 w 208"/>
              <a:gd name="T21" fmla="*/ 142 h 226"/>
              <a:gd name="T22" fmla="*/ 94 w 208"/>
              <a:gd name="T23" fmla="*/ 36 h 226"/>
              <a:gd name="T24" fmla="*/ 134 w 208"/>
              <a:gd name="T25" fmla="*/ 142 h 226"/>
              <a:gd name="T26" fmla="*/ 54 w 208"/>
              <a:gd name="T27" fmla="*/ 142 h 226"/>
              <a:gd name="T28" fmla="*/ 54 w 208"/>
              <a:gd name="T29" fmla="*/ 142 h 2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08" h="226">
                <a:moveTo>
                  <a:pt x="164" y="226"/>
                </a:moveTo>
                <a:lnTo>
                  <a:pt x="208" y="226"/>
                </a:lnTo>
                <a:lnTo>
                  <a:pt x="120" y="0"/>
                </a:lnTo>
                <a:lnTo>
                  <a:pt x="86" y="0"/>
                </a:lnTo>
                <a:lnTo>
                  <a:pt x="0" y="226"/>
                </a:lnTo>
                <a:lnTo>
                  <a:pt x="22" y="226"/>
                </a:lnTo>
                <a:lnTo>
                  <a:pt x="48" y="162"/>
                </a:lnTo>
                <a:lnTo>
                  <a:pt x="140" y="162"/>
                </a:lnTo>
                <a:lnTo>
                  <a:pt x="164" y="226"/>
                </a:lnTo>
                <a:lnTo>
                  <a:pt x="164" y="226"/>
                </a:lnTo>
                <a:close/>
                <a:moveTo>
                  <a:pt x="54" y="142"/>
                </a:moveTo>
                <a:lnTo>
                  <a:pt x="94" y="36"/>
                </a:lnTo>
                <a:lnTo>
                  <a:pt x="134" y="142"/>
                </a:lnTo>
                <a:lnTo>
                  <a:pt x="54" y="142"/>
                </a:lnTo>
                <a:lnTo>
                  <a:pt x="54" y="142"/>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4" name="Title 1"/>
          <p:cNvSpPr>
            <a:spLocks noGrp="1"/>
          </p:cNvSpPr>
          <p:nvPr>
            <p:ph type="title" hasCustomPrompt="1"/>
          </p:nvPr>
        </p:nvSpPr>
        <p:spPr>
          <a:xfrm>
            <a:off x="440871" y="1014757"/>
            <a:ext cx="6733042" cy="538609"/>
          </a:xfrm>
        </p:spPr>
        <p:txBody>
          <a:bodyPr>
            <a:spAutoFit/>
          </a:bodyPr>
          <a:lstStyle>
            <a:lvl1pPr>
              <a:lnSpc>
                <a:spcPct val="100000"/>
              </a:lnSpc>
              <a:defRPr sz="2900" b="1">
                <a:solidFill>
                  <a:srgbClr val="3D3935"/>
                </a:solidFill>
                <a:latin typeface="Arial" panose="020B0604020202020204" pitchFamily="34" charset="0"/>
                <a:cs typeface="Arial" panose="020B0604020202020204" pitchFamily="34" charset="0"/>
              </a:defRPr>
            </a:lvl1pPr>
          </a:lstStyle>
          <a:p>
            <a:r>
              <a:rPr lang="en-US" dirty="0"/>
              <a:t>Heading</a:t>
            </a:r>
            <a:endParaRPr lang="en-AU" dirty="0"/>
          </a:p>
        </p:txBody>
      </p:sp>
      <p:sp>
        <p:nvSpPr>
          <p:cNvPr id="47" name="Text Placeholder 49"/>
          <p:cNvSpPr>
            <a:spLocks noGrp="1"/>
          </p:cNvSpPr>
          <p:nvPr>
            <p:ph type="body" sz="quarter" idx="15" hasCustomPrompt="1"/>
          </p:nvPr>
        </p:nvSpPr>
        <p:spPr>
          <a:xfrm>
            <a:off x="440871" y="1751357"/>
            <a:ext cx="8284029" cy="3954411"/>
          </a:xfrm>
        </p:spPr>
        <p:txBody>
          <a:bodyPr>
            <a:normAutofit/>
          </a:bodyPr>
          <a:lstStyle>
            <a:lvl1pPr marL="0" indent="0">
              <a:lnSpc>
                <a:spcPct val="100000"/>
              </a:lnSpc>
              <a:buNone/>
              <a:defRPr sz="1900">
                <a:solidFill>
                  <a:srgbClr val="3D3935"/>
                </a:solidFill>
                <a:latin typeface="Arial" panose="020B0604020202020204" pitchFamily="34" charset="0"/>
                <a:cs typeface="Arial" panose="020B0604020202020204" pitchFamily="34" charset="0"/>
              </a:defRPr>
            </a:lvl1pPr>
          </a:lstStyle>
          <a:p>
            <a:pPr lvl="0"/>
            <a:r>
              <a:rPr lang="en-AU" dirty="0"/>
              <a:t>Body</a:t>
            </a:r>
          </a:p>
        </p:txBody>
      </p:sp>
      <p:sp>
        <p:nvSpPr>
          <p:cNvPr id="45" name="Footer Placeholder 4"/>
          <p:cNvSpPr>
            <a:spLocks noGrp="1"/>
          </p:cNvSpPr>
          <p:nvPr>
            <p:ph type="ftr" sz="quarter" idx="3"/>
          </p:nvPr>
        </p:nvSpPr>
        <p:spPr>
          <a:xfrm>
            <a:off x="832758" y="6510471"/>
            <a:ext cx="3086100" cy="246221"/>
          </a:xfrm>
          <a:prstGeom prst="rect">
            <a:avLst/>
          </a:prstGeom>
        </p:spPr>
        <p:txBody>
          <a:bodyPr wrap="square" anchor="t">
            <a:spAutoFit/>
          </a:bodyPr>
          <a:lstStyle>
            <a:lvl1pPr>
              <a:defRPr lang="en-AU" sz="1000" smtClean="0">
                <a:solidFill>
                  <a:srgbClr val="3D3935"/>
                </a:solidFill>
                <a:latin typeface="Arial" panose="020B0604020202020204" pitchFamily="34" charset="0"/>
                <a:cs typeface="Arial" panose="020B0604020202020204" pitchFamily="34" charset="0"/>
              </a:defRPr>
            </a:lvl1pPr>
          </a:lstStyle>
          <a:p>
            <a:r>
              <a:rPr lang="en-US"/>
              <a:t>Faculty of Business and Law | Peter Faber Business School</a:t>
            </a:r>
            <a:endParaRPr lang="en-US" dirty="0"/>
          </a:p>
        </p:txBody>
      </p:sp>
      <p:sp>
        <p:nvSpPr>
          <p:cNvPr id="46" name="Slide Number Placeholder 5"/>
          <p:cNvSpPr>
            <a:spLocks noGrp="1"/>
          </p:cNvSpPr>
          <p:nvPr>
            <p:ph type="sldNum" sz="quarter" idx="4"/>
          </p:nvPr>
        </p:nvSpPr>
        <p:spPr>
          <a:xfrm>
            <a:off x="498929" y="6510471"/>
            <a:ext cx="448128" cy="246221"/>
          </a:xfrm>
          <a:prstGeom prst="rect">
            <a:avLst/>
          </a:prstGeom>
        </p:spPr>
        <p:txBody>
          <a:bodyPr wrap="square" anchor="t">
            <a:spAutoFit/>
          </a:bodyPr>
          <a:lstStyle>
            <a:lvl1pPr>
              <a:defRPr lang="en-AU" sz="1000" smtClean="0">
                <a:solidFill>
                  <a:srgbClr val="3D3935"/>
                </a:solidFill>
                <a:latin typeface="Arial" panose="020B0604020202020204" pitchFamily="34" charset="0"/>
                <a:cs typeface="Arial" panose="020B0604020202020204" pitchFamily="34" charset="0"/>
              </a:defRPr>
            </a:lvl1pPr>
          </a:lstStyle>
          <a:p>
            <a:fld id="{16A89BA3-132D-40E1-AAB4-CDCD0A14C216}" type="slidenum">
              <a:rPr lang="en-AU" smtClean="0"/>
              <a:pPr/>
              <a:t>‹#›</a:t>
            </a:fld>
            <a:r>
              <a:rPr lang="en-AU" dirty="0"/>
              <a:t>  |</a:t>
            </a:r>
          </a:p>
        </p:txBody>
      </p:sp>
    </p:spTree>
    <p:extLst>
      <p:ext uri="{BB962C8B-B14F-4D97-AF65-F5344CB8AC3E}">
        <p14:creationId xmlns:p14="http://schemas.microsoft.com/office/powerpoint/2010/main" val="149237866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Plain with no logo">
    <p:spTree>
      <p:nvGrpSpPr>
        <p:cNvPr id="1" name=""/>
        <p:cNvGrpSpPr/>
        <p:nvPr/>
      </p:nvGrpSpPr>
      <p:grpSpPr>
        <a:xfrm>
          <a:off x="0" y="0"/>
          <a:ext cx="0" cy="0"/>
          <a:chOff x="0" y="0"/>
          <a:chExt cx="0" cy="0"/>
        </a:xfrm>
      </p:grpSpPr>
      <p:sp>
        <p:nvSpPr>
          <p:cNvPr id="6" name="AutoShape 3"/>
          <p:cNvSpPr>
            <a:spLocks noChangeAspect="1" noChangeArrowheads="1" noTextEdit="1"/>
          </p:cNvSpPr>
          <p:nvPr userDrawn="1"/>
        </p:nvSpPr>
        <p:spPr bwMode="auto">
          <a:xfrm>
            <a:off x="1588" y="0"/>
            <a:ext cx="9140825" cy="685800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8" name="Freeform 6"/>
          <p:cNvSpPr>
            <a:spLocks/>
          </p:cNvSpPr>
          <p:nvPr userDrawn="1"/>
        </p:nvSpPr>
        <p:spPr bwMode="auto">
          <a:xfrm>
            <a:off x="1588" y="-3175"/>
            <a:ext cx="5030788" cy="457200"/>
          </a:xfrm>
          <a:custGeom>
            <a:avLst/>
            <a:gdLst>
              <a:gd name="T0" fmla="*/ 0 w 3169"/>
              <a:gd name="T1" fmla="*/ 0 h 288"/>
              <a:gd name="T2" fmla="*/ 3169 w 3169"/>
              <a:gd name="T3" fmla="*/ 0 h 288"/>
              <a:gd name="T4" fmla="*/ 2879 w 3169"/>
              <a:gd name="T5" fmla="*/ 288 h 288"/>
              <a:gd name="T6" fmla="*/ 0 w 3169"/>
              <a:gd name="T7" fmla="*/ 288 h 288"/>
              <a:gd name="T8" fmla="*/ 0 w 3169"/>
              <a:gd name="T9" fmla="*/ 0 h 288"/>
            </a:gdLst>
            <a:ahLst/>
            <a:cxnLst>
              <a:cxn ang="0">
                <a:pos x="T0" y="T1"/>
              </a:cxn>
              <a:cxn ang="0">
                <a:pos x="T2" y="T3"/>
              </a:cxn>
              <a:cxn ang="0">
                <a:pos x="T4" y="T5"/>
              </a:cxn>
              <a:cxn ang="0">
                <a:pos x="T6" y="T7"/>
              </a:cxn>
              <a:cxn ang="0">
                <a:pos x="T8" y="T9"/>
              </a:cxn>
            </a:cxnLst>
            <a:rect l="0" t="0" r="r" b="b"/>
            <a:pathLst>
              <a:path w="3169" h="288">
                <a:moveTo>
                  <a:pt x="0" y="0"/>
                </a:moveTo>
                <a:lnTo>
                  <a:pt x="3169" y="0"/>
                </a:lnTo>
                <a:lnTo>
                  <a:pt x="2879" y="288"/>
                </a:lnTo>
                <a:lnTo>
                  <a:pt x="0" y="288"/>
                </a:lnTo>
                <a:lnTo>
                  <a:pt x="0" y="0"/>
                </a:lnTo>
              </a:path>
            </a:pathLst>
          </a:cu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 name="Freeform 8"/>
          <p:cNvSpPr>
            <a:spLocks/>
          </p:cNvSpPr>
          <p:nvPr userDrawn="1"/>
        </p:nvSpPr>
        <p:spPr bwMode="auto">
          <a:xfrm>
            <a:off x="4572001" y="6397625"/>
            <a:ext cx="4570413" cy="457200"/>
          </a:xfrm>
          <a:custGeom>
            <a:avLst/>
            <a:gdLst>
              <a:gd name="T0" fmla="*/ 2879 w 2879"/>
              <a:gd name="T1" fmla="*/ 288 h 288"/>
              <a:gd name="T2" fmla="*/ 0 w 2879"/>
              <a:gd name="T3" fmla="*/ 288 h 288"/>
              <a:gd name="T4" fmla="*/ 290 w 2879"/>
              <a:gd name="T5" fmla="*/ 0 h 288"/>
              <a:gd name="T6" fmla="*/ 2879 w 2879"/>
              <a:gd name="T7" fmla="*/ 0 h 288"/>
              <a:gd name="T8" fmla="*/ 2879 w 2879"/>
              <a:gd name="T9" fmla="*/ 288 h 288"/>
            </a:gdLst>
            <a:ahLst/>
            <a:cxnLst>
              <a:cxn ang="0">
                <a:pos x="T0" y="T1"/>
              </a:cxn>
              <a:cxn ang="0">
                <a:pos x="T2" y="T3"/>
              </a:cxn>
              <a:cxn ang="0">
                <a:pos x="T4" y="T5"/>
              </a:cxn>
              <a:cxn ang="0">
                <a:pos x="T6" y="T7"/>
              </a:cxn>
              <a:cxn ang="0">
                <a:pos x="T8" y="T9"/>
              </a:cxn>
            </a:cxnLst>
            <a:rect l="0" t="0" r="r" b="b"/>
            <a:pathLst>
              <a:path w="2879" h="288">
                <a:moveTo>
                  <a:pt x="2879" y="288"/>
                </a:moveTo>
                <a:lnTo>
                  <a:pt x="0" y="288"/>
                </a:lnTo>
                <a:lnTo>
                  <a:pt x="290" y="0"/>
                </a:lnTo>
                <a:lnTo>
                  <a:pt x="2879" y="0"/>
                </a:lnTo>
                <a:lnTo>
                  <a:pt x="2879" y="288"/>
                </a:lnTo>
              </a:path>
            </a:pathLst>
          </a:cu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 name="Rectangle 1"/>
          <p:cNvSpPr/>
          <p:nvPr userDrawn="1"/>
        </p:nvSpPr>
        <p:spPr>
          <a:xfrm>
            <a:off x="0" y="-3175"/>
            <a:ext cx="9142413" cy="68580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44" name="Title 1"/>
          <p:cNvSpPr>
            <a:spLocks noGrp="1"/>
          </p:cNvSpPr>
          <p:nvPr>
            <p:ph type="title" hasCustomPrompt="1"/>
          </p:nvPr>
        </p:nvSpPr>
        <p:spPr>
          <a:xfrm>
            <a:off x="440871" y="1014757"/>
            <a:ext cx="6733042" cy="538609"/>
          </a:xfrm>
        </p:spPr>
        <p:txBody>
          <a:bodyPr>
            <a:spAutoFit/>
          </a:bodyPr>
          <a:lstStyle>
            <a:lvl1pPr>
              <a:lnSpc>
                <a:spcPct val="100000"/>
              </a:lnSpc>
              <a:defRPr sz="2900" b="1">
                <a:solidFill>
                  <a:srgbClr val="3D3935"/>
                </a:solidFill>
                <a:latin typeface="Arial" panose="020B0604020202020204" pitchFamily="34" charset="0"/>
                <a:cs typeface="Arial" panose="020B0604020202020204" pitchFamily="34" charset="0"/>
              </a:defRPr>
            </a:lvl1pPr>
          </a:lstStyle>
          <a:p>
            <a:r>
              <a:rPr lang="en-US" dirty="0"/>
              <a:t>Heading</a:t>
            </a:r>
            <a:endParaRPr lang="en-AU" dirty="0"/>
          </a:p>
        </p:txBody>
      </p:sp>
      <p:sp>
        <p:nvSpPr>
          <p:cNvPr id="47" name="Text Placeholder 49"/>
          <p:cNvSpPr>
            <a:spLocks noGrp="1"/>
          </p:cNvSpPr>
          <p:nvPr>
            <p:ph type="body" sz="quarter" idx="15" hasCustomPrompt="1"/>
          </p:nvPr>
        </p:nvSpPr>
        <p:spPr>
          <a:xfrm>
            <a:off x="440871" y="1751357"/>
            <a:ext cx="8284029" cy="3954411"/>
          </a:xfrm>
        </p:spPr>
        <p:txBody>
          <a:bodyPr>
            <a:normAutofit/>
          </a:bodyPr>
          <a:lstStyle>
            <a:lvl1pPr marL="0" indent="0">
              <a:lnSpc>
                <a:spcPct val="100000"/>
              </a:lnSpc>
              <a:buNone/>
              <a:defRPr sz="1900">
                <a:solidFill>
                  <a:srgbClr val="3D3935"/>
                </a:solidFill>
                <a:latin typeface="Arial" panose="020B0604020202020204" pitchFamily="34" charset="0"/>
                <a:cs typeface="Arial" panose="020B0604020202020204" pitchFamily="34" charset="0"/>
              </a:defRPr>
            </a:lvl1pPr>
          </a:lstStyle>
          <a:p>
            <a:pPr lvl="0"/>
            <a:r>
              <a:rPr lang="en-AU" dirty="0"/>
              <a:t>Body</a:t>
            </a:r>
          </a:p>
        </p:txBody>
      </p:sp>
      <p:sp>
        <p:nvSpPr>
          <p:cNvPr id="45" name="Footer Placeholder 4"/>
          <p:cNvSpPr>
            <a:spLocks noGrp="1"/>
          </p:cNvSpPr>
          <p:nvPr>
            <p:ph type="ftr" sz="quarter" idx="3"/>
          </p:nvPr>
        </p:nvSpPr>
        <p:spPr>
          <a:xfrm>
            <a:off x="832758" y="6510471"/>
            <a:ext cx="3086100" cy="246221"/>
          </a:xfrm>
          <a:prstGeom prst="rect">
            <a:avLst/>
          </a:prstGeom>
        </p:spPr>
        <p:txBody>
          <a:bodyPr wrap="square" anchor="t">
            <a:spAutoFit/>
          </a:bodyPr>
          <a:lstStyle>
            <a:lvl1pPr>
              <a:defRPr lang="en-AU" sz="1000" smtClean="0">
                <a:solidFill>
                  <a:srgbClr val="3D3935"/>
                </a:solidFill>
                <a:latin typeface="Arial" panose="020B0604020202020204" pitchFamily="34" charset="0"/>
                <a:cs typeface="Arial" panose="020B0604020202020204" pitchFamily="34" charset="0"/>
              </a:defRPr>
            </a:lvl1pPr>
          </a:lstStyle>
          <a:p>
            <a:r>
              <a:rPr lang="en-US"/>
              <a:t>Faculty of Business and Law | Peter Faber Business School</a:t>
            </a:r>
            <a:endParaRPr lang="en-US" dirty="0"/>
          </a:p>
        </p:txBody>
      </p:sp>
      <p:sp>
        <p:nvSpPr>
          <p:cNvPr id="46" name="Slide Number Placeholder 5"/>
          <p:cNvSpPr>
            <a:spLocks noGrp="1"/>
          </p:cNvSpPr>
          <p:nvPr>
            <p:ph type="sldNum" sz="quarter" idx="4"/>
          </p:nvPr>
        </p:nvSpPr>
        <p:spPr>
          <a:xfrm>
            <a:off x="498929" y="6510471"/>
            <a:ext cx="448128" cy="246221"/>
          </a:xfrm>
          <a:prstGeom prst="rect">
            <a:avLst/>
          </a:prstGeom>
        </p:spPr>
        <p:txBody>
          <a:bodyPr wrap="square" anchor="t">
            <a:spAutoFit/>
          </a:bodyPr>
          <a:lstStyle>
            <a:lvl1pPr>
              <a:defRPr lang="en-AU" sz="1000" smtClean="0">
                <a:solidFill>
                  <a:srgbClr val="3D3935"/>
                </a:solidFill>
                <a:latin typeface="Arial" panose="020B0604020202020204" pitchFamily="34" charset="0"/>
                <a:cs typeface="Arial" panose="020B0604020202020204" pitchFamily="34" charset="0"/>
              </a:defRPr>
            </a:lvl1pPr>
          </a:lstStyle>
          <a:p>
            <a:fld id="{16A89BA3-132D-40E1-AAB4-CDCD0A14C216}" type="slidenum">
              <a:rPr lang="en-AU" smtClean="0"/>
              <a:pPr/>
              <a:t>‹#›</a:t>
            </a:fld>
            <a:r>
              <a:rPr lang="en-AU" dirty="0"/>
              <a:t>  |</a:t>
            </a:r>
          </a:p>
        </p:txBody>
      </p:sp>
    </p:spTree>
    <p:extLst>
      <p:ext uri="{BB962C8B-B14F-4D97-AF65-F5344CB8AC3E}">
        <p14:creationId xmlns:p14="http://schemas.microsoft.com/office/powerpoint/2010/main" val="107940770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userDrawn="1">
  <p:cSld name="1_Title Slide">
    <p:spTree>
      <p:nvGrpSpPr>
        <p:cNvPr id="1" name=""/>
        <p:cNvGrpSpPr/>
        <p:nvPr/>
      </p:nvGrpSpPr>
      <p:grpSpPr>
        <a:xfrm>
          <a:off x="0" y="0"/>
          <a:ext cx="0" cy="0"/>
          <a:chOff x="0" y="0"/>
          <a:chExt cx="0" cy="0"/>
        </a:xfrm>
      </p:grpSpPr>
      <p:sp>
        <p:nvSpPr>
          <p:cNvPr id="3" name="Rectangle 2"/>
          <p:cNvSpPr/>
          <p:nvPr/>
        </p:nvSpPr>
        <p:spPr>
          <a:xfrm flipV="1">
            <a:off x="0" y="4137025"/>
            <a:ext cx="9144000" cy="46038"/>
          </a:xfrm>
          <a:prstGeom prst="rect">
            <a:avLst/>
          </a:prstGeom>
          <a:solidFill>
            <a:schemeClr val="accent2">
              <a:alpha val="60000"/>
            </a:schemeClr>
          </a:solidFill>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hangingPunct="1">
              <a:defRPr/>
            </a:pPr>
            <a:endParaRPr lang="en-US" sz="1307" dirty="0">
              <a:latin typeface="Arial" pitchFamily="34" charset="0"/>
            </a:endParaRPr>
          </a:p>
        </p:txBody>
      </p:sp>
      <p:sp useBgFill="1">
        <p:nvSpPr>
          <p:cNvPr id="4" name="Rounded Rectangle 3"/>
          <p:cNvSpPr/>
          <p:nvPr/>
        </p:nvSpPr>
        <p:spPr bwMode="white">
          <a:xfrm>
            <a:off x="5410202" y="3962401"/>
            <a:ext cx="3063875" cy="26988"/>
          </a:xfrm>
          <a:prstGeom prst="roundRect">
            <a:avLst>
              <a:gd name="adj" fmla="val 16667"/>
            </a:avLst>
          </a:prstGeom>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hangingPunct="1">
              <a:defRPr/>
            </a:pPr>
            <a:endParaRPr lang="en-US" sz="1307" dirty="0">
              <a:latin typeface="Arial" pitchFamily="34" charset="0"/>
            </a:endParaRPr>
          </a:p>
        </p:txBody>
      </p:sp>
      <p:sp useBgFill="1">
        <p:nvSpPr>
          <p:cNvPr id="5" name="Rounded Rectangle 4"/>
          <p:cNvSpPr/>
          <p:nvPr/>
        </p:nvSpPr>
        <p:spPr bwMode="white">
          <a:xfrm>
            <a:off x="7377113" y="4060826"/>
            <a:ext cx="1600200" cy="36513"/>
          </a:xfrm>
          <a:prstGeom prst="roundRect">
            <a:avLst>
              <a:gd name="adj" fmla="val 16667"/>
            </a:avLst>
          </a:prstGeom>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hangingPunct="1">
              <a:defRPr/>
            </a:pPr>
            <a:endParaRPr lang="en-US" sz="1307" dirty="0">
              <a:latin typeface="Arial" pitchFamily="34" charset="0"/>
            </a:endParaRPr>
          </a:p>
        </p:txBody>
      </p:sp>
      <p:sp>
        <p:nvSpPr>
          <p:cNvPr id="6" name="Rectangle 5"/>
          <p:cNvSpPr/>
          <p:nvPr/>
        </p:nvSpPr>
        <p:spPr>
          <a:xfrm>
            <a:off x="0" y="3962401"/>
            <a:ext cx="9144000" cy="244475"/>
          </a:xfrm>
          <a:prstGeom prst="rect">
            <a:avLst/>
          </a:prstGeom>
          <a:solidFill>
            <a:schemeClr val="accent6">
              <a:lumMod val="40000"/>
              <a:lumOff val="60000"/>
              <a:alpha val="50000"/>
            </a:schemeClr>
          </a:solidFill>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hangingPunct="1">
              <a:defRPr/>
            </a:pPr>
            <a:endParaRPr lang="en-US" sz="1307" dirty="0">
              <a:latin typeface="Arial" pitchFamily="34" charset="0"/>
            </a:endParaRPr>
          </a:p>
        </p:txBody>
      </p:sp>
      <p:sp>
        <p:nvSpPr>
          <p:cNvPr id="7" name="Rectangle 6"/>
          <p:cNvSpPr/>
          <p:nvPr/>
        </p:nvSpPr>
        <p:spPr>
          <a:xfrm>
            <a:off x="0" y="3970338"/>
            <a:ext cx="9144000" cy="141287"/>
          </a:xfrm>
          <a:prstGeom prst="rect">
            <a:avLst/>
          </a:prstGeom>
          <a:solidFill>
            <a:srgbClr val="002060"/>
          </a:solidFill>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hangingPunct="1">
              <a:defRPr/>
            </a:pPr>
            <a:endParaRPr lang="en-US" sz="1307" dirty="0">
              <a:latin typeface="Arial" pitchFamily="34" charset="0"/>
            </a:endParaRPr>
          </a:p>
        </p:txBody>
      </p:sp>
      <p:sp>
        <p:nvSpPr>
          <p:cNvPr id="8" name="Rectangle 7"/>
          <p:cNvSpPr/>
          <p:nvPr userDrawn="1"/>
        </p:nvSpPr>
        <p:spPr>
          <a:xfrm>
            <a:off x="0" y="1"/>
            <a:ext cx="9144000" cy="3970338"/>
          </a:xfrm>
          <a:prstGeom prst="rect">
            <a:avLst/>
          </a:prstGeom>
          <a:solidFill>
            <a:schemeClr val="accent4">
              <a:lumMod val="75000"/>
            </a:schemeClr>
          </a:solidFill>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hangingPunct="1">
              <a:defRPr/>
            </a:pPr>
            <a:endParaRPr lang="en-US" sz="1307" dirty="0">
              <a:latin typeface="Arial" pitchFamily="34" charset="0"/>
            </a:endParaRPr>
          </a:p>
        </p:txBody>
      </p:sp>
      <p:sp>
        <p:nvSpPr>
          <p:cNvPr id="9" name="Subtitle 8"/>
          <p:cNvSpPr>
            <a:spLocks noGrp="1"/>
          </p:cNvSpPr>
          <p:nvPr>
            <p:ph type="subTitle" idx="1"/>
          </p:nvPr>
        </p:nvSpPr>
        <p:spPr>
          <a:xfrm>
            <a:off x="1584293" y="4724400"/>
            <a:ext cx="6324600" cy="1295400"/>
          </a:xfrm>
        </p:spPr>
        <p:txBody>
          <a:bodyPr>
            <a:noAutofit/>
          </a:bodyPr>
          <a:lstStyle>
            <a:lvl1pPr marL="59739" indent="0" algn="ctr">
              <a:buNone/>
              <a:defRPr sz="3200">
                <a:solidFill>
                  <a:schemeClr val="accent3">
                    <a:lumMod val="75000"/>
                  </a:schemeClr>
                </a:solidFill>
              </a:defRPr>
            </a:lvl1pPr>
            <a:lvl2pPr marL="426705" indent="0" algn="ctr">
              <a:buNone/>
            </a:lvl2pPr>
            <a:lvl3pPr marL="853410" indent="0" algn="ctr">
              <a:buNone/>
            </a:lvl3pPr>
            <a:lvl4pPr marL="1280114" indent="0" algn="ctr">
              <a:buNone/>
            </a:lvl4pPr>
            <a:lvl5pPr marL="1706819" indent="0" algn="ctr">
              <a:buNone/>
            </a:lvl5pPr>
            <a:lvl6pPr marL="2133524" indent="0" algn="ctr">
              <a:buNone/>
            </a:lvl6pPr>
            <a:lvl7pPr marL="2560229" indent="0" algn="ctr">
              <a:buNone/>
            </a:lvl7pPr>
            <a:lvl8pPr marL="2986933" indent="0" algn="ctr">
              <a:buNone/>
            </a:lvl8pPr>
            <a:lvl9pPr marL="3413638" indent="0" algn="ctr">
              <a:buNone/>
            </a:lvl9pPr>
          </a:lstStyle>
          <a:p>
            <a:r>
              <a:rPr lang="en-US" dirty="0"/>
              <a:t>Click to edit Master subtitle style</a:t>
            </a:r>
          </a:p>
        </p:txBody>
      </p:sp>
      <p:pic>
        <p:nvPicPr>
          <p:cNvPr id="1026" name="Picture 2"/>
          <p:cNvPicPr>
            <a:picLocks noChangeAspect="1" noChangeArrowheads="1"/>
          </p:cNvPicPr>
          <p:nvPr userDrawn="1"/>
        </p:nvPicPr>
        <p:blipFill>
          <a:blip r:embed="rId2" cstate="print"/>
          <a:srcRect/>
          <a:stretch>
            <a:fillRect/>
          </a:stretch>
        </p:blipFill>
        <p:spPr bwMode="auto">
          <a:xfrm>
            <a:off x="3200400" y="163286"/>
            <a:ext cx="2667000" cy="3688497"/>
          </a:xfrm>
          <a:prstGeom prst="rect">
            <a:avLst/>
          </a:prstGeom>
          <a:noFill/>
          <a:ln w="9525">
            <a:noFill/>
            <a:miter lim="800000"/>
            <a:headEnd/>
            <a:tailEnd/>
          </a:ln>
        </p:spPr>
      </p:pic>
    </p:spTree>
    <p:extLst>
      <p:ext uri="{BB962C8B-B14F-4D97-AF65-F5344CB8AC3E}">
        <p14:creationId xmlns:p14="http://schemas.microsoft.com/office/powerpoint/2010/main" val="84472488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2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91853907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cSld name="3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14859921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cSld name="4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97960726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cSld name="5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80400839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cSld name="6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97591368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cSld name="7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69923585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cSld name="8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60710073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cSld name="9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56397184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cSld name="10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979412012"/>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cSld name="11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00389225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cSld name="12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4024231528"/>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cSld name="13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2890291076"/>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cSld name="14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237514467"/>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cSld name="15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87323885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cSld name="16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90113242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cSld name="17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07048576"/>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cSld name="18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09919385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cSld name="19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294274355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cSld name="20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498800840"/>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cSld name="21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2315635969"/>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cSld name="22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435932975"/>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cSld name="23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111497834"/>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cSld name="24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2098109348"/>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cSld name="25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45751234"/>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cSld name="26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33225745"/>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cSld name="27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250834540"/>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cSld name="28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476097037"/>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cSld name="29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705407200"/>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cSld name="30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420874206"/>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cSld name="31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832233174"/>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cSld name="33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2158877920"/>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cSld name="34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763167487"/>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cSld name="35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2709270988"/>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cSld name="36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2266447082"/>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cSld name="37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684443435"/>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cSld name="38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607467766"/>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cSld name="39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841520236"/>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cSld name="40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2640073204"/>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cSld name="41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2111546739"/>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cSld name="42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623720748"/>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cSld name="43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026061165"/>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cSld name="44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2715935990"/>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cSld name="45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189221593"/>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cSld name="46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553346826"/>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cSld name="47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505671668"/>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cSld name="48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37843217"/>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cSld name="49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160310288"/>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cSld name="50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75405808"/>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cSld name="51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796648637"/>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cSld name="52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886450475"/>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cSld name="53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60679017"/>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p:cSld name="54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306831267"/>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p:cSld name="55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2452361390"/>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p:cSld name="56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2196860699"/>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p:cSld name="57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59520900"/>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p:cSld name="58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91673950"/>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p:cSld name="59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761161494"/>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p:cSld name="60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582039136"/>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p:cSld name="61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697243803"/>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p:cSld name="62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252299776"/>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p:cSld name="63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485632198"/>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p:cSld name="64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2282864728"/>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p:cSld name="65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075721438"/>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p:cSld name="66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4117915840"/>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p:cSld name="67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699250281"/>
      </p:ext>
    </p:extLst>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p:cSld name="68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768152554"/>
      </p:ext>
    </p:extLst>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p:cSld name="69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279458787"/>
      </p:ext>
    </p:extLst>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p:cSld name="70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699272885"/>
      </p:ext>
    </p:extLst>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p:cSld name="71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933169142"/>
      </p:ext>
    </p:extLst>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matchingName="Title slide" type="title">
  <p:cSld name="Title slide">
    <p:bg>
      <p:bgPr>
        <a:solidFill>
          <a:srgbClr val="FFFFFF"/>
        </a:solidFill>
        <a:effectLst/>
      </p:bgPr>
    </p:bg>
    <p:spTree>
      <p:nvGrpSpPr>
        <p:cNvPr id="1" name="Shape 38"/>
        <p:cNvGrpSpPr/>
        <p:nvPr/>
      </p:nvGrpSpPr>
      <p:grpSpPr>
        <a:xfrm>
          <a:off x="0" y="0"/>
          <a:ext cx="0" cy="0"/>
          <a:chOff x="0" y="0"/>
          <a:chExt cx="0" cy="0"/>
        </a:xfrm>
      </p:grpSpPr>
      <p:pic>
        <p:nvPicPr>
          <p:cNvPr id="39" name="Google Shape;39;p2"/>
          <p:cNvPicPr preferRelativeResize="0"/>
          <p:nvPr/>
        </p:nvPicPr>
        <p:blipFill>
          <a:blip r:embed="rId2">
            <a:alphaModFix/>
          </a:blip>
          <a:stretch>
            <a:fillRect/>
          </a:stretch>
        </p:blipFill>
        <p:spPr>
          <a:xfrm>
            <a:off x="1" y="-3"/>
            <a:ext cx="11328385" cy="6919433"/>
          </a:xfrm>
          <a:prstGeom prst="rect">
            <a:avLst/>
          </a:prstGeom>
          <a:noFill/>
          <a:ln>
            <a:noFill/>
          </a:ln>
        </p:spPr>
      </p:pic>
      <p:grpSp>
        <p:nvGrpSpPr>
          <p:cNvPr id="40" name="Google Shape;40;p2"/>
          <p:cNvGrpSpPr/>
          <p:nvPr/>
        </p:nvGrpSpPr>
        <p:grpSpPr>
          <a:xfrm>
            <a:off x="22" y="4740126"/>
            <a:ext cx="7314320" cy="1169029"/>
            <a:chOff x="-11" y="1378677"/>
            <a:chExt cx="7314320" cy="4116300"/>
          </a:xfrm>
        </p:grpSpPr>
        <p:sp>
          <p:nvSpPr>
            <p:cNvPr id="41" name="Google Shape;41;p2"/>
            <p:cNvSpPr/>
            <p:nvPr/>
          </p:nvSpPr>
          <p:spPr>
            <a:xfrm flipH="1">
              <a:off x="-11" y="1378677"/>
              <a:ext cx="187800" cy="4116300"/>
            </a:xfrm>
            <a:prstGeom prst="rect">
              <a:avLst/>
            </a:prstGeom>
            <a:solidFill>
              <a:srgbClr val="E67032"/>
            </a:solidFill>
            <a:ln>
              <a:noFill/>
            </a:ln>
          </p:spPr>
          <p:txBody>
            <a:bodyPr spcFirstLastPara="1" wrap="square" lIns="91425" tIns="45700" rIns="91425" bIns="45700" anchor="ctr" anchorCtr="0">
              <a:noAutofit/>
            </a:bodyPr>
            <a:lstStyle/>
            <a:p>
              <a:pPr marL="0" lvl="0" indent="0" algn="l" rtl="0">
                <a:spcBef>
                  <a:spcPts val="0"/>
                </a:spcBef>
                <a:spcAft>
                  <a:spcPts val="0"/>
                </a:spcAft>
                <a:buNone/>
              </a:pPr>
              <a:endParaRPr sz="1800"/>
            </a:p>
          </p:txBody>
        </p:sp>
        <p:sp>
          <p:nvSpPr>
            <p:cNvPr id="42" name="Google Shape;42;p2"/>
            <p:cNvSpPr/>
            <p:nvPr/>
          </p:nvSpPr>
          <p:spPr>
            <a:xfrm flipH="1">
              <a:off x="187809" y="1378677"/>
              <a:ext cx="7126500" cy="4116300"/>
            </a:xfrm>
            <a:prstGeom prst="rect">
              <a:avLst/>
            </a:prstGeom>
            <a:solidFill>
              <a:srgbClr val="434343"/>
            </a:solidFill>
            <a:ln>
              <a:noFill/>
            </a:ln>
          </p:spPr>
          <p:txBody>
            <a:bodyPr spcFirstLastPara="1" wrap="square" lIns="91425" tIns="45700" rIns="91425" bIns="45700" anchor="ctr" anchorCtr="0">
              <a:noAutofit/>
            </a:bodyPr>
            <a:lstStyle/>
            <a:p>
              <a:pPr marL="0" lvl="0" indent="0" algn="l" rtl="0">
                <a:spcBef>
                  <a:spcPts val="0"/>
                </a:spcBef>
                <a:spcAft>
                  <a:spcPts val="0"/>
                </a:spcAft>
                <a:buNone/>
              </a:pPr>
              <a:endParaRPr sz="1800"/>
            </a:p>
          </p:txBody>
        </p:sp>
      </p:grpSp>
      <p:sp>
        <p:nvSpPr>
          <p:cNvPr id="43" name="Google Shape;43;p2"/>
          <p:cNvSpPr txBox="1">
            <a:spLocks noGrp="1"/>
          </p:cNvSpPr>
          <p:nvPr>
            <p:ph type="ctrTitle"/>
          </p:nvPr>
        </p:nvSpPr>
        <p:spPr>
          <a:xfrm>
            <a:off x="414375" y="4842443"/>
            <a:ext cx="6400800" cy="964400"/>
          </a:xfrm>
          <a:prstGeom prst="rect">
            <a:avLst/>
          </a:prstGeom>
        </p:spPr>
        <p:txBody>
          <a:bodyPr spcFirstLastPara="1" wrap="square" lIns="91425" tIns="91425" rIns="91425" bIns="91425" anchor="b" anchorCtr="0">
            <a:noAutofit/>
          </a:bodyPr>
          <a:lstStyle>
            <a:lvl1pPr lvl="0">
              <a:spcBef>
                <a:spcPts val="0"/>
              </a:spcBef>
              <a:spcAft>
                <a:spcPts val="0"/>
              </a:spcAft>
              <a:buClr>
                <a:srgbClr val="FFFFFF"/>
              </a:buClr>
              <a:buSzPts val="3600"/>
              <a:buNone/>
              <a:defRPr sz="3600">
                <a:solidFill>
                  <a:srgbClr val="FFFFFF"/>
                </a:solidFill>
              </a:defRPr>
            </a:lvl1pPr>
            <a:lvl2pPr lvl="1">
              <a:spcBef>
                <a:spcPts val="0"/>
              </a:spcBef>
              <a:spcAft>
                <a:spcPts val="0"/>
              </a:spcAft>
              <a:buSzPts val="3600"/>
              <a:buNone/>
              <a:defRPr sz="3600"/>
            </a:lvl2pPr>
            <a:lvl3pPr lvl="2">
              <a:spcBef>
                <a:spcPts val="0"/>
              </a:spcBef>
              <a:spcAft>
                <a:spcPts val="0"/>
              </a:spcAft>
              <a:buSzPts val="3600"/>
              <a:buNone/>
              <a:defRPr sz="3600"/>
            </a:lvl3pPr>
            <a:lvl4pPr lvl="3">
              <a:spcBef>
                <a:spcPts val="0"/>
              </a:spcBef>
              <a:spcAft>
                <a:spcPts val="0"/>
              </a:spcAft>
              <a:buSzPts val="3600"/>
              <a:buNone/>
              <a:defRPr sz="3600"/>
            </a:lvl4pPr>
            <a:lvl5pPr lvl="4">
              <a:spcBef>
                <a:spcPts val="0"/>
              </a:spcBef>
              <a:spcAft>
                <a:spcPts val="0"/>
              </a:spcAft>
              <a:buSzPts val="3600"/>
              <a:buNone/>
              <a:defRPr sz="3600"/>
            </a:lvl5pPr>
            <a:lvl6pPr lvl="5">
              <a:spcBef>
                <a:spcPts val="0"/>
              </a:spcBef>
              <a:spcAft>
                <a:spcPts val="0"/>
              </a:spcAft>
              <a:buSzPts val="3600"/>
              <a:buNone/>
              <a:defRPr sz="3600"/>
            </a:lvl6pPr>
            <a:lvl7pPr lvl="6">
              <a:spcBef>
                <a:spcPts val="0"/>
              </a:spcBef>
              <a:spcAft>
                <a:spcPts val="0"/>
              </a:spcAft>
              <a:buSzPts val="3600"/>
              <a:buNone/>
              <a:defRPr sz="3600"/>
            </a:lvl7pPr>
            <a:lvl8pPr lvl="7">
              <a:spcBef>
                <a:spcPts val="0"/>
              </a:spcBef>
              <a:spcAft>
                <a:spcPts val="0"/>
              </a:spcAft>
              <a:buSzPts val="3600"/>
              <a:buNone/>
              <a:defRPr sz="3600"/>
            </a:lvl8pPr>
            <a:lvl9pPr lvl="8">
              <a:spcBef>
                <a:spcPts val="0"/>
              </a:spcBef>
              <a:spcAft>
                <a:spcPts val="0"/>
              </a:spcAft>
              <a:buSzPts val="3600"/>
              <a:buNone/>
              <a:defRPr sz="3600"/>
            </a:lvl9pPr>
          </a:lstStyle>
          <a:p>
            <a:endParaRPr/>
          </a:p>
        </p:txBody>
      </p:sp>
    </p:spTree>
    <p:extLst>
      <p:ext uri="{BB962C8B-B14F-4D97-AF65-F5344CB8AC3E}">
        <p14:creationId xmlns:p14="http://schemas.microsoft.com/office/powerpoint/2010/main" val="3582201510"/>
      </p:ext>
    </p:extLst>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matchingName="Title only" type="titleOnly">
  <p:cSld name="Title only">
    <p:spTree>
      <p:nvGrpSpPr>
        <p:cNvPr id="1" name="Shape 57"/>
        <p:cNvGrpSpPr/>
        <p:nvPr/>
      </p:nvGrpSpPr>
      <p:grpSpPr>
        <a:xfrm>
          <a:off x="0" y="0"/>
          <a:ext cx="0" cy="0"/>
          <a:chOff x="0" y="0"/>
          <a:chExt cx="0" cy="0"/>
        </a:xfrm>
      </p:grpSpPr>
      <p:grpSp>
        <p:nvGrpSpPr>
          <p:cNvPr id="58" name="Google Shape;58;p5"/>
          <p:cNvGrpSpPr/>
          <p:nvPr/>
        </p:nvGrpSpPr>
        <p:grpSpPr>
          <a:xfrm>
            <a:off x="-13" y="-12188"/>
            <a:ext cx="8005728" cy="1612563"/>
            <a:chOff x="-13" y="-12188"/>
            <a:chExt cx="8005728" cy="1161900"/>
          </a:xfrm>
        </p:grpSpPr>
        <p:sp>
          <p:nvSpPr>
            <p:cNvPr id="59" name="Google Shape;59;p5"/>
            <p:cNvSpPr/>
            <p:nvPr/>
          </p:nvSpPr>
          <p:spPr>
            <a:xfrm flipH="1">
              <a:off x="-13" y="-12188"/>
              <a:ext cx="187800" cy="1161900"/>
            </a:xfrm>
            <a:prstGeom prst="rect">
              <a:avLst/>
            </a:prstGeom>
            <a:solidFill>
              <a:srgbClr val="E67032"/>
            </a:solidFill>
            <a:ln>
              <a:noFill/>
            </a:ln>
          </p:spPr>
          <p:txBody>
            <a:bodyPr spcFirstLastPara="1" wrap="square" lIns="91425" tIns="45700" rIns="91425" bIns="45700" anchor="ctr" anchorCtr="0">
              <a:noAutofit/>
            </a:bodyPr>
            <a:lstStyle/>
            <a:p>
              <a:pPr marL="0" lvl="0" indent="0" algn="l" rtl="0">
                <a:spcBef>
                  <a:spcPts val="0"/>
                </a:spcBef>
                <a:spcAft>
                  <a:spcPts val="0"/>
                </a:spcAft>
                <a:buNone/>
              </a:pPr>
              <a:endParaRPr sz="1800"/>
            </a:p>
          </p:txBody>
        </p:sp>
        <p:sp>
          <p:nvSpPr>
            <p:cNvPr id="60" name="Google Shape;60;p5"/>
            <p:cNvSpPr/>
            <p:nvPr/>
          </p:nvSpPr>
          <p:spPr>
            <a:xfrm flipH="1">
              <a:off x="187715" y="-12188"/>
              <a:ext cx="7818000" cy="1161900"/>
            </a:xfrm>
            <a:prstGeom prst="rect">
              <a:avLst/>
            </a:prstGeom>
            <a:solidFill>
              <a:srgbClr val="E67032"/>
            </a:solidFill>
            <a:ln>
              <a:noFill/>
            </a:ln>
          </p:spPr>
          <p:txBody>
            <a:bodyPr spcFirstLastPara="1" wrap="square" lIns="91425" tIns="45700" rIns="91425" bIns="45700" anchor="ctr" anchorCtr="0">
              <a:noAutofit/>
            </a:bodyPr>
            <a:lstStyle/>
            <a:p>
              <a:pPr marL="0" lvl="0" indent="0" algn="l" rtl="0">
                <a:spcBef>
                  <a:spcPts val="0"/>
                </a:spcBef>
                <a:spcAft>
                  <a:spcPts val="0"/>
                </a:spcAft>
                <a:buNone/>
              </a:pPr>
              <a:endParaRPr sz="1800"/>
            </a:p>
          </p:txBody>
        </p:sp>
      </p:grpSp>
      <p:sp>
        <p:nvSpPr>
          <p:cNvPr id="61" name="Google Shape;61;p5"/>
          <p:cNvSpPr txBox="1">
            <a:spLocks noGrp="1"/>
          </p:cNvSpPr>
          <p:nvPr>
            <p:ph type="title"/>
          </p:nvPr>
        </p:nvSpPr>
        <p:spPr>
          <a:xfrm>
            <a:off x="457200" y="134801"/>
            <a:ext cx="7315500" cy="1352000"/>
          </a:xfrm>
          <a:prstGeom prst="rect">
            <a:avLst/>
          </a:prstGeom>
        </p:spPr>
        <p:txBody>
          <a:bodyPr spcFirstLastPara="1" wrap="square" lIns="91425" tIns="91425" rIns="91425" bIns="91425" anchor="b" anchorCtr="0">
            <a:noAutofit/>
          </a:bodyPr>
          <a:lstStyle>
            <a:lvl1pPr lvl="0">
              <a:spcBef>
                <a:spcPts val="0"/>
              </a:spcBef>
              <a:spcAft>
                <a:spcPts val="0"/>
              </a:spcAft>
              <a:buSzPts val="4400"/>
              <a:buNone/>
              <a:defRPr/>
            </a:lvl1pPr>
            <a:lvl2pPr lvl="1">
              <a:spcBef>
                <a:spcPts val="0"/>
              </a:spcBef>
              <a:spcAft>
                <a:spcPts val="0"/>
              </a:spcAft>
              <a:buSzPts val="4400"/>
              <a:buNone/>
              <a:defRPr/>
            </a:lvl2pPr>
            <a:lvl3pPr lvl="2">
              <a:spcBef>
                <a:spcPts val="0"/>
              </a:spcBef>
              <a:spcAft>
                <a:spcPts val="0"/>
              </a:spcAft>
              <a:buSzPts val="4400"/>
              <a:buNone/>
              <a:defRPr/>
            </a:lvl3pPr>
            <a:lvl4pPr lvl="3">
              <a:spcBef>
                <a:spcPts val="0"/>
              </a:spcBef>
              <a:spcAft>
                <a:spcPts val="0"/>
              </a:spcAft>
              <a:buSzPts val="4400"/>
              <a:buNone/>
              <a:defRPr/>
            </a:lvl4pPr>
            <a:lvl5pPr lvl="4">
              <a:spcBef>
                <a:spcPts val="0"/>
              </a:spcBef>
              <a:spcAft>
                <a:spcPts val="0"/>
              </a:spcAft>
              <a:buSzPts val="4400"/>
              <a:buNone/>
              <a:defRPr/>
            </a:lvl5pPr>
            <a:lvl6pPr lvl="5">
              <a:spcBef>
                <a:spcPts val="0"/>
              </a:spcBef>
              <a:spcAft>
                <a:spcPts val="0"/>
              </a:spcAft>
              <a:buSzPts val="4400"/>
              <a:buNone/>
              <a:defRPr/>
            </a:lvl6pPr>
            <a:lvl7pPr lvl="6">
              <a:spcBef>
                <a:spcPts val="0"/>
              </a:spcBef>
              <a:spcAft>
                <a:spcPts val="0"/>
              </a:spcAft>
              <a:buSzPts val="4400"/>
              <a:buNone/>
              <a:defRPr/>
            </a:lvl7pPr>
            <a:lvl8pPr lvl="7">
              <a:spcBef>
                <a:spcPts val="0"/>
              </a:spcBef>
              <a:spcAft>
                <a:spcPts val="0"/>
              </a:spcAft>
              <a:buSzPts val="4400"/>
              <a:buNone/>
              <a:defRPr/>
            </a:lvl8pPr>
            <a:lvl9pPr lvl="8">
              <a:spcBef>
                <a:spcPts val="0"/>
              </a:spcBef>
              <a:spcAft>
                <a:spcPts val="0"/>
              </a:spcAft>
              <a:buSzPts val="4400"/>
              <a:buNone/>
              <a:defRPr/>
            </a:lvl9pPr>
          </a:lstStyle>
          <a:p>
            <a:endParaRPr/>
          </a:p>
        </p:txBody>
      </p:sp>
    </p:spTree>
    <p:extLst>
      <p:ext uri="{BB962C8B-B14F-4D97-AF65-F5344CB8AC3E}">
        <p14:creationId xmlns:p14="http://schemas.microsoft.com/office/powerpoint/2010/main" val="4019391645"/>
      </p:ext>
    </p:extLst>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44"/>
        <p:cNvGrpSpPr/>
        <p:nvPr/>
      </p:nvGrpSpPr>
      <p:grpSpPr>
        <a:xfrm>
          <a:off x="0" y="0"/>
          <a:ext cx="0" cy="0"/>
          <a:chOff x="0" y="0"/>
          <a:chExt cx="0" cy="0"/>
        </a:xfrm>
      </p:grpSpPr>
      <p:grpSp>
        <p:nvGrpSpPr>
          <p:cNvPr id="45" name="Google Shape;45;p3"/>
          <p:cNvGrpSpPr/>
          <p:nvPr/>
        </p:nvGrpSpPr>
        <p:grpSpPr>
          <a:xfrm>
            <a:off x="-13" y="-12188"/>
            <a:ext cx="8005728" cy="1612563"/>
            <a:chOff x="-13" y="-12188"/>
            <a:chExt cx="8005728" cy="1161900"/>
          </a:xfrm>
        </p:grpSpPr>
        <p:sp>
          <p:nvSpPr>
            <p:cNvPr id="46" name="Google Shape;46;p3"/>
            <p:cNvSpPr/>
            <p:nvPr/>
          </p:nvSpPr>
          <p:spPr>
            <a:xfrm flipH="1">
              <a:off x="-13" y="-12188"/>
              <a:ext cx="187800" cy="1161900"/>
            </a:xfrm>
            <a:prstGeom prst="rect">
              <a:avLst/>
            </a:prstGeom>
            <a:solidFill>
              <a:srgbClr val="E67032"/>
            </a:solidFill>
            <a:ln>
              <a:noFill/>
            </a:ln>
          </p:spPr>
          <p:txBody>
            <a:bodyPr spcFirstLastPara="1" wrap="square" lIns="91425" tIns="45700" rIns="91425" bIns="45700" anchor="ctr" anchorCtr="0">
              <a:noAutofit/>
            </a:bodyPr>
            <a:lstStyle/>
            <a:p>
              <a:pPr marL="0" lvl="0" indent="0" algn="l" rtl="0">
                <a:spcBef>
                  <a:spcPts val="0"/>
                </a:spcBef>
                <a:spcAft>
                  <a:spcPts val="0"/>
                </a:spcAft>
                <a:buNone/>
              </a:pPr>
              <a:endParaRPr sz="1800"/>
            </a:p>
          </p:txBody>
        </p:sp>
        <p:sp>
          <p:nvSpPr>
            <p:cNvPr id="47" name="Google Shape;47;p3"/>
            <p:cNvSpPr/>
            <p:nvPr/>
          </p:nvSpPr>
          <p:spPr>
            <a:xfrm flipH="1">
              <a:off x="187715" y="-12188"/>
              <a:ext cx="7818000" cy="1161900"/>
            </a:xfrm>
            <a:prstGeom prst="rect">
              <a:avLst/>
            </a:prstGeom>
            <a:solidFill>
              <a:srgbClr val="E67032"/>
            </a:solidFill>
            <a:ln>
              <a:noFill/>
            </a:ln>
          </p:spPr>
          <p:txBody>
            <a:bodyPr spcFirstLastPara="1" wrap="square" lIns="91425" tIns="45700" rIns="91425" bIns="45700" anchor="ctr" anchorCtr="0">
              <a:noAutofit/>
            </a:bodyPr>
            <a:lstStyle/>
            <a:p>
              <a:pPr marL="0" lvl="0" indent="0" algn="l" rtl="0">
                <a:spcBef>
                  <a:spcPts val="0"/>
                </a:spcBef>
                <a:spcAft>
                  <a:spcPts val="0"/>
                </a:spcAft>
                <a:buNone/>
              </a:pPr>
              <a:endParaRPr sz="1800"/>
            </a:p>
          </p:txBody>
        </p:sp>
      </p:grpSp>
      <p:sp>
        <p:nvSpPr>
          <p:cNvPr id="48" name="Google Shape;48;p3"/>
          <p:cNvSpPr txBox="1">
            <a:spLocks noGrp="1"/>
          </p:cNvSpPr>
          <p:nvPr>
            <p:ph type="title"/>
          </p:nvPr>
        </p:nvSpPr>
        <p:spPr>
          <a:xfrm>
            <a:off x="457200" y="134801"/>
            <a:ext cx="7315500" cy="1352000"/>
          </a:xfrm>
          <a:prstGeom prst="rect">
            <a:avLst/>
          </a:prstGeom>
        </p:spPr>
        <p:txBody>
          <a:bodyPr spcFirstLastPara="1" wrap="square" lIns="91425" tIns="91425" rIns="91425" bIns="91425" anchor="b" anchorCtr="0">
            <a:noAutofit/>
          </a:bodyPr>
          <a:lstStyle>
            <a:lvl1pPr lvl="0">
              <a:spcBef>
                <a:spcPts val="0"/>
              </a:spcBef>
              <a:spcAft>
                <a:spcPts val="0"/>
              </a:spcAft>
              <a:buSzPts val="4400"/>
              <a:buNone/>
              <a:defRPr/>
            </a:lvl1pPr>
            <a:lvl2pPr lvl="1">
              <a:spcBef>
                <a:spcPts val="0"/>
              </a:spcBef>
              <a:spcAft>
                <a:spcPts val="0"/>
              </a:spcAft>
              <a:buSzPts val="4400"/>
              <a:buNone/>
              <a:defRPr/>
            </a:lvl2pPr>
            <a:lvl3pPr lvl="2">
              <a:spcBef>
                <a:spcPts val="0"/>
              </a:spcBef>
              <a:spcAft>
                <a:spcPts val="0"/>
              </a:spcAft>
              <a:buSzPts val="4400"/>
              <a:buNone/>
              <a:defRPr/>
            </a:lvl3pPr>
            <a:lvl4pPr lvl="3">
              <a:spcBef>
                <a:spcPts val="0"/>
              </a:spcBef>
              <a:spcAft>
                <a:spcPts val="0"/>
              </a:spcAft>
              <a:buSzPts val="4400"/>
              <a:buNone/>
              <a:defRPr/>
            </a:lvl4pPr>
            <a:lvl5pPr lvl="4">
              <a:spcBef>
                <a:spcPts val="0"/>
              </a:spcBef>
              <a:spcAft>
                <a:spcPts val="0"/>
              </a:spcAft>
              <a:buSzPts val="4400"/>
              <a:buNone/>
              <a:defRPr/>
            </a:lvl5pPr>
            <a:lvl6pPr lvl="5">
              <a:spcBef>
                <a:spcPts val="0"/>
              </a:spcBef>
              <a:spcAft>
                <a:spcPts val="0"/>
              </a:spcAft>
              <a:buSzPts val="4400"/>
              <a:buNone/>
              <a:defRPr/>
            </a:lvl6pPr>
            <a:lvl7pPr lvl="6">
              <a:spcBef>
                <a:spcPts val="0"/>
              </a:spcBef>
              <a:spcAft>
                <a:spcPts val="0"/>
              </a:spcAft>
              <a:buSzPts val="4400"/>
              <a:buNone/>
              <a:defRPr/>
            </a:lvl7pPr>
            <a:lvl8pPr lvl="7">
              <a:spcBef>
                <a:spcPts val="0"/>
              </a:spcBef>
              <a:spcAft>
                <a:spcPts val="0"/>
              </a:spcAft>
              <a:buSzPts val="4400"/>
              <a:buNone/>
              <a:defRPr/>
            </a:lvl8pPr>
            <a:lvl9pPr lvl="8">
              <a:spcBef>
                <a:spcPts val="0"/>
              </a:spcBef>
              <a:spcAft>
                <a:spcPts val="0"/>
              </a:spcAft>
              <a:buSzPts val="4400"/>
              <a:buNone/>
              <a:defRPr/>
            </a:lvl9pPr>
          </a:lstStyle>
          <a:p>
            <a:endParaRPr/>
          </a:p>
        </p:txBody>
      </p:sp>
      <p:sp>
        <p:nvSpPr>
          <p:cNvPr id="49" name="Google Shape;49;p3"/>
          <p:cNvSpPr txBox="1">
            <a:spLocks noGrp="1"/>
          </p:cNvSpPr>
          <p:nvPr>
            <p:ph type="body" idx="1"/>
          </p:nvPr>
        </p:nvSpPr>
        <p:spPr>
          <a:xfrm>
            <a:off x="457200" y="1704688"/>
            <a:ext cx="8229600" cy="4840400"/>
          </a:xfrm>
          <a:prstGeom prst="rect">
            <a:avLst/>
          </a:prstGeom>
        </p:spPr>
        <p:txBody>
          <a:bodyPr spcFirstLastPara="1" wrap="square" lIns="91425" tIns="91425" rIns="91425" bIns="91425" anchor="t" anchorCtr="0">
            <a:noAutofit/>
          </a:bodyPr>
          <a:lstStyle>
            <a:lvl1pPr marL="457200" lvl="0" indent="-342900">
              <a:spcBef>
                <a:spcPts val="0"/>
              </a:spcBef>
              <a:spcAft>
                <a:spcPts val="0"/>
              </a:spcAft>
              <a:buSzPts val="1800"/>
              <a:buChar char="●"/>
              <a:defRPr/>
            </a:lvl1pPr>
            <a:lvl2pPr marL="914400" lvl="1" indent="-342900">
              <a:spcBef>
                <a:spcPts val="0"/>
              </a:spcBef>
              <a:spcAft>
                <a:spcPts val="0"/>
              </a:spcAft>
              <a:buSzPts val="1800"/>
              <a:buChar char="○"/>
              <a:defRPr/>
            </a:lvl2pPr>
            <a:lvl3pPr marL="1371600" lvl="2" indent="-342900">
              <a:spcBef>
                <a:spcPts val="0"/>
              </a:spcBef>
              <a:spcAft>
                <a:spcPts val="0"/>
              </a:spcAft>
              <a:buSzPts val="1800"/>
              <a:buChar char="■"/>
              <a:defRPr/>
            </a:lvl3pPr>
            <a:lvl4pPr marL="1828800" lvl="3" indent="-342900">
              <a:spcBef>
                <a:spcPts val="0"/>
              </a:spcBef>
              <a:spcAft>
                <a:spcPts val="0"/>
              </a:spcAft>
              <a:buSzPts val="1800"/>
              <a:buChar char="●"/>
              <a:defRPr/>
            </a:lvl4pPr>
            <a:lvl5pPr marL="2286000" lvl="4" indent="-342900">
              <a:spcBef>
                <a:spcPts val="0"/>
              </a:spcBef>
              <a:spcAft>
                <a:spcPts val="0"/>
              </a:spcAft>
              <a:buSzPts val="1800"/>
              <a:buChar char="○"/>
              <a:defRPr/>
            </a:lvl5pPr>
            <a:lvl6pPr marL="2743200" lvl="5" indent="-342900">
              <a:spcBef>
                <a:spcPts val="0"/>
              </a:spcBef>
              <a:spcAft>
                <a:spcPts val="0"/>
              </a:spcAft>
              <a:buSzPts val="1800"/>
              <a:buChar char="■"/>
              <a:defRPr/>
            </a:lvl6pPr>
            <a:lvl7pPr marL="3200400" lvl="6" indent="-342900">
              <a:spcBef>
                <a:spcPts val="0"/>
              </a:spcBef>
              <a:spcAft>
                <a:spcPts val="0"/>
              </a:spcAft>
              <a:buSzPts val="1800"/>
              <a:buChar char="●"/>
              <a:defRPr/>
            </a:lvl7pPr>
            <a:lvl8pPr marL="3657600" lvl="7" indent="-342900">
              <a:spcBef>
                <a:spcPts val="0"/>
              </a:spcBef>
              <a:spcAft>
                <a:spcPts val="0"/>
              </a:spcAft>
              <a:buSzPts val="1800"/>
              <a:buChar char="○"/>
              <a:defRPr/>
            </a:lvl8pPr>
            <a:lvl9pPr marL="4114800" lvl="8" indent="-342900">
              <a:spcBef>
                <a:spcPts val="0"/>
              </a:spcBef>
              <a:spcAft>
                <a:spcPts val="0"/>
              </a:spcAft>
              <a:buSzPts val="1800"/>
              <a:buChar char="■"/>
              <a:defRPr/>
            </a:lvl9pPr>
          </a:lstStyle>
          <a:p>
            <a:endParaRPr/>
          </a:p>
        </p:txBody>
      </p:sp>
    </p:spTree>
    <p:extLst>
      <p:ext uri="{BB962C8B-B14F-4D97-AF65-F5344CB8AC3E}">
        <p14:creationId xmlns:p14="http://schemas.microsoft.com/office/powerpoint/2010/main" val="2662181051"/>
      </p:ext>
    </p:extLst>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519596" y="713233"/>
            <a:ext cx="3767469" cy="334707"/>
          </a:xfrm>
          <a:prstGeom prst="rect">
            <a:avLst/>
          </a:prstGeom>
        </p:spPr>
        <p:txBody>
          <a:bodyPr wrap="square" lIns="0" tIns="0" rIns="0" bIns="0">
            <a:spAutoFit/>
          </a:bodyPr>
          <a:lstStyle>
            <a:lvl1pPr>
              <a:defRPr sz="2175" b="1" i="0">
                <a:solidFill>
                  <a:srgbClr val="3D3935"/>
                </a:solidFill>
                <a:latin typeface="Arial"/>
                <a:cs typeface="Arial"/>
              </a:defRPr>
            </a:lvl1pPr>
          </a:lstStyle>
          <a:p>
            <a:endParaRPr/>
          </a:p>
        </p:txBody>
      </p:sp>
      <p:sp>
        <p:nvSpPr>
          <p:cNvPr id="3" name="Holder 3"/>
          <p:cNvSpPr>
            <a:spLocks noGrp="1"/>
          </p:cNvSpPr>
          <p:nvPr>
            <p:ph type="subTitle" idx="4"/>
          </p:nvPr>
        </p:nvSpPr>
        <p:spPr>
          <a:xfrm>
            <a:off x="1371600" y="3840480"/>
            <a:ext cx="6400800" cy="219291"/>
          </a:xfrm>
          <a:prstGeom prst="rect">
            <a:avLst/>
          </a:prstGeom>
        </p:spPr>
        <p:txBody>
          <a:bodyPr wrap="square" lIns="0" tIns="0" rIns="0" bIns="0">
            <a:spAutoFit/>
          </a:bodyPr>
          <a:lstStyle>
            <a:lvl1pPr>
              <a:defRPr sz="1425" b="1" i="0">
                <a:solidFill>
                  <a:srgbClr val="0D0D0D"/>
                </a:solidFill>
                <a:latin typeface="Arial"/>
                <a:cs typeface="Arial"/>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3/3/2026</a:t>
            </a:fld>
            <a:endParaRPr lang="en-US"/>
          </a:p>
        </p:txBody>
      </p:sp>
      <p:sp>
        <p:nvSpPr>
          <p:cNvPr id="6" name="Holder 6"/>
          <p:cNvSpPr>
            <a:spLocks noGrp="1"/>
          </p:cNvSpPr>
          <p:nvPr>
            <p:ph type="sldNum" sz="quarter" idx="7"/>
          </p:nvPr>
        </p:nvSpPr>
        <p:spPr/>
        <p:txBody>
          <a:bodyPr lIns="0" tIns="0" rIns="0" bIns="0"/>
          <a:lstStyle>
            <a:lvl1pPr>
              <a:defRPr sz="750" b="0" i="0">
                <a:solidFill>
                  <a:srgbClr val="3D3935"/>
                </a:solidFill>
                <a:latin typeface="Arial"/>
                <a:cs typeface="Arial"/>
              </a:defRPr>
            </a:lvl1pPr>
          </a:lstStyle>
          <a:p>
            <a:pPr marL="28575">
              <a:spcBef>
                <a:spcPts val="4"/>
              </a:spcBef>
            </a:pPr>
            <a:fld id="{81D60167-4931-47E6-BA6A-407CBD079E47}" type="slidenum">
              <a:rPr lang="en-US" smtClean="0"/>
              <a:pPr marL="28575">
                <a:spcBef>
                  <a:spcPts val="4"/>
                </a:spcBef>
              </a:pPr>
              <a:t>‹#›</a:t>
            </a:fld>
            <a:r>
              <a:rPr lang="en-US" spc="176"/>
              <a:t> </a:t>
            </a:r>
            <a:r>
              <a:rPr lang="en-US"/>
              <a:t>|</a:t>
            </a:r>
            <a:r>
              <a:rPr lang="en-US" spc="300"/>
              <a:t> </a:t>
            </a:r>
            <a:r>
              <a:rPr lang="en-US"/>
              <a:t>Faculty</a:t>
            </a:r>
            <a:r>
              <a:rPr lang="en-US" spc="-11"/>
              <a:t> </a:t>
            </a:r>
            <a:r>
              <a:rPr lang="en-US"/>
              <a:t>of</a:t>
            </a:r>
            <a:r>
              <a:rPr lang="en-US" spc="-15"/>
              <a:t> </a:t>
            </a:r>
            <a:r>
              <a:rPr lang="en-US"/>
              <a:t>Business</a:t>
            </a:r>
            <a:r>
              <a:rPr lang="en-US" spc="-15"/>
              <a:t> </a:t>
            </a:r>
            <a:r>
              <a:rPr lang="en-US"/>
              <a:t>and</a:t>
            </a:r>
            <a:r>
              <a:rPr lang="en-US" spc="-15"/>
              <a:t> </a:t>
            </a:r>
            <a:r>
              <a:rPr lang="en-US"/>
              <a:t>Law</a:t>
            </a:r>
            <a:r>
              <a:rPr lang="en-US" spc="-11"/>
              <a:t> </a:t>
            </a:r>
            <a:r>
              <a:rPr lang="en-US"/>
              <a:t>|</a:t>
            </a:r>
            <a:r>
              <a:rPr lang="en-US" spc="-11"/>
              <a:t> </a:t>
            </a:r>
            <a:r>
              <a:rPr lang="en-US"/>
              <a:t>Peter</a:t>
            </a:r>
            <a:r>
              <a:rPr lang="en-US" spc="-8"/>
              <a:t> </a:t>
            </a:r>
            <a:r>
              <a:rPr lang="en-US"/>
              <a:t>Faber</a:t>
            </a:r>
            <a:r>
              <a:rPr lang="en-US" spc="-11"/>
              <a:t> </a:t>
            </a:r>
            <a:r>
              <a:rPr lang="en-US"/>
              <a:t>Business</a:t>
            </a:r>
            <a:r>
              <a:rPr lang="en-US" spc="-11"/>
              <a:t> </a:t>
            </a:r>
            <a:r>
              <a:rPr lang="en-US" spc="-8"/>
              <a:t>School</a:t>
            </a:r>
            <a:endParaRPr lang="en-US" spc="-8" dirty="0"/>
          </a:p>
        </p:txBody>
      </p:sp>
    </p:spTree>
    <p:extLst>
      <p:ext uri="{BB962C8B-B14F-4D97-AF65-F5344CB8AC3E}">
        <p14:creationId xmlns:p14="http://schemas.microsoft.com/office/powerpoint/2010/main" val="1841124602"/>
      </p:ext>
    </p:extLst>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a:xfrm>
            <a:off x="519610" y="713233"/>
            <a:ext cx="6553200" cy="334707"/>
          </a:xfrm>
        </p:spPr>
        <p:txBody>
          <a:bodyPr lIns="0" tIns="0" rIns="0" bIns="0"/>
          <a:lstStyle>
            <a:lvl1pPr>
              <a:defRPr sz="2175" b="1" i="0">
                <a:solidFill>
                  <a:srgbClr val="3D3935"/>
                </a:solidFill>
                <a:latin typeface="Arial"/>
                <a:cs typeface="Arial"/>
              </a:defRPr>
            </a:lvl1pPr>
          </a:lstStyle>
          <a:p>
            <a:endParaRPr/>
          </a:p>
        </p:txBody>
      </p:sp>
      <p:sp>
        <p:nvSpPr>
          <p:cNvPr id="3" name="Holder 3"/>
          <p:cNvSpPr>
            <a:spLocks noGrp="1"/>
          </p:cNvSpPr>
          <p:nvPr>
            <p:ph type="body" idx="1"/>
          </p:nvPr>
        </p:nvSpPr>
        <p:spPr>
          <a:xfrm>
            <a:off x="508455" y="1392429"/>
            <a:ext cx="8127091" cy="219291"/>
          </a:xfrm>
        </p:spPr>
        <p:txBody>
          <a:bodyPr lIns="0" tIns="0" rIns="0" bIns="0"/>
          <a:lstStyle>
            <a:lvl1pPr>
              <a:defRPr sz="1425" b="1" i="0">
                <a:solidFill>
                  <a:srgbClr val="0D0D0D"/>
                </a:solidFill>
                <a:latin typeface="Arial"/>
                <a:cs typeface="Arial"/>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3/3/2026</a:t>
            </a:fld>
            <a:endParaRPr lang="en-US"/>
          </a:p>
        </p:txBody>
      </p:sp>
      <p:sp>
        <p:nvSpPr>
          <p:cNvPr id="6" name="Holder 6"/>
          <p:cNvSpPr>
            <a:spLocks noGrp="1"/>
          </p:cNvSpPr>
          <p:nvPr>
            <p:ph type="sldNum" sz="quarter" idx="7"/>
          </p:nvPr>
        </p:nvSpPr>
        <p:spPr/>
        <p:txBody>
          <a:bodyPr lIns="0" tIns="0" rIns="0" bIns="0"/>
          <a:lstStyle>
            <a:lvl1pPr>
              <a:defRPr sz="750" b="0" i="0">
                <a:solidFill>
                  <a:srgbClr val="3D3935"/>
                </a:solidFill>
                <a:latin typeface="Arial"/>
                <a:cs typeface="Arial"/>
              </a:defRPr>
            </a:lvl1pPr>
          </a:lstStyle>
          <a:p>
            <a:pPr marL="28575">
              <a:spcBef>
                <a:spcPts val="4"/>
              </a:spcBef>
            </a:pPr>
            <a:fld id="{81D60167-4931-47E6-BA6A-407CBD079E47}" type="slidenum">
              <a:rPr lang="en-US" smtClean="0"/>
              <a:pPr marL="28575">
                <a:spcBef>
                  <a:spcPts val="4"/>
                </a:spcBef>
              </a:pPr>
              <a:t>‹#›</a:t>
            </a:fld>
            <a:r>
              <a:rPr lang="en-US" spc="176"/>
              <a:t> </a:t>
            </a:r>
            <a:r>
              <a:rPr lang="en-US"/>
              <a:t>|</a:t>
            </a:r>
            <a:r>
              <a:rPr lang="en-US" spc="300"/>
              <a:t> </a:t>
            </a:r>
            <a:r>
              <a:rPr lang="en-US"/>
              <a:t>Faculty</a:t>
            </a:r>
            <a:r>
              <a:rPr lang="en-US" spc="-11"/>
              <a:t> </a:t>
            </a:r>
            <a:r>
              <a:rPr lang="en-US"/>
              <a:t>of</a:t>
            </a:r>
            <a:r>
              <a:rPr lang="en-US" spc="-15"/>
              <a:t> </a:t>
            </a:r>
            <a:r>
              <a:rPr lang="en-US"/>
              <a:t>Business</a:t>
            </a:r>
            <a:r>
              <a:rPr lang="en-US" spc="-15"/>
              <a:t> </a:t>
            </a:r>
            <a:r>
              <a:rPr lang="en-US"/>
              <a:t>and</a:t>
            </a:r>
            <a:r>
              <a:rPr lang="en-US" spc="-15"/>
              <a:t> </a:t>
            </a:r>
            <a:r>
              <a:rPr lang="en-US"/>
              <a:t>Law</a:t>
            </a:r>
            <a:r>
              <a:rPr lang="en-US" spc="-11"/>
              <a:t> </a:t>
            </a:r>
            <a:r>
              <a:rPr lang="en-US"/>
              <a:t>|</a:t>
            </a:r>
            <a:r>
              <a:rPr lang="en-US" spc="-11"/>
              <a:t> </a:t>
            </a:r>
            <a:r>
              <a:rPr lang="en-US"/>
              <a:t>Peter</a:t>
            </a:r>
            <a:r>
              <a:rPr lang="en-US" spc="-8"/>
              <a:t> </a:t>
            </a:r>
            <a:r>
              <a:rPr lang="en-US"/>
              <a:t>Faber</a:t>
            </a:r>
            <a:r>
              <a:rPr lang="en-US" spc="-11"/>
              <a:t> </a:t>
            </a:r>
            <a:r>
              <a:rPr lang="en-US"/>
              <a:t>Business</a:t>
            </a:r>
            <a:r>
              <a:rPr lang="en-US" spc="-11"/>
              <a:t> </a:t>
            </a:r>
            <a:r>
              <a:rPr lang="en-US" spc="-8"/>
              <a:t>School</a:t>
            </a:r>
            <a:endParaRPr lang="en-US" spc="-8" dirty="0"/>
          </a:p>
        </p:txBody>
      </p:sp>
    </p:spTree>
    <p:extLst>
      <p:ext uri="{BB962C8B-B14F-4D97-AF65-F5344CB8AC3E}">
        <p14:creationId xmlns:p14="http://schemas.microsoft.com/office/powerpoint/2010/main" val="1035566474"/>
      </p:ext>
    </p:extLst>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a:xfrm>
            <a:off x="519610" y="713233"/>
            <a:ext cx="6553200" cy="334707"/>
          </a:xfrm>
        </p:spPr>
        <p:txBody>
          <a:bodyPr lIns="0" tIns="0" rIns="0" bIns="0"/>
          <a:lstStyle>
            <a:lvl1pPr>
              <a:defRPr sz="2175" b="1" i="0">
                <a:solidFill>
                  <a:srgbClr val="3D3935"/>
                </a:solidFill>
                <a:latin typeface="Arial"/>
                <a:cs typeface="Arial"/>
              </a:defRPr>
            </a:lvl1pPr>
          </a:lstStyle>
          <a:p>
            <a:endParaRPr/>
          </a:p>
        </p:txBody>
      </p:sp>
      <p:sp>
        <p:nvSpPr>
          <p:cNvPr id="3" name="Holder 3"/>
          <p:cNvSpPr>
            <a:spLocks noGrp="1"/>
          </p:cNvSpPr>
          <p:nvPr>
            <p:ph sz="half" idx="2"/>
          </p:nvPr>
        </p:nvSpPr>
        <p:spPr>
          <a:xfrm>
            <a:off x="457200" y="1577340"/>
            <a:ext cx="3977640" cy="292388"/>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4709160" y="1577340"/>
            <a:ext cx="3977640" cy="292388"/>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3/3/2026</a:t>
            </a:fld>
            <a:endParaRPr lang="en-US"/>
          </a:p>
        </p:txBody>
      </p:sp>
      <p:sp>
        <p:nvSpPr>
          <p:cNvPr id="7" name="Holder 7"/>
          <p:cNvSpPr>
            <a:spLocks noGrp="1"/>
          </p:cNvSpPr>
          <p:nvPr>
            <p:ph type="sldNum" sz="quarter" idx="7"/>
          </p:nvPr>
        </p:nvSpPr>
        <p:spPr/>
        <p:txBody>
          <a:bodyPr lIns="0" tIns="0" rIns="0" bIns="0"/>
          <a:lstStyle>
            <a:lvl1pPr>
              <a:defRPr sz="750" b="0" i="0">
                <a:solidFill>
                  <a:srgbClr val="3D3935"/>
                </a:solidFill>
                <a:latin typeface="Arial"/>
                <a:cs typeface="Arial"/>
              </a:defRPr>
            </a:lvl1pPr>
          </a:lstStyle>
          <a:p>
            <a:pPr marL="28575">
              <a:spcBef>
                <a:spcPts val="4"/>
              </a:spcBef>
            </a:pPr>
            <a:fld id="{81D60167-4931-47E6-BA6A-407CBD079E47}" type="slidenum">
              <a:rPr lang="en-US" smtClean="0"/>
              <a:pPr marL="28575">
                <a:spcBef>
                  <a:spcPts val="4"/>
                </a:spcBef>
              </a:pPr>
              <a:t>‹#›</a:t>
            </a:fld>
            <a:r>
              <a:rPr lang="en-US" spc="176"/>
              <a:t> </a:t>
            </a:r>
            <a:r>
              <a:rPr lang="en-US"/>
              <a:t>|</a:t>
            </a:r>
            <a:r>
              <a:rPr lang="en-US" spc="300"/>
              <a:t> </a:t>
            </a:r>
            <a:r>
              <a:rPr lang="en-US"/>
              <a:t>Faculty</a:t>
            </a:r>
            <a:r>
              <a:rPr lang="en-US" spc="-11"/>
              <a:t> </a:t>
            </a:r>
            <a:r>
              <a:rPr lang="en-US"/>
              <a:t>of</a:t>
            </a:r>
            <a:r>
              <a:rPr lang="en-US" spc="-15"/>
              <a:t> </a:t>
            </a:r>
            <a:r>
              <a:rPr lang="en-US"/>
              <a:t>Business</a:t>
            </a:r>
            <a:r>
              <a:rPr lang="en-US" spc="-15"/>
              <a:t> </a:t>
            </a:r>
            <a:r>
              <a:rPr lang="en-US"/>
              <a:t>and</a:t>
            </a:r>
            <a:r>
              <a:rPr lang="en-US" spc="-15"/>
              <a:t> </a:t>
            </a:r>
            <a:r>
              <a:rPr lang="en-US"/>
              <a:t>Law</a:t>
            </a:r>
            <a:r>
              <a:rPr lang="en-US" spc="-11"/>
              <a:t> </a:t>
            </a:r>
            <a:r>
              <a:rPr lang="en-US"/>
              <a:t>|</a:t>
            </a:r>
            <a:r>
              <a:rPr lang="en-US" spc="-11"/>
              <a:t> </a:t>
            </a:r>
            <a:r>
              <a:rPr lang="en-US"/>
              <a:t>Peter</a:t>
            </a:r>
            <a:r>
              <a:rPr lang="en-US" spc="-8"/>
              <a:t> </a:t>
            </a:r>
            <a:r>
              <a:rPr lang="en-US"/>
              <a:t>Faber</a:t>
            </a:r>
            <a:r>
              <a:rPr lang="en-US" spc="-11"/>
              <a:t> </a:t>
            </a:r>
            <a:r>
              <a:rPr lang="en-US"/>
              <a:t>Business</a:t>
            </a:r>
            <a:r>
              <a:rPr lang="en-US" spc="-11"/>
              <a:t> </a:t>
            </a:r>
            <a:r>
              <a:rPr lang="en-US" spc="-8"/>
              <a:t>School</a:t>
            </a:r>
            <a:endParaRPr lang="en-US" spc="-8" dirty="0"/>
          </a:p>
        </p:txBody>
      </p:sp>
    </p:spTree>
    <p:extLst>
      <p:ext uri="{BB962C8B-B14F-4D97-AF65-F5344CB8AC3E}">
        <p14:creationId xmlns:p14="http://schemas.microsoft.com/office/powerpoint/2010/main" val="3938031207"/>
      </p:ext>
    </p:extLst>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a:xfrm>
            <a:off x="519610" y="713233"/>
            <a:ext cx="6553200" cy="334707"/>
          </a:xfrm>
        </p:spPr>
        <p:txBody>
          <a:bodyPr lIns="0" tIns="0" rIns="0" bIns="0"/>
          <a:lstStyle>
            <a:lvl1pPr>
              <a:defRPr sz="2175" b="1" i="0">
                <a:solidFill>
                  <a:srgbClr val="3D3935"/>
                </a:solidFill>
                <a:latin typeface="Arial"/>
                <a:cs typeface="Arial"/>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3/3/2026</a:t>
            </a:fld>
            <a:endParaRPr lang="en-US"/>
          </a:p>
        </p:txBody>
      </p:sp>
      <p:sp>
        <p:nvSpPr>
          <p:cNvPr id="5" name="Holder 5"/>
          <p:cNvSpPr>
            <a:spLocks noGrp="1"/>
          </p:cNvSpPr>
          <p:nvPr>
            <p:ph type="sldNum" sz="quarter" idx="7"/>
          </p:nvPr>
        </p:nvSpPr>
        <p:spPr/>
        <p:txBody>
          <a:bodyPr lIns="0" tIns="0" rIns="0" bIns="0"/>
          <a:lstStyle>
            <a:lvl1pPr>
              <a:defRPr sz="750" b="0" i="0">
                <a:solidFill>
                  <a:srgbClr val="3D3935"/>
                </a:solidFill>
                <a:latin typeface="Arial"/>
                <a:cs typeface="Arial"/>
              </a:defRPr>
            </a:lvl1pPr>
          </a:lstStyle>
          <a:p>
            <a:pPr marL="28575">
              <a:spcBef>
                <a:spcPts val="4"/>
              </a:spcBef>
            </a:pPr>
            <a:fld id="{81D60167-4931-47E6-BA6A-407CBD079E47}" type="slidenum">
              <a:rPr lang="en-US" smtClean="0"/>
              <a:pPr marL="28575">
                <a:spcBef>
                  <a:spcPts val="4"/>
                </a:spcBef>
              </a:pPr>
              <a:t>‹#›</a:t>
            </a:fld>
            <a:r>
              <a:rPr lang="en-US" spc="176"/>
              <a:t> </a:t>
            </a:r>
            <a:r>
              <a:rPr lang="en-US"/>
              <a:t>|</a:t>
            </a:r>
            <a:r>
              <a:rPr lang="en-US" spc="300"/>
              <a:t> </a:t>
            </a:r>
            <a:r>
              <a:rPr lang="en-US"/>
              <a:t>Faculty</a:t>
            </a:r>
            <a:r>
              <a:rPr lang="en-US" spc="-11"/>
              <a:t> </a:t>
            </a:r>
            <a:r>
              <a:rPr lang="en-US"/>
              <a:t>of</a:t>
            </a:r>
            <a:r>
              <a:rPr lang="en-US" spc="-15"/>
              <a:t> </a:t>
            </a:r>
            <a:r>
              <a:rPr lang="en-US"/>
              <a:t>Business</a:t>
            </a:r>
            <a:r>
              <a:rPr lang="en-US" spc="-15"/>
              <a:t> </a:t>
            </a:r>
            <a:r>
              <a:rPr lang="en-US"/>
              <a:t>and</a:t>
            </a:r>
            <a:r>
              <a:rPr lang="en-US" spc="-15"/>
              <a:t> </a:t>
            </a:r>
            <a:r>
              <a:rPr lang="en-US"/>
              <a:t>Law</a:t>
            </a:r>
            <a:r>
              <a:rPr lang="en-US" spc="-11"/>
              <a:t> </a:t>
            </a:r>
            <a:r>
              <a:rPr lang="en-US"/>
              <a:t>|</a:t>
            </a:r>
            <a:r>
              <a:rPr lang="en-US" spc="-11"/>
              <a:t> </a:t>
            </a:r>
            <a:r>
              <a:rPr lang="en-US"/>
              <a:t>Peter</a:t>
            </a:r>
            <a:r>
              <a:rPr lang="en-US" spc="-8"/>
              <a:t> </a:t>
            </a:r>
            <a:r>
              <a:rPr lang="en-US"/>
              <a:t>Faber</a:t>
            </a:r>
            <a:r>
              <a:rPr lang="en-US" spc="-11"/>
              <a:t> </a:t>
            </a:r>
            <a:r>
              <a:rPr lang="en-US"/>
              <a:t>Business</a:t>
            </a:r>
            <a:r>
              <a:rPr lang="en-US" spc="-11"/>
              <a:t> </a:t>
            </a:r>
            <a:r>
              <a:rPr lang="en-US" spc="-8"/>
              <a:t>School</a:t>
            </a:r>
            <a:endParaRPr lang="en-US" spc="-8" dirty="0"/>
          </a:p>
        </p:txBody>
      </p:sp>
    </p:spTree>
    <p:extLst>
      <p:ext uri="{BB962C8B-B14F-4D97-AF65-F5344CB8AC3E}">
        <p14:creationId xmlns:p14="http://schemas.microsoft.com/office/powerpoint/2010/main" val="3687271149"/>
      </p:ext>
    </p:extLst>
  </p:cSld>
  <p:clrMapOvr>
    <a:masterClrMapping/>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3/3/2026</a:t>
            </a:fld>
            <a:endParaRPr lang="en-US"/>
          </a:p>
        </p:txBody>
      </p:sp>
      <p:sp>
        <p:nvSpPr>
          <p:cNvPr id="4" name="Holder 4"/>
          <p:cNvSpPr>
            <a:spLocks noGrp="1"/>
          </p:cNvSpPr>
          <p:nvPr>
            <p:ph type="sldNum" sz="quarter" idx="7"/>
          </p:nvPr>
        </p:nvSpPr>
        <p:spPr/>
        <p:txBody>
          <a:bodyPr lIns="0" tIns="0" rIns="0" bIns="0"/>
          <a:lstStyle>
            <a:lvl1pPr>
              <a:defRPr sz="750" b="0" i="0">
                <a:solidFill>
                  <a:srgbClr val="3D3935"/>
                </a:solidFill>
                <a:latin typeface="Arial"/>
                <a:cs typeface="Arial"/>
              </a:defRPr>
            </a:lvl1pPr>
          </a:lstStyle>
          <a:p>
            <a:pPr marL="28575">
              <a:spcBef>
                <a:spcPts val="4"/>
              </a:spcBef>
            </a:pPr>
            <a:fld id="{81D60167-4931-47E6-BA6A-407CBD079E47}" type="slidenum">
              <a:rPr lang="en-US" smtClean="0"/>
              <a:pPr marL="28575">
                <a:spcBef>
                  <a:spcPts val="4"/>
                </a:spcBef>
              </a:pPr>
              <a:t>‹#›</a:t>
            </a:fld>
            <a:r>
              <a:rPr lang="en-US" spc="176"/>
              <a:t> </a:t>
            </a:r>
            <a:r>
              <a:rPr lang="en-US"/>
              <a:t>|</a:t>
            </a:r>
            <a:r>
              <a:rPr lang="en-US" spc="300"/>
              <a:t> </a:t>
            </a:r>
            <a:r>
              <a:rPr lang="en-US"/>
              <a:t>Faculty</a:t>
            </a:r>
            <a:r>
              <a:rPr lang="en-US" spc="-11"/>
              <a:t> </a:t>
            </a:r>
            <a:r>
              <a:rPr lang="en-US"/>
              <a:t>of</a:t>
            </a:r>
            <a:r>
              <a:rPr lang="en-US" spc="-15"/>
              <a:t> </a:t>
            </a:r>
            <a:r>
              <a:rPr lang="en-US"/>
              <a:t>Business</a:t>
            </a:r>
            <a:r>
              <a:rPr lang="en-US" spc="-15"/>
              <a:t> </a:t>
            </a:r>
            <a:r>
              <a:rPr lang="en-US"/>
              <a:t>and</a:t>
            </a:r>
            <a:r>
              <a:rPr lang="en-US" spc="-15"/>
              <a:t> </a:t>
            </a:r>
            <a:r>
              <a:rPr lang="en-US"/>
              <a:t>Law</a:t>
            </a:r>
            <a:r>
              <a:rPr lang="en-US" spc="-11"/>
              <a:t> </a:t>
            </a:r>
            <a:r>
              <a:rPr lang="en-US"/>
              <a:t>|</a:t>
            </a:r>
            <a:r>
              <a:rPr lang="en-US" spc="-11"/>
              <a:t> </a:t>
            </a:r>
            <a:r>
              <a:rPr lang="en-US"/>
              <a:t>Peter</a:t>
            </a:r>
            <a:r>
              <a:rPr lang="en-US" spc="-8"/>
              <a:t> </a:t>
            </a:r>
            <a:r>
              <a:rPr lang="en-US"/>
              <a:t>Faber</a:t>
            </a:r>
            <a:r>
              <a:rPr lang="en-US" spc="-11"/>
              <a:t> </a:t>
            </a:r>
            <a:r>
              <a:rPr lang="en-US"/>
              <a:t>Business</a:t>
            </a:r>
            <a:r>
              <a:rPr lang="en-US" spc="-11"/>
              <a:t> </a:t>
            </a:r>
            <a:r>
              <a:rPr lang="en-US" spc="-8"/>
              <a:t>School</a:t>
            </a:r>
            <a:endParaRPr lang="en-US" spc="-8" dirty="0"/>
          </a:p>
        </p:txBody>
      </p:sp>
    </p:spTree>
    <p:extLst>
      <p:ext uri="{BB962C8B-B14F-4D97-AF65-F5344CB8AC3E}">
        <p14:creationId xmlns:p14="http://schemas.microsoft.com/office/powerpoint/2010/main" val="17668356"/>
      </p:ext>
    </p:extLst>
  </p:cSld>
  <p:clrMapOvr>
    <a:masterClrMapping/>
  </p:clrMapOvr>
</p:sldLayout>
</file>

<file path=ppt/slideMasters/_rels/slideMaster1.xml.rels><?xml version="1.0" encoding="UTF-8" standalone="yes"?>
<Relationships xmlns="http://schemas.openxmlformats.org/package/2006/relationships"><Relationship Id="rId26" Type="http://schemas.openxmlformats.org/officeDocument/2006/relationships/slideLayout" Target="../slideLayouts/slideLayout26.xml"/><Relationship Id="rId21" Type="http://schemas.openxmlformats.org/officeDocument/2006/relationships/slideLayout" Target="../slideLayouts/slideLayout21.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63" Type="http://schemas.openxmlformats.org/officeDocument/2006/relationships/slideLayout" Target="../slideLayouts/slideLayout63.xml"/><Relationship Id="rId68" Type="http://schemas.openxmlformats.org/officeDocument/2006/relationships/slideLayout" Target="../slideLayouts/slideLayout68.xml"/><Relationship Id="rId84" Type="http://schemas.openxmlformats.org/officeDocument/2006/relationships/theme" Target="../theme/theme1.xml"/><Relationship Id="rId16" Type="http://schemas.openxmlformats.org/officeDocument/2006/relationships/slideLayout" Target="../slideLayouts/slideLayout16.xml"/><Relationship Id="rId11" Type="http://schemas.openxmlformats.org/officeDocument/2006/relationships/slideLayout" Target="../slideLayouts/slideLayout11.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53" Type="http://schemas.openxmlformats.org/officeDocument/2006/relationships/slideLayout" Target="../slideLayouts/slideLayout53.xml"/><Relationship Id="rId58" Type="http://schemas.openxmlformats.org/officeDocument/2006/relationships/slideLayout" Target="../slideLayouts/slideLayout58.xml"/><Relationship Id="rId74" Type="http://schemas.openxmlformats.org/officeDocument/2006/relationships/slideLayout" Target="../slideLayouts/slideLayout74.xml"/><Relationship Id="rId79" Type="http://schemas.openxmlformats.org/officeDocument/2006/relationships/slideLayout" Target="../slideLayouts/slideLayout79.xml"/><Relationship Id="rId5" Type="http://schemas.openxmlformats.org/officeDocument/2006/relationships/slideLayout" Target="../slideLayouts/slideLayout5.xml"/><Relationship Id="rId19" Type="http://schemas.openxmlformats.org/officeDocument/2006/relationships/slideLayout" Target="../slideLayouts/slideLayout1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64" Type="http://schemas.openxmlformats.org/officeDocument/2006/relationships/slideLayout" Target="../slideLayouts/slideLayout64.xml"/><Relationship Id="rId69" Type="http://schemas.openxmlformats.org/officeDocument/2006/relationships/slideLayout" Target="../slideLayouts/slideLayout69.xml"/><Relationship Id="rId77" Type="http://schemas.openxmlformats.org/officeDocument/2006/relationships/slideLayout" Target="../slideLayouts/slideLayout77.xml"/><Relationship Id="rId8" Type="http://schemas.openxmlformats.org/officeDocument/2006/relationships/slideLayout" Target="../slideLayouts/slideLayout8.xml"/><Relationship Id="rId51" Type="http://schemas.openxmlformats.org/officeDocument/2006/relationships/slideLayout" Target="../slideLayouts/slideLayout51.xml"/><Relationship Id="rId72" Type="http://schemas.openxmlformats.org/officeDocument/2006/relationships/slideLayout" Target="../slideLayouts/slideLayout72.xml"/><Relationship Id="rId80" Type="http://schemas.openxmlformats.org/officeDocument/2006/relationships/slideLayout" Target="../slideLayouts/slideLayout80.xml"/><Relationship Id="rId85" Type="http://schemas.openxmlformats.org/officeDocument/2006/relationships/tags" Target="../tags/tag2.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59" Type="http://schemas.openxmlformats.org/officeDocument/2006/relationships/slideLayout" Target="../slideLayouts/slideLayout59.xml"/><Relationship Id="rId67" Type="http://schemas.openxmlformats.org/officeDocument/2006/relationships/slideLayout" Target="../slideLayouts/slideLayout67.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62" Type="http://schemas.openxmlformats.org/officeDocument/2006/relationships/slideLayout" Target="../slideLayouts/slideLayout62.xml"/><Relationship Id="rId70" Type="http://schemas.openxmlformats.org/officeDocument/2006/relationships/slideLayout" Target="../slideLayouts/slideLayout70.xml"/><Relationship Id="rId75" Type="http://schemas.openxmlformats.org/officeDocument/2006/relationships/slideLayout" Target="../slideLayouts/slideLayout75.xml"/><Relationship Id="rId83" Type="http://schemas.openxmlformats.org/officeDocument/2006/relationships/slideLayout" Target="../slideLayouts/slideLayout83.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slideLayout" Target="../slideLayouts/slideLayout57.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60" Type="http://schemas.openxmlformats.org/officeDocument/2006/relationships/slideLayout" Target="../slideLayouts/slideLayout60.xml"/><Relationship Id="rId65" Type="http://schemas.openxmlformats.org/officeDocument/2006/relationships/slideLayout" Target="../slideLayouts/slideLayout65.xml"/><Relationship Id="rId73" Type="http://schemas.openxmlformats.org/officeDocument/2006/relationships/slideLayout" Target="../slideLayouts/slideLayout73.xml"/><Relationship Id="rId78" Type="http://schemas.openxmlformats.org/officeDocument/2006/relationships/slideLayout" Target="../slideLayouts/slideLayout78.xml"/><Relationship Id="rId81" Type="http://schemas.openxmlformats.org/officeDocument/2006/relationships/slideLayout" Target="../slideLayouts/slideLayout81.xml"/><Relationship Id="rId86" Type="http://schemas.openxmlformats.org/officeDocument/2006/relationships/oleObject" Target="../embeddings/oleObject1.bin"/><Relationship Id="rId4" Type="http://schemas.openxmlformats.org/officeDocument/2006/relationships/slideLayout" Target="../slideLayouts/slideLayout4.xml"/><Relationship Id="rId9" Type="http://schemas.openxmlformats.org/officeDocument/2006/relationships/slideLayout" Target="../slideLayouts/slideLayout9.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9" Type="http://schemas.openxmlformats.org/officeDocument/2006/relationships/slideLayout" Target="../slideLayouts/slideLayout39.xml"/><Relationship Id="rId34" Type="http://schemas.openxmlformats.org/officeDocument/2006/relationships/slideLayout" Target="../slideLayouts/slideLayout34.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6" Type="http://schemas.openxmlformats.org/officeDocument/2006/relationships/slideLayout" Target="../slideLayouts/slideLayout76.xml"/><Relationship Id="rId7" Type="http://schemas.openxmlformats.org/officeDocument/2006/relationships/slideLayout" Target="../slideLayouts/slideLayout7.xml"/><Relationship Id="rId71" Type="http://schemas.openxmlformats.org/officeDocument/2006/relationships/slideLayout" Target="../slideLayouts/slideLayout71.xml"/><Relationship Id="rId2" Type="http://schemas.openxmlformats.org/officeDocument/2006/relationships/slideLayout" Target="../slideLayouts/slideLayout2.xml"/><Relationship Id="rId29" Type="http://schemas.openxmlformats.org/officeDocument/2006/relationships/slideLayout" Target="../slideLayouts/slideLayout29.xml"/><Relationship Id="rId24" Type="http://schemas.openxmlformats.org/officeDocument/2006/relationships/slideLayout" Target="../slideLayouts/slideLayout24.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66" Type="http://schemas.openxmlformats.org/officeDocument/2006/relationships/slideLayout" Target="../slideLayouts/slideLayout66.xml"/><Relationship Id="rId87" Type="http://schemas.openxmlformats.org/officeDocument/2006/relationships/image" Target="../media/image1.emf"/><Relationship Id="rId61" Type="http://schemas.openxmlformats.org/officeDocument/2006/relationships/slideLayout" Target="../slideLayouts/slideLayout61.xml"/><Relationship Id="rId82" Type="http://schemas.openxmlformats.org/officeDocument/2006/relationships/slideLayout" Target="../slideLayouts/slideLayout82.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86.xml"/><Relationship Id="rId7" Type="http://schemas.openxmlformats.org/officeDocument/2006/relationships/image" Target="../media/image9.png"/><Relationship Id="rId2" Type="http://schemas.openxmlformats.org/officeDocument/2006/relationships/slideLayout" Target="../slideLayouts/slideLayout85.xml"/><Relationship Id="rId1" Type="http://schemas.openxmlformats.org/officeDocument/2006/relationships/slideLayout" Target="../slideLayouts/slideLayout84.xml"/><Relationship Id="rId6" Type="http://schemas.openxmlformats.org/officeDocument/2006/relationships/theme" Target="../theme/theme2.xml"/><Relationship Id="rId5" Type="http://schemas.openxmlformats.org/officeDocument/2006/relationships/slideLayout" Target="../slideLayouts/slideLayout88.xml"/><Relationship Id="rId4" Type="http://schemas.openxmlformats.org/officeDocument/2006/relationships/slideLayout" Target="../slideLayouts/slideLayout87.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4" name="Object 3" hidden="1"/>
          <p:cNvGraphicFramePr>
            <a:graphicFrameLocks noChangeAspect="1"/>
          </p:cNvGraphicFramePr>
          <p:nvPr userDrawn="1">
            <p:custDataLst>
              <p:tags r:id="rId85"/>
            </p:custDataLst>
            <p:extLst>
              <p:ext uri="{D42A27DB-BD31-4B8C-83A1-F6EECF244321}">
                <p14:modId xmlns:p14="http://schemas.microsoft.com/office/powerpoint/2010/main" val="3475696465"/>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Slide" r:id="rId86" imgW="347" imgH="348" progId="TCLayout.ActiveDocument.1">
                  <p:embed/>
                </p:oleObj>
              </mc:Choice>
              <mc:Fallback>
                <p:oleObj name="think-cell Slide" r:id="rId86" imgW="347" imgH="348" progId="TCLayout.ActiveDocument.1">
                  <p:embed/>
                  <p:pic>
                    <p:nvPicPr>
                      <p:cNvPr id="4" name="Object 3" hidden="1"/>
                      <p:cNvPicPr/>
                      <p:nvPr/>
                    </p:nvPicPr>
                    <p:blipFill>
                      <a:blip r:embed="rId87"/>
                      <a:stretch>
                        <a:fillRect/>
                      </a:stretch>
                    </p:blipFill>
                    <p:spPr>
                      <a:xfrm>
                        <a:off x="1588" y="1588"/>
                        <a:ext cx="1587" cy="1587"/>
                      </a:xfrm>
                      <a:prstGeom prst="rect">
                        <a:avLst/>
                      </a:prstGeom>
                    </p:spPr>
                  </p:pic>
                </p:oleObj>
              </mc:Fallback>
            </mc:AlternateContent>
          </a:graphicData>
        </a:graphic>
      </p:graphicFrame>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grpSp>
        <p:nvGrpSpPr>
          <p:cNvPr id="87" name="Group 4"/>
          <p:cNvGrpSpPr>
            <a:grpSpLocks noChangeAspect="1"/>
          </p:cNvGrpSpPr>
          <p:nvPr userDrawn="1"/>
        </p:nvGrpSpPr>
        <p:grpSpPr bwMode="auto">
          <a:xfrm>
            <a:off x="1588" y="0"/>
            <a:ext cx="9140825" cy="6858000"/>
            <a:chOff x="1" y="0"/>
            <a:chExt cx="5758" cy="4320"/>
          </a:xfrm>
        </p:grpSpPr>
        <p:sp>
          <p:nvSpPr>
            <p:cNvPr id="88" name="AutoShape 3"/>
            <p:cNvSpPr>
              <a:spLocks noChangeAspect="1" noChangeArrowheads="1" noTextEdit="1"/>
            </p:cNvSpPr>
            <p:nvPr userDrawn="1"/>
          </p:nvSpPr>
          <p:spPr bwMode="auto">
            <a:xfrm>
              <a:off x="1" y="0"/>
              <a:ext cx="5758" cy="432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89" name="Freeform 5"/>
            <p:cNvSpPr>
              <a:spLocks/>
            </p:cNvSpPr>
            <p:nvPr userDrawn="1"/>
          </p:nvSpPr>
          <p:spPr bwMode="auto">
            <a:xfrm>
              <a:off x="1" y="-2"/>
              <a:ext cx="3169" cy="288"/>
            </a:xfrm>
            <a:custGeom>
              <a:avLst/>
              <a:gdLst>
                <a:gd name="T0" fmla="*/ 0 w 3169"/>
                <a:gd name="T1" fmla="*/ 0 h 288"/>
                <a:gd name="T2" fmla="*/ 3169 w 3169"/>
                <a:gd name="T3" fmla="*/ 0 h 288"/>
                <a:gd name="T4" fmla="*/ 2879 w 3169"/>
                <a:gd name="T5" fmla="*/ 288 h 288"/>
                <a:gd name="T6" fmla="*/ 0 w 3169"/>
                <a:gd name="T7" fmla="*/ 288 h 288"/>
                <a:gd name="T8" fmla="*/ 0 w 3169"/>
                <a:gd name="T9" fmla="*/ 0 h 288"/>
              </a:gdLst>
              <a:ahLst/>
              <a:cxnLst>
                <a:cxn ang="0">
                  <a:pos x="T0" y="T1"/>
                </a:cxn>
                <a:cxn ang="0">
                  <a:pos x="T2" y="T3"/>
                </a:cxn>
                <a:cxn ang="0">
                  <a:pos x="T4" y="T5"/>
                </a:cxn>
                <a:cxn ang="0">
                  <a:pos x="T6" y="T7"/>
                </a:cxn>
                <a:cxn ang="0">
                  <a:pos x="T8" y="T9"/>
                </a:cxn>
              </a:cxnLst>
              <a:rect l="0" t="0" r="r" b="b"/>
              <a:pathLst>
                <a:path w="3169" h="288">
                  <a:moveTo>
                    <a:pt x="0" y="0"/>
                  </a:moveTo>
                  <a:lnTo>
                    <a:pt x="3169" y="0"/>
                  </a:lnTo>
                  <a:lnTo>
                    <a:pt x="2879" y="288"/>
                  </a:lnTo>
                  <a:lnTo>
                    <a:pt x="0" y="288"/>
                  </a:lnTo>
                  <a:lnTo>
                    <a:pt x="0" y="0"/>
                  </a:lnTo>
                  <a:close/>
                </a:path>
              </a:pathLst>
            </a:custGeom>
            <a:solidFill>
              <a:srgbClr val="E8E3DB"/>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0" name="Freeform 6"/>
            <p:cNvSpPr>
              <a:spLocks/>
            </p:cNvSpPr>
            <p:nvPr userDrawn="1"/>
          </p:nvSpPr>
          <p:spPr bwMode="auto">
            <a:xfrm>
              <a:off x="1" y="-2"/>
              <a:ext cx="3169" cy="288"/>
            </a:xfrm>
            <a:custGeom>
              <a:avLst/>
              <a:gdLst>
                <a:gd name="T0" fmla="*/ 0 w 3169"/>
                <a:gd name="T1" fmla="*/ 0 h 288"/>
                <a:gd name="T2" fmla="*/ 3169 w 3169"/>
                <a:gd name="T3" fmla="*/ 0 h 288"/>
                <a:gd name="T4" fmla="*/ 2879 w 3169"/>
                <a:gd name="T5" fmla="*/ 288 h 288"/>
                <a:gd name="T6" fmla="*/ 0 w 3169"/>
                <a:gd name="T7" fmla="*/ 288 h 288"/>
                <a:gd name="T8" fmla="*/ 0 w 3169"/>
                <a:gd name="T9" fmla="*/ 0 h 288"/>
              </a:gdLst>
              <a:ahLst/>
              <a:cxnLst>
                <a:cxn ang="0">
                  <a:pos x="T0" y="T1"/>
                </a:cxn>
                <a:cxn ang="0">
                  <a:pos x="T2" y="T3"/>
                </a:cxn>
                <a:cxn ang="0">
                  <a:pos x="T4" y="T5"/>
                </a:cxn>
                <a:cxn ang="0">
                  <a:pos x="T6" y="T7"/>
                </a:cxn>
                <a:cxn ang="0">
                  <a:pos x="T8" y="T9"/>
                </a:cxn>
              </a:cxnLst>
              <a:rect l="0" t="0" r="r" b="b"/>
              <a:pathLst>
                <a:path w="3169" h="288">
                  <a:moveTo>
                    <a:pt x="0" y="0"/>
                  </a:moveTo>
                  <a:lnTo>
                    <a:pt x="3169" y="0"/>
                  </a:lnTo>
                  <a:lnTo>
                    <a:pt x="2879" y="288"/>
                  </a:lnTo>
                  <a:lnTo>
                    <a:pt x="0" y="288"/>
                  </a:lnTo>
                  <a:lnTo>
                    <a:pt x="0" y="0"/>
                  </a:lnTo>
                </a:path>
              </a:pathLst>
            </a:cu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1" name="Freeform 7"/>
            <p:cNvSpPr>
              <a:spLocks/>
            </p:cNvSpPr>
            <p:nvPr userDrawn="1"/>
          </p:nvSpPr>
          <p:spPr bwMode="auto">
            <a:xfrm>
              <a:off x="2880" y="4030"/>
              <a:ext cx="2879" cy="288"/>
            </a:xfrm>
            <a:custGeom>
              <a:avLst/>
              <a:gdLst>
                <a:gd name="T0" fmla="*/ 2879 w 2879"/>
                <a:gd name="T1" fmla="*/ 288 h 288"/>
                <a:gd name="T2" fmla="*/ 0 w 2879"/>
                <a:gd name="T3" fmla="*/ 288 h 288"/>
                <a:gd name="T4" fmla="*/ 290 w 2879"/>
                <a:gd name="T5" fmla="*/ 0 h 288"/>
                <a:gd name="T6" fmla="*/ 2879 w 2879"/>
                <a:gd name="T7" fmla="*/ 0 h 288"/>
                <a:gd name="T8" fmla="*/ 2879 w 2879"/>
                <a:gd name="T9" fmla="*/ 288 h 288"/>
              </a:gdLst>
              <a:ahLst/>
              <a:cxnLst>
                <a:cxn ang="0">
                  <a:pos x="T0" y="T1"/>
                </a:cxn>
                <a:cxn ang="0">
                  <a:pos x="T2" y="T3"/>
                </a:cxn>
                <a:cxn ang="0">
                  <a:pos x="T4" y="T5"/>
                </a:cxn>
                <a:cxn ang="0">
                  <a:pos x="T6" y="T7"/>
                </a:cxn>
                <a:cxn ang="0">
                  <a:pos x="T8" y="T9"/>
                </a:cxn>
              </a:cxnLst>
              <a:rect l="0" t="0" r="r" b="b"/>
              <a:pathLst>
                <a:path w="2879" h="288">
                  <a:moveTo>
                    <a:pt x="2879" y="288"/>
                  </a:moveTo>
                  <a:lnTo>
                    <a:pt x="0" y="288"/>
                  </a:lnTo>
                  <a:lnTo>
                    <a:pt x="290" y="0"/>
                  </a:lnTo>
                  <a:lnTo>
                    <a:pt x="2879" y="0"/>
                  </a:lnTo>
                  <a:lnTo>
                    <a:pt x="2879" y="288"/>
                  </a:lnTo>
                  <a:close/>
                </a:path>
              </a:pathLst>
            </a:custGeom>
            <a:solidFill>
              <a:srgbClr val="E8E3DB"/>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2" name="Freeform 8"/>
            <p:cNvSpPr>
              <a:spLocks/>
            </p:cNvSpPr>
            <p:nvPr userDrawn="1"/>
          </p:nvSpPr>
          <p:spPr bwMode="auto">
            <a:xfrm>
              <a:off x="2880" y="4030"/>
              <a:ext cx="2879" cy="288"/>
            </a:xfrm>
            <a:custGeom>
              <a:avLst/>
              <a:gdLst>
                <a:gd name="T0" fmla="*/ 2879 w 2879"/>
                <a:gd name="T1" fmla="*/ 288 h 288"/>
                <a:gd name="T2" fmla="*/ 0 w 2879"/>
                <a:gd name="T3" fmla="*/ 288 h 288"/>
                <a:gd name="T4" fmla="*/ 290 w 2879"/>
                <a:gd name="T5" fmla="*/ 0 h 288"/>
                <a:gd name="T6" fmla="*/ 2879 w 2879"/>
                <a:gd name="T7" fmla="*/ 0 h 288"/>
                <a:gd name="T8" fmla="*/ 2879 w 2879"/>
                <a:gd name="T9" fmla="*/ 288 h 288"/>
              </a:gdLst>
              <a:ahLst/>
              <a:cxnLst>
                <a:cxn ang="0">
                  <a:pos x="T0" y="T1"/>
                </a:cxn>
                <a:cxn ang="0">
                  <a:pos x="T2" y="T3"/>
                </a:cxn>
                <a:cxn ang="0">
                  <a:pos x="T4" y="T5"/>
                </a:cxn>
                <a:cxn ang="0">
                  <a:pos x="T6" y="T7"/>
                </a:cxn>
                <a:cxn ang="0">
                  <a:pos x="T8" y="T9"/>
                </a:cxn>
              </a:cxnLst>
              <a:rect l="0" t="0" r="r" b="b"/>
              <a:pathLst>
                <a:path w="2879" h="288">
                  <a:moveTo>
                    <a:pt x="2879" y="288"/>
                  </a:moveTo>
                  <a:lnTo>
                    <a:pt x="0" y="288"/>
                  </a:lnTo>
                  <a:lnTo>
                    <a:pt x="290" y="0"/>
                  </a:lnTo>
                  <a:lnTo>
                    <a:pt x="2879" y="0"/>
                  </a:lnTo>
                  <a:lnTo>
                    <a:pt x="2879" y="288"/>
                  </a:lnTo>
                </a:path>
              </a:pathLst>
            </a:cu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3" name="Freeform 9"/>
            <p:cNvSpPr>
              <a:spLocks/>
            </p:cNvSpPr>
            <p:nvPr userDrawn="1"/>
          </p:nvSpPr>
          <p:spPr bwMode="auto">
            <a:xfrm>
              <a:off x="4661" y="234"/>
              <a:ext cx="182" cy="234"/>
            </a:xfrm>
            <a:custGeom>
              <a:avLst/>
              <a:gdLst>
                <a:gd name="T0" fmla="*/ 91 w 91"/>
                <a:gd name="T1" fmla="*/ 0 h 117"/>
                <a:gd name="T2" fmla="*/ 91 w 91"/>
                <a:gd name="T3" fmla="*/ 51 h 117"/>
                <a:gd name="T4" fmla="*/ 46 w 91"/>
                <a:gd name="T5" fmla="*/ 117 h 117"/>
                <a:gd name="T6" fmla="*/ 0 w 91"/>
                <a:gd name="T7" fmla="*/ 51 h 117"/>
                <a:gd name="T8" fmla="*/ 0 w 91"/>
                <a:gd name="T9" fmla="*/ 0 h 117"/>
                <a:gd name="T10" fmla="*/ 91 w 91"/>
                <a:gd name="T11" fmla="*/ 0 h 117"/>
              </a:gdLst>
              <a:ahLst/>
              <a:cxnLst>
                <a:cxn ang="0">
                  <a:pos x="T0" y="T1"/>
                </a:cxn>
                <a:cxn ang="0">
                  <a:pos x="T2" y="T3"/>
                </a:cxn>
                <a:cxn ang="0">
                  <a:pos x="T4" y="T5"/>
                </a:cxn>
                <a:cxn ang="0">
                  <a:pos x="T6" y="T7"/>
                </a:cxn>
                <a:cxn ang="0">
                  <a:pos x="T8" y="T9"/>
                </a:cxn>
                <a:cxn ang="0">
                  <a:pos x="T10" y="T11"/>
                </a:cxn>
              </a:cxnLst>
              <a:rect l="0" t="0" r="r" b="b"/>
              <a:pathLst>
                <a:path w="91" h="117">
                  <a:moveTo>
                    <a:pt x="91" y="0"/>
                  </a:moveTo>
                  <a:cubicBezTo>
                    <a:pt x="91" y="51"/>
                    <a:pt x="91" y="51"/>
                    <a:pt x="91" y="51"/>
                  </a:cubicBezTo>
                  <a:cubicBezTo>
                    <a:pt x="91" y="77"/>
                    <a:pt x="74" y="105"/>
                    <a:pt x="46" y="117"/>
                  </a:cubicBezTo>
                  <a:cubicBezTo>
                    <a:pt x="18" y="105"/>
                    <a:pt x="0" y="77"/>
                    <a:pt x="0" y="51"/>
                  </a:cubicBezTo>
                  <a:cubicBezTo>
                    <a:pt x="0" y="0"/>
                    <a:pt x="0" y="0"/>
                    <a:pt x="0" y="0"/>
                  </a:cubicBezTo>
                  <a:cubicBezTo>
                    <a:pt x="91" y="0"/>
                    <a:pt x="91" y="0"/>
                    <a:pt x="91" y="0"/>
                  </a:cubicBezTo>
                  <a:close/>
                </a:path>
              </a:pathLst>
            </a:custGeom>
            <a:solidFill>
              <a:srgbClr val="E2231A"/>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4" name="Freeform 10"/>
            <p:cNvSpPr>
              <a:spLocks/>
            </p:cNvSpPr>
            <p:nvPr userDrawn="1"/>
          </p:nvSpPr>
          <p:spPr bwMode="auto">
            <a:xfrm>
              <a:off x="4695" y="262"/>
              <a:ext cx="114" cy="150"/>
            </a:xfrm>
            <a:custGeom>
              <a:avLst/>
              <a:gdLst>
                <a:gd name="T0" fmla="*/ 0 w 114"/>
                <a:gd name="T1" fmla="*/ 74 h 150"/>
                <a:gd name="T2" fmla="*/ 58 w 114"/>
                <a:gd name="T3" fmla="*/ 0 h 150"/>
                <a:gd name="T4" fmla="*/ 114 w 114"/>
                <a:gd name="T5" fmla="*/ 74 h 150"/>
                <a:gd name="T6" fmla="*/ 58 w 114"/>
                <a:gd name="T7" fmla="*/ 150 h 150"/>
                <a:gd name="T8" fmla="*/ 0 w 114"/>
                <a:gd name="T9" fmla="*/ 74 h 150"/>
                <a:gd name="T10" fmla="*/ 0 w 114"/>
                <a:gd name="T11" fmla="*/ 74 h 150"/>
              </a:gdLst>
              <a:ahLst/>
              <a:cxnLst>
                <a:cxn ang="0">
                  <a:pos x="T0" y="T1"/>
                </a:cxn>
                <a:cxn ang="0">
                  <a:pos x="T2" y="T3"/>
                </a:cxn>
                <a:cxn ang="0">
                  <a:pos x="T4" y="T5"/>
                </a:cxn>
                <a:cxn ang="0">
                  <a:pos x="T6" y="T7"/>
                </a:cxn>
                <a:cxn ang="0">
                  <a:pos x="T8" y="T9"/>
                </a:cxn>
                <a:cxn ang="0">
                  <a:pos x="T10" y="T11"/>
                </a:cxn>
              </a:cxnLst>
              <a:rect l="0" t="0" r="r" b="b"/>
              <a:pathLst>
                <a:path w="114" h="150">
                  <a:moveTo>
                    <a:pt x="0" y="74"/>
                  </a:moveTo>
                  <a:lnTo>
                    <a:pt x="58" y="0"/>
                  </a:lnTo>
                  <a:lnTo>
                    <a:pt x="114" y="74"/>
                  </a:lnTo>
                  <a:lnTo>
                    <a:pt x="58" y="150"/>
                  </a:lnTo>
                  <a:lnTo>
                    <a:pt x="0" y="74"/>
                  </a:lnTo>
                  <a:lnTo>
                    <a:pt x="0" y="74"/>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5" name="Freeform 11"/>
            <p:cNvSpPr>
              <a:spLocks/>
            </p:cNvSpPr>
            <p:nvPr userDrawn="1"/>
          </p:nvSpPr>
          <p:spPr bwMode="auto">
            <a:xfrm>
              <a:off x="4711" y="294"/>
              <a:ext cx="82" cy="98"/>
            </a:xfrm>
            <a:custGeom>
              <a:avLst/>
              <a:gdLst>
                <a:gd name="T0" fmla="*/ 18 w 41"/>
                <a:gd name="T1" fmla="*/ 26 h 49"/>
                <a:gd name="T2" fmla="*/ 21 w 41"/>
                <a:gd name="T3" fmla="*/ 49 h 49"/>
                <a:gd name="T4" fmla="*/ 21 w 41"/>
                <a:gd name="T5" fmla="*/ 49 h 49"/>
                <a:gd name="T6" fmla="*/ 21 w 41"/>
                <a:gd name="T7" fmla="*/ 49 h 49"/>
                <a:gd name="T8" fmla="*/ 23 w 41"/>
                <a:gd name="T9" fmla="*/ 26 h 49"/>
                <a:gd name="T10" fmla="*/ 23 w 41"/>
                <a:gd name="T11" fmla="*/ 24 h 49"/>
                <a:gd name="T12" fmla="*/ 32 w 41"/>
                <a:gd name="T13" fmla="*/ 24 h 49"/>
                <a:gd name="T14" fmla="*/ 32 w 41"/>
                <a:gd name="T15" fmla="*/ 25 h 49"/>
                <a:gd name="T16" fmla="*/ 35 w 41"/>
                <a:gd name="T17" fmla="*/ 28 h 49"/>
                <a:gd name="T18" fmla="*/ 37 w 41"/>
                <a:gd name="T19" fmla="*/ 25 h 49"/>
                <a:gd name="T20" fmla="*/ 37 w 41"/>
                <a:gd name="T21" fmla="*/ 24 h 49"/>
                <a:gd name="T22" fmla="*/ 38 w 41"/>
                <a:gd name="T23" fmla="*/ 24 h 49"/>
                <a:gd name="T24" fmla="*/ 41 w 41"/>
                <a:gd name="T25" fmla="*/ 21 h 49"/>
                <a:gd name="T26" fmla="*/ 38 w 41"/>
                <a:gd name="T27" fmla="*/ 19 h 49"/>
                <a:gd name="T28" fmla="*/ 37 w 41"/>
                <a:gd name="T29" fmla="*/ 19 h 49"/>
                <a:gd name="T30" fmla="*/ 37 w 41"/>
                <a:gd name="T31" fmla="*/ 18 h 49"/>
                <a:gd name="T32" fmla="*/ 35 w 41"/>
                <a:gd name="T33" fmla="*/ 15 h 49"/>
                <a:gd name="T34" fmla="*/ 32 w 41"/>
                <a:gd name="T35" fmla="*/ 18 h 49"/>
                <a:gd name="T36" fmla="*/ 32 w 41"/>
                <a:gd name="T37" fmla="*/ 19 h 49"/>
                <a:gd name="T38" fmla="*/ 23 w 41"/>
                <a:gd name="T39" fmla="*/ 19 h 49"/>
                <a:gd name="T40" fmla="*/ 23 w 41"/>
                <a:gd name="T41" fmla="*/ 9 h 49"/>
                <a:gd name="T42" fmla="*/ 24 w 41"/>
                <a:gd name="T43" fmla="*/ 9 h 49"/>
                <a:gd name="T44" fmla="*/ 27 w 41"/>
                <a:gd name="T45" fmla="*/ 6 h 49"/>
                <a:gd name="T46" fmla="*/ 24 w 41"/>
                <a:gd name="T47" fmla="*/ 3 h 49"/>
                <a:gd name="T48" fmla="*/ 23 w 41"/>
                <a:gd name="T49" fmla="*/ 3 h 49"/>
                <a:gd name="T50" fmla="*/ 23 w 41"/>
                <a:gd name="T51" fmla="*/ 3 h 49"/>
                <a:gd name="T52" fmla="*/ 21 w 41"/>
                <a:gd name="T53" fmla="*/ 0 h 49"/>
                <a:gd name="T54" fmla="*/ 18 w 41"/>
                <a:gd name="T55" fmla="*/ 3 h 49"/>
                <a:gd name="T56" fmla="*/ 18 w 41"/>
                <a:gd name="T57" fmla="*/ 3 h 49"/>
                <a:gd name="T58" fmla="*/ 17 w 41"/>
                <a:gd name="T59" fmla="*/ 3 h 49"/>
                <a:gd name="T60" fmla="*/ 14 w 41"/>
                <a:gd name="T61" fmla="*/ 6 h 49"/>
                <a:gd name="T62" fmla="*/ 17 w 41"/>
                <a:gd name="T63" fmla="*/ 9 h 49"/>
                <a:gd name="T64" fmla="*/ 18 w 41"/>
                <a:gd name="T65" fmla="*/ 9 h 49"/>
                <a:gd name="T66" fmla="*/ 18 w 41"/>
                <a:gd name="T67" fmla="*/ 19 h 49"/>
                <a:gd name="T68" fmla="*/ 18 w 41"/>
                <a:gd name="T69" fmla="*/ 19 h 49"/>
                <a:gd name="T70" fmla="*/ 10 w 41"/>
                <a:gd name="T71" fmla="*/ 19 h 49"/>
                <a:gd name="T72" fmla="*/ 10 w 41"/>
                <a:gd name="T73" fmla="*/ 18 h 49"/>
                <a:gd name="T74" fmla="*/ 7 w 41"/>
                <a:gd name="T75" fmla="*/ 15 h 49"/>
                <a:gd name="T76" fmla="*/ 4 w 41"/>
                <a:gd name="T77" fmla="*/ 18 h 49"/>
                <a:gd name="T78" fmla="*/ 4 w 41"/>
                <a:gd name="T79" fmla="*/ 19 h 49"/>
                <a:gd name="T80" fmla="*/ 4 w 41"/>
                <a:gd name="T81" fmla="*/ 19 h 49"/>
                <a:gd name="T82" fmla="*/ 0 w 41"/>
                <a:gd name="T83" fmla="*/ 21 h 49"/>
                <a:gd name="T84" fmla="*/ 4 w 41"/>
                <a:gd name="T85" fmla="*/ 24 h 49"/>
                <a:gd name="T86" fmla="*/ 4 w 41"/>
                <a:gd name="T87" fmla="*/ 24 h 49"/>
                <a:gd name="T88" fmla="*/ 4 w 41"/>
                <a:gd name="T89" fmla="*/ 25 h 49"/>
                <a:gd name="T90" fmla="*/ 7 w 41"/>
                <a:gd name="T91" fmla="*/ 28 h 49"/>
                <a:gd name="T92" fmla="*/ 10 w 41"/>
                <a:gd name="T93" fmla="*/ 25 h 49"/>
                <a:gd name="T94" fmla="*/ 10 w 41"/>
                <a:gd name="T95" fmla="*/ 24 h 49"/>
                <a:gd name="T96" fmla="*/ 18 w 41"/>
                <a:gd name="T97" fmla="*/ 24 h 49"/>
                <a:gd name="T98" fmla="*/ 18 w 41"/>
                <a:gd name="T99" fmla="*/ 26 h 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1" h="49">
                  <a:moveTo>
                    <a:pt x="18" y="26"/>
                  </a:moveTo>
                  <a:cubicBezTo>
                    <a:pt x="18" y="36"/>
                    <a:pt x="20" y="48"/>
                    <a:pt x="21" y="49"/>
                  </a:cubicBezTo>
                  <a:cubicBezTo>
                    <a:pt x="21" y="49"/>
                    <a:pt x="21" y="49"/>
                    <a:pt x="21" y="49"/>
                  </a:cubicBezTo>
                  <a:cubicBezTo>
                    <a:pt x="21" y="49"/>
                    <a:pt x="21" y="49"/>
                    <a:pt x="21" y="49"/>
                  </a:cubicBezTo>
                  <a:cubicBezTo>
                    <a:pt x="21" y="48"/>
                    <a:pt x="23" y="36"/>
                    <a:pt x="23" y="26"/>
                  </a:cubicBezTo>
                  <a:cubicBezTo>
                    <a:pt x="23" y="24"/>
                    <a:pt x="23" y="24"/>
                    <a:pt x="23" y="24"/>
                  </a:cubicBezTo>
                  <a:cubicBezTo>
                    <a:pt x="32" y="24"/>
                    <a:pt x="32" y="24"/>
                    <a:pt x="32" y="24"/>
                  </a:cubicBezTo>
                  <a:cubicBezTo>
                    <a:pt x="32" y="25"/>
                    <a:pt x="32" y="25"/>
                    <a:pt x="32" y="25"/>
                  </a:cubicBezTo>
                  <a:cubicBezTo>
                    <a:pt x="32" y="26"/>
                    <a:pt x="33" y="28"/>
                    <a:pt x="35" y="28"/>
                  </a:cubicBezTo>
                  <a:cubicBezTo>
                    <a:pt x="36" y="28"/>
                    <a:pt x="37" y="26"/>
                    <a:pt x="37" y="25"/>
                  </a:cubicBezTo>
                  <a:cubicBezTo>
                    <a:pt x="37" y="24"/>
                    <a:pt x="37" y="24"/>
                    <a:pt x="37" y="24"/>
                  </a:cubicBezTo>
                  <a:cubicBezTo>
                    <a:pt x="38" y="24"/>
                    <a:pt x="38" y="24"/>
                    <a:pt x="38" y="24"/>
                  </a:cubicBezTo>
                  <a:cubicBezTo>
                    <a:pt x="39" y="24"/>
                    <a:pt x="41" y="23"/>
                    <a:pt x="41" y="21"/>
                  </a:cubicBezTo>
                  <a:cubicBezTo>
                    <a:pt x="41" y="20"/>
                    <a:pt x="39" y="19"/>
                    <a:pt x="38" y="19"/>
                  </a:cubicBezTo>
                  <a:cubicBezTo>
                    <a:pt x="37" y="19"/>
                    <a:pt x="37" y="19"/>
                    <a:pt x="37" y="19"/>
                  </a:cubicBezTo>
                  <a:cubicBezTo>
                    <a:pt x="37" y="18"/>
                    <a:pt x="37" y="18"/>
                    <a:pt x="37" y="18"/>
                  </a:cubicBezTo>
                  <a:cubicBezTo>
                    <a:pt x="37" y="17"/>
                    <a:pt x="36" y="15"/>
                    <a:pt x="35" y="15"/>
                  </a:cubicBezTo>
                  <a:cubicBezTo>
                    <a:pt x="33" y="15"/>
                    <a:pt x="32" y="17"/>
                    <a:pt x="32" y="18"/>
                  </a:cubicBezTo>
                  <a:cubicBezTo>
                    <a:pt x="32" y="19"/>
                    <a:pt x="32" y="19"/>
                    <a:pt x="32" y="19"/>
                  </a:cubicBezTo>
                  <a:cubicBezTo>
                    <a:pt x="23" y="19"/>
                    <a:pt x="23" y="19"/>
                    <a:pt x="23" y="19"/>
                  </a:cubicBezTo>
                  <a:cubicBezTo>
                    <a:pt x="23" y="9"/>
                    <a:pt x="23" y="9"/>
                    <a:pt x="23" y="9"/>
                  </a:cubicBezTo>
                  <a:cubicBezTo>
                    <a:pt x="24" y="9"/>
                    <a:pt x="24" y="9"/>
                    <a:pt x="24" y="9"/>
                  </a:cubicBezTo>
                  <a:cubicBezTo>
                    <a:pt x="25" y="9"/>
                    <a:pt x="27" y="8"/>
                    <a:pt x="27" y="6"/>
                  </a:cubicBezTo>
                  <a:cubicBezTo>
                    <a:pt x="27" y="5"/>
                    <a:pt x="25" y="3"/>
                    <a:pt x="24" y="3"/>
                  </a:cubicBezTo>
                  <a:cubicBezTo>
                    <a:pt x="23" y="3"/>
                    <a:pt x="23" y="3"/>
                    <a:pt x="23" y="3"/>
                  </a:cubicBezTo>
                  <a:cubicBezTo>
                    <a:pt x="23" y="3"/>
                    <a:pt x="23" y="3"/>
                    <a:pt x="23" y="3"/>
                  </a:cubicBezTo>
                  <a:cubicBezTo>
                    <a:pt x="23" y="1"/>
                    <a:pt x="22" y="0"/>
                    <a:pt x="21" y="0"/>
                  </a:cubicBezTo>
                  <a:cubicBezTo>
                    <a:pt x="19" y="0"/>
                    <a:pt x="18" y="1"/>
                    <a:pt x="18" y="3"/>
                  </a:cubicBezTo>
                  <a:cubicBezTo>
                    <a:pt x="18" y="3"/>
                    <a:pt x="18" y="3"/>
                    <a:pt x="18" y="3"/>
                  </a:cubicBezTo>
                  <a:cubicBezTo>
                    <a:pt x="17" y="3"/>
                    <a:pt x="17" y="3"/>
                    <a:pt x="17" y="3"/>
                  </a:cubicBezTo>
                  <a:cubicBezTo>
                    <a:pt x="16" y="3"/>
                    <a:pt x="14" y="5"/>
                    <a:pt x="14" y="6"/>
                  </a:cubicBezTo>
                  <a:cubicBezTo>
                    <a:pt x="14" y="8"/>
                    <a:pt x="16" y="9"/>
                    <a:pt x="17" y="9"/>
                  </a:cubicBezTo>
                  <a:cubicBezTo>
                    <a:pt x="18" y="9"/>
                    <a:pt x="18" y="9"/>
                    <a:pt x="18" y="9"/>
                  </a:cubicBezTo>
                  <a:cubicBezTo>
                    <a:pt x="18" y="19"/>
                    <a:pt x="18" y="19"/>
                    <a:pt x="18" y="19"/>
                  </a:cubicBezTo>
                  <a:cubicBezTo>
                    <a:pt x="18" y="19"/>
                    <a:pt x="18" y="19"/>
                    <a:pt x="18" y="19"/>
                  </a:cubicBezTo>
                  <a:cubicBezTo>
                    <a:pt x="10" y="19"/>
                    <a:pt x="10" y="19"/>
                    <a:pt x="10" y="19"/>
                  </a:cubicBezTo>
                  <a:cubicBezTo>
                    <a:pt x="10" y="18"/>
                    <a:pt x="10" y="18"/>
                    <a:pt x="10" y="18"/>
                  </a:cubicBezTo>
                  <a:cubicBezTo>
                    <a:pt x="10" y="17"/>
                    <a:pt x="8" y="15"/>
                    <a:pt x="7" y="15"/>
                  </a:cubicBezTo>
                  <a:cubicBezTo>
                    <a:pt x="5" y="15"/>
                    <a:pt x="4" y="17"/>
                    <a:pt x="4" y="18"/>
                  </a:cubicBezTo>
                  <a:cubicBezTo>
                    <a:pt x="4" y="19"/>
                    <a:pt x="4" y="19"/>
                    <a:pt x="4" y="19"/>
                  </a:cubicBezTo>
                  <a:cubicBezTo>
                    <a:pt x="4" y="19"/>
                    <a:pt x="4" y="19"/>
                    <a:pt x="4" y="19"/>
                  </a:cubicBezTo>
                  <a:cubicBezTo>
                    <a:pt x="2" y="19"/>
                    <a:pt x="0" y="20"/>
                    <a:pt x="0" y="21"/>
                  </a:cubicBezTo>
                  <a:cubicBezTo>
                    <a:pt x="0" y="23"/>
                    <a:pt x="2" y="24"/>
                    <a:pt x="4" y="24"/>
                  </a:cubicBezTo>
                  <a:cubicBezTo>
                    <a:pt x="4" y="24"/>
                    <a:pt x="4" y="24"/>
                    <a:pt x="4" y="24"/>
                  </a:cubicBezTo>
                  <a:cubicBezTo>
                    <a:pt x="4" y="25"/>
                    <a:pt x="4" y="25"/>
                    <a:pt x="4" y="25"/>
                  </a:cubicBezTo>
                  <a:cubicBezTo>
                    <a:pt x="4" y="26"/>
                    <a:pt x="5" y="28"/>
                    <a:pt x="7" y="28"/>
                  </a:cubicBezTo>
                  <a:cubicBezTo>
                    <a:pt x="8" y="28"/>
                    <a:pt x="10" y="26"/>
                    <a:pt x="10" y="25"/>
                  </a:cubicBezTo>
                  <a:cubicBezTo>
                    <a:pt x="10" y="24"/>
                    <a:pt x="10" y="24"/>
                    <a:pt x="10" y="24"/>
                  </a:cubicBezTo>
                  <a:cubicBezTo>
                    <a:pt x="18" y="24"/>
                    <a:pt x="18" y="24"/>
                    <a:pt x="18" y="24"/>
                  </a:cubicBezTo>
                  <a:cubicBezTo>
                    <a:pt x="18" y="26"/>
                    <a:pt x="18" y="26"/>
                    <a:pt x="18" y="26"/>
                  </a:cubicBezTo>
                  <a:close/>
                </a:path>
              </a:pathLst>
            </a:custGeom>
            <a:solidFill>
              <a:srgbClr val="E2231A"/>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6" name="Freeform 12"/>
            <p:cNvSpPr>
              <a:spLocks noEditPoints="1"/>
            </p:cNvSpPr>
            <p:nvPr userDrawn="1"/>
          </p:nvSpPr>
          <p:spPr bwMode="auto">
            <a:xfrm>
              <a:off x="4661" y="504"/>
              <a:ext cx="34" cy="32"/>
            </a:xfrm>
            <a:custGeom>
              <a:avLst/>
              <a:gdLst>
                <a:gd name="T0" fmla="*/ 20 w 34"/>
                <a:gd name="T1" fmla="*/ 0 h 32"/>
                <a:gd name="T2" fmla="*/ 14 w 34"/>
                <a:gd name="T3" fmla="*/ 0 h 32"/>
                <a:gd name="T4" fmla="*/ 0 w 34"/>
                <a:gd name="T5" fmla="*/ 32 h 32"/>
                <a:gd name="T6" fmla="*/ 6 w 34"/>
                <a:gd name="T7" fmla="*/ 32 h 32"/>
                <a:gd name="T8" fmla="*/ 10 w 34"/>
                <a:gd name="T9" fmla="*/ 26 h 32"/>
                <a:gd name="T10" fmla="*/ 26 w 34"/>
                <a:gd name="T11" fmla="*/ 26 h 32"/>
                <a:gd name="T12" fmla="*/ 30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2 w 34"/>
                <a:gd name="T25" fmla="*/ 20 h 32"/>
                <a:gd name="T26" fmla="*/ 18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10" y="26"/>
                  </a:lnTo>
                  <a:lnTo>
                    <a:pt x="26" y="26"/>
                  </a:lnTo>
                  <a:lnTo>
                    <a:pt x="30" y="32"/>
                  </a:lnTo>
                  <a:lnTo>
                    <a:pt x="34" y="32"/>
                  </a:lnTo>
                  <a:lnTo>
                    <a:pt x="20" y="0"/>
                  </a:lnTo>
                  <a:lnTo>
                    <a:pt x="20" y="0"/>
                  </a:lnTo>
                  <a:lnTo>
                    <a:pt x="20" y="0"/>
                  </a:lnTo>
                  <a:close/>
                  <a:moveTo>
                    <a:pt x="24" y="20"/>
                  </a:moveTo>
                  <a:lnTo>
                    <a:pt x="12" y="20"/>
                  </a:lnTo>
                  <a:lnTo>
                    <a:pt x="18" y="6"/>
                  </a:lnTo>
                  <a:lnTo>
                    <a:pt x="24" y="20"/>
                  </a:lnTo>
                  <a:lnTo>
                    <a:pt x="24" y="20"/>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7" name="Freeform 13"/>
            <p:cNvSpPr>
              <a:spLocks/>
            </p:cNvSpPr>
            <p:nvPr userDrawn="1"/>
          </p:nvSpPr>
          <p:spPr bwMode="auto">
            <a:xfrm>
              <a:off x="4697" y="504"/>
              <a:ext cx="28" cy="32"/>
            </a:xfrm>
            <a:custGeom>
              <a:avLst/>
              <a:gdLst>
                <a:gd name="T0" fmla="*/ 11 w 14"/>
                <a:gd name="T1" fmla="*/ 9 h 16"/>
                <a:gd name="T2" fmla="*/ 7 w 14"/>
                <a:gd name="T3" fmla="*/ 14 h 16"/>
                <a:gd name="T4" fmla="*/ 3 w 14"/>
                <a:gd name="T5" fmla="*/ 9 h 16"/>
                <a:gd name="T6" fmla="*/ 3 w 14"/>
                <a:gd name="T7" fmla="*/ 0 h 16"/>
                <a:gd name="T8" fmla="*/ 0 w 14"/>
                <a:gd name="T9" fmla="*/ 0 h 16"/>
                <a:gd name="T10" fmla="*/ 0 w 14"/>
                <a:gd name="T11" fmla="*/ 9 h 16"/>
                <a:gd name="T12" fmla="*/ 7 w 14"/>
                <a:gd name="T13" fmla="*/ 16 h 16"/>
                <a:gd name="T14" fmla="*/ 14 w 14"/>
                <a:gd name="T15" fmla="*/ 9 h 16"/>
                <a:gd name="T16" fmla="*/ 14 w 14"/>
                <a:gd name="T17" fmla="*/ 0 h 16"/>
                <a:gd name="T18" fmla="*/ 11 w 14"/>
                <a:gd name="T19" fmla="*/ 0 h 16"/>
                <a:gd name="T20" fmla="*/ 11 w 14"/>
                <a:gd name="T21" fmla="*/ 9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4" h="16">
                  <a:moveTo>
                    <a:pt x="11" y="9"/>
                  </a:moveTo>
                  <a:cubicBezTo>
                    <a:pt x="11" y="12"/>
                    <a:pt x="9" y="14"/>
                    <a:pt x="7" y="14"/>
                  </a:cubicBezTo>
                  <a:cubicBezTo>
                    <a:pt x="5" y="14"/>
                    <a:pt x="3" y="12"/>
                    <a:pt x="3" y="9"/>
                  </a:cubicBezTo>
                  <a:cubicBezTo>
                    <a:pt x="3" y="0"/>
                    <a:pt x="3" y="0"/>
                    <a:pt x="3" y="0"/>
                  </a:cubicBezTo>
                  <a:cubicBezTo>
                    <a:pt x="0" y="0"/>
                    <a:pt x="0" y="0"/>
                    <a:pt x="0" y="0"/>
                  </a:cubicBezTo>
                  <a:cubicBezTo>
                    <a:pt x="0" y="9"/>
                    <a:pt x="0" y="9"/>
                    <a:pt x="0" y="9"/>
                  </a:cubicBezTo>
                  <a:cubicBezTo>
                    <a:pt x="0" y="14"/>
                    <a:pt x="4" y="16"/>
                    <a:pt x="7" y="16"/>
                  </a:cubicBezTo>
                  <a:cubicBezTo>
                    <a:pt x="10" y="16"/>
                    <a:pt x="14" y="14"/>
                    <a:pt x="14" y="9"/>
                  </a:cubicBezTo>
                  <a:cubicBezTo>
                    <a:pt x="14" y="0"/>
                    <a:pt x="14" y="0"/>
                    <a:pt x="14" y="0"/>
                  </a:cubicBezTo>
                  <a:cubicBezTo>
                    <a:pt x="11" y="0"/>
                    <a:pt x="11" y="0"/>
                    <a:pt x="11" y="0"/>
                  </a:cubicBezTo>
                  <a:cubicBezTo>
                    <a:pt x="11" y="9"/>
                    <a:pt x="11" y="9"/>
                    <a:pt x="11" y="9"/>
                  </a:cubicBez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8" name="Freeform 14"/>
            <p:cNvSpPr>
              <a:spLocks/>
            </p:cNvSpPr>
            <p:nvPr userDrawn="1"/>
          </p:nvSpPr>
          <p:spPr bwMode="auto">
            <a:xfrm>
              <a:off x="4731" y="502"/>
              <a:ext cx="26" cy="34"/>
            </a:xfrm>
            <a:custGeom>
              <a:avLst/>
              <a:gdLst>
                <a:gd name="T0" fmla="*/ 7 w 13"/>
                <a:gd name="T1" fmla="*/ 7 h 17"/>
                <a:gd name="T2" fmla="*/ 3 w 13"/>
                <a:gd name="T3" fmla="*/ 5 h 17"/>
                <a:gd name="T4" fmla="*/ 7 w 13"/>
                <a:gd name="T5" fmla="*/ 3 h 17"/>
                <a:gd name="T6" fmla="*/ 11 w 13"/>
                <a:gd name="T7" fmla="*/ 5 h 17"/>
                <a:gd name="T8" fmla="*/ 11 w 13"/>
                <a:gd name="T9" fmla="*/ 5 h 17"/>
                <a:gd name="T10" fmla="*/ 13 w 13"/>
                <a:gd name="T11" fmla="*/ 4 h 17"/>
                <a:gd name="T12" fmla="*/ 13 w 13"/>
                <a:gd name="T13" fmla="*/ 3 h 17"/>
                <a:gd name="T14" fmla="*/ 7 w 13"/>
                <a:gd name="T15" fmla="*/ 0 h 17"/>
                <a:gd name="T16" fmla="*/ 2 w 13"/>
                <a:gd name="T17" fmla="*/ 2 h 17"/>
                <a:gd name="T18" fmla="*/ 0 w 13"/>
                <a:gd name="T19" fmla="*/ 5 h 17"/>
                <a:gd name="T20" fmla="*/ 7 w 13"/>
                <a:gd name="T21" fmla="*/ 10 h 17"/>
                <a:gd name="T22" fmla="*/ 11 w 13"/>
                <a:gd name="T23" fmla="*/ 12 h 17"/>
                <a:gd name="T24" fmla="*/ 7 w 13"/>
                <a:gd name="T25" fmla="*/ 15 h 17"/>
                <a:gd name="T26" fmla="*/ 2 w 13"/>
                <a:gd name="T27" fmla="*/ 12 h 17"/>
                <a:gd name="T28" fmla="*/ 2 w 13"/>
                <a:gd name="T29" fmla="*/ 12 h 17"/>
                <a:gd name="T30" fmla="*/ 0 w 13"/>
                <a:gd name="T31" fmla="*/ 13 h 17"/>
                <a:gd name="T32" fmla="*/ 0 w 13"/>
                <a:gd name="T33" fmla="*/ 14 h 17"/>
                <a:gd name="T34" fmla="*/ 7 w 13"/>
                <a:gd name="T35" fmla="*/ 17 h 17"/>
                <a:gd name="T36" fmla="*/ 13 w 13"/>
                <a:gd name="T37" fmla="*/ 12 h 17"/>
                <a:gd name="T38" fmla="*/ 7 w 13"/>
                <a:gd name="T39" fmla="*/ 7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3" h="17">
                  <a:moveTo>
                    <a:pt x="7" y="7"/>
                  </a:moveTo>
                  <a:cubicBezTo>
                    <a:pt x="5" y="7"/>
                    <a:pt x="3" y="6"/>
                    <a:pt x="3" y="5"/>
                  </a:cubicBezTo>
                  <a:cubicBezTo>
                    <a:pt x="3" y="4"/>
                    <a:pt x="5" y="3"/>
                    <a:pt x="7" y="3"/>
                  </a:cubicBezTo>
                  <a:cubicBezTo>
                    <a:pt x="9" y="3"/>
                    <a:pt x="10" y="3"/>
                    <a:pt x="11" y="5"/>
                  </a:cubicBezTo>
                  <a:cubicBezTo>
                    <a:pt x="11" y="5"/>
                    <a:pt x="11" y="5"/>
                    <a:pt x="11" y="5"/>
                  </a:cubicBezTo>
                  <a:cubicBezTo>
                    <a:pt x="13" y="4"/>
                    <a:pt x="13" y="4"/>
                    <a:pt x="13" y="4"/>
                  </a:cubicBezTo>
                  <a:cubicBezTo>
                    <a:pt x="13" y="3"/>
                    <a:pt x="13" y="3"/>
                    <a:pt x="13" y="3"/>
                  </a:cubicBezTo>
                  <a:cubicBezTo>
                    <a:pt x="12" y="1"/>
                    <a:pt x="10" y="0"/>
                    <a:pt x="7" y="0"/>
                  </a:cubicBezTo>
                  <a:cubicBezTo>
                    <a:pt x="5" y="0"/>
                    <a:pt x="3" y="1"/>
                    <a:pt x="2" y="2"/>
                  </a:cubicBezTo>
                  <a:cubicBezTo>
                    <a:pt x="1" y="3"/>
                    <a:pt x="0" y="4"/>
                    <a:pt x="0" y="5"/>
                  </a:cubicBezTo>
                  <a:cubicBezTo>
                    <a:pt x="0" y="9"/>
                    <a:pt x="4" y="9"/>
                    <a:pt x="7" y="10"/>
                  </a:cubicBezTo>
                  <a:cubicBezTo>
                    <a:pt x="9" y="10"/>
                    <a:pt x="11" y="11"/>
                    <a:pt x="11" y="12"/>
                  </a:cubicBezTo>
                  <a:cubicBezTo>
                    <a:pt x="11" y="15"/>
                    <a:pt x="8" y="15"/>
                    <a:pt x="7" y="15"/>
                  </a:cubicBezTo>
                  <a:cubicBezTo>
                    <a:pt x="5" y="15"/>
                    <a:pt x="3" y="14"/>
                    <a:pt x="2" y="12"/>
                  </a:cubicBezTo>
                  <a:cubicBezTo>
                    <a:pt x="2" y="12"/>
                    <a:pt x="2" y="12"/>
                    <a:pt x="2" y="12"/>
                  </a:cubicBezTo>
                  <a:cubicBezTo>
                    <a:pt x="0" y="13"/>
                    <a:pt x="0" y="13"/>
                    <a:pt x="0" y="13"/>
                  </a:cubicBezTo>
                  <a:cubicBezTo>
                    <a:pt x="0" y="14"/>
                    <a:pt x="0" y="14"/>
                    <a:pt x="0" y="14"/>
                  </a:cubicBezTo>
                  <a:cubicBezTo>
                    <a:pt x="1" y="16"/>
                    <a:pt x="3" y="17"/>
                    <a:pt x="7" y="17"/>
                  </a:cubicBezTo>
                  <a:cubicBezTo>
                    <a:pt x="10" y="17"/>
                    <a:pt x="13" y="16"/>
                    <a:pt x="13" y="12"/>
                  </a:cubicBezTo>
                  <a:cubicBezTo>
                    <a:pt x="13" y="9"/>
                    <a:pt x="10" y="8"/>
                    <a:pt x="7" y="7"/>
                  </a:cubicBez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9" name="Freeform 15"/>
            <p:cNvSpPr>
              <a:spLocks/>
            </p:cNvSpPr>
            <p:nvPr userDrawn="1"/>
          </p:nvSpPr>
          <p:spPr bwMode="auto">
            <a:xfrm>
              <a:off x="4761" y="504"/>
              <a:ext cx="26" cy="32"/>
            </a:xfrm>
            <a:custGeom>
              <a:avLst/>
              <a:gdLst>
                <a:gd name="T0" fmla="*/ 0 w 26"/>
                <a:gd name="T1" fmla="*/ 4 h 32"/>
                <a:gd name="T2" fmla="*/ 10 w 26"/>
                <a:gd name="T3" fmla="*/ 4 h 32"/>
                <a:gd name="T4" fmla="*/ 10 w 26"/>
                <a:gd name="T5" fmla="*/ 32 h 32"/>
                <a:gd name="T6" fmla="*/ 16 w 26"/>
                <a:gd name="T7" fmla="*/ 32 h 32"/>
                <a:gd name="T8" fmla="*/ 16 w 26"/>
                <a:gd name="T9" fmla="*/ 4 h 32"/>
                <a:gd name="T10" fmla="*/ 26 w 26"/>
                <a:gd name="T11" fmla="*/ 4 h 32"/>
                <a:gd name="T12" fmla="*/ 26 w 26"/>
                <a:gd name="T13" fmla="*/ 0 h 32"/>
                <a:gd name="T14" fmla="*/ 0 w 26"/>
                <a:gd name="T15" fmla="*/ 0 h 32"/>
                <a:gd name="T16" fmla="*/ 0 w 26"/>
                <a:gd name="T17" fmla="*/ 4 h 32"/>
                <a:gd name="T18" fmla="*/ 0 w 26"/>
                <a:gd name="T19" fmla="*/ 4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6" h="32">
                  <a:moveTo>
                    <a:pt x="0" y="4"/>
                  </a:moveTo>
                  <a:lnTo>
                    <a:pt x="10" y="4"/>
                  </a:lnTo>
                  <a:lnTo>
                    <a:pt x="10" y="32"/>
                  </a:lnTo>
                  <a:lnTo>
                    <a:pt x="16" y="32"/>
                  </a:lnTo>
                  <a:lnTo>
                    <a:pt x="16" y="4"/>
                  </a:lnTo>
                  <a:lnTo>
                    <a:pt x="26" y="4"/>
                  </a:lnTo>
                  <a:lnTo>
                    <a:pt x="26" y="0"/>
                  </a:lnTo>
                  <a:lnTo>
                    <a:pt x="0" y="0"/>
                  </a:lnTo>
                  <a:lnTo>
                    <a:pt x="0" y="4"/>
                  </a:lnTo>
                  <a:lnTo>
                    <a:pt x="0" y="4"/>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0" name="Freeform 16"/>
            <p:cNvSpPr>
              <a:spLocks noEditPoints="1"/>
            </p:cNvSpPr>
            <p:nvPr userDrawn="1"/>
          </p:nvSpPr>
          <p:spPr bwMode="auto">
            <a:xfrm>
              <a:off x="4793" y="504"/>
              <a:ext cx="28" cy="32"/>
            </a:xfrm>
            <a:custGeom>
              <a:avLst/>
              <a:gdLst>
                <a:gd name="T0" fmla="*/ 13 w 14"/>
                <a:gd name="T1" fmla="*/ 5 h 16"/>
                <a:gd name="T2" fmla="*/ 7 w 14"/>
                <a:gd name="T3" fmla="*/ 0 h 16"/>
                <a:gd name="T4" fmla="*/ 0 w 14"/>
                <a:gd name="T5" fmla="*/ 0 h 16"/>
                <a:gd name="T6" fmla="*/ 0 w 14"/>
                <a:gd name="T7" fmla="*/ 16 h 16"/>
                <a:gd name="T8" fmla="*/ 2 w 14"/>
                <a:gd name="T9" fmla="*/ 16 h 16"/>
                <a:gd name="T10" fmla="*/ 2 w 14"/>
                <a:gd name="T11" fmla="*/ 10 h 16"/>
                <a:gd name="T12" fmla="*/ 6 w 14"/>
                <a:gd name="T13" fmla="*/ 10 h 16"/>
                <a:gd name="T14" fmla="*/ 10 w 14"/>
                <a:gd name="T15" fmla="*/ 16 h 16"/>
                <a:gd name="T16" fmla="*/ 14 w 14"/>
                <a:gd name="T17" fmla="*/ 16 h 16"/>
                <a:gd name="T18" fmla="*/ 8 w 14"/>
                <a:gd name="T19" fmla="*/ 10 h 16"/>
                <a:gd name="T20" fmla="*/ 13 w 14"/>
                <a:gd name="T21" fmla="*/ 5 h 16"/>
                <a:gd name="T22" fmla="*/ 2 w 14"/>
                <a:gd name="T23" fmla="*/ 2 h 16"/>
                <a:gd name="T24" fmla="*/ 7 w 14"/>
                <a:gd name="T25" fmla="*/ 2 h 16"/>
                <a:gd name="T26" fmla="*/ 10 w 14"/>
                <a:gd name="T27" fmla="*/ 5 h 16"/>
                <a:gd name="T28" fmla="*/ 7 w 14"/>
                <a:gd name="T29" fmla="*/ 8 h 16"/>
                <a:gd name="T30" fmla="*/ 2 w 14"/>
                <a:gd name="T31" fmla="*/ 8 h 16"/>
                <a:gd name="T32" fmla="*/ 2 w 14"/>
                <a:gd name="T33" fmla="*/ 2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4" h="16">
                  <a:moveTo>
                    <a:pt x="13" y="5"/>
                  </a:moveTo>
                  <a:cubicBezTo>
                    <a:pt x="13" y="2"/>
                    <a:pt x="11" y="0"/>
                    <a:pt x="7" y="0"/>
                  </a:cubicBezTo>
                  <a:cubicBezTo>
                    <a:pt x="0" y="0"/>
                    <a:pt x="0" y="0"/>
                    <a:pt x="0" y="0"/>
                  </a:cubicBezTo>
                  <a:cubicBezTo>
                    <a:pt x="0" y="16"/>
                    <a:pt x="0" y="16"/>
                    <a:pt x="0" y="16"/>
                  </a:cubicBezTo>
                  <a:cubicBezTo>
                    <a:pt x="2" y="16"/>
                    <a:pt x="2" y="16"/>
                    <a:pt x="2" y="16"/>
                  </a:cubicBezTo>
                  <a:cubicBezTo>
                    <a:pt x="2" y="10"/>
                    <a:pt x="2" y="10"/>
                    <a:pt x="2" y="10"/>
                  </a:cubicBezTo>
                  <a:cubicBezTo>
                    <a:pt x="6" y="10"/>
                    <a:pt x="6" y="10"/>
                    <a:pt x="6" y="10"/>
                  </a:cubicBezTo>
                  <a:cubicBezTo>
                    <a:pt x="10" y="16"/>
                    <a:pt x="10" y="16"/>
                    <a:pt x="10" y="16"/>
                  </a:cubicBezTo>
                  <a:cubicBezTo>
                    <a:pt x="14" y="16"/>
                    <a:pt x="14" y="16"/>
                    <a:pt x="14" y="16"/>
                  </a:cubicBezTo>
                  <a:cubicBezTo>
                    <a:pt x="8" y="10"/>
                    <a:pt x="8" y="10"/>
                    <a:pt x="8" y="10"/>
                  </a:cubicBezTo>
                  <a:cubicBezTo>
                    <a:pt x="11" y="10"/>
                    <a:pt x="13" y="8"/>
                    <a:pt x="13" y="5"/>
                  </a:cubicBezTo>
                  <a:close/>
                  <a:moveTo>
                    <a:pt x="2" y="2"/>
                  </a:moveTo>
                  <a:cubicBezTo>
                    <a:pt x="7" y="2"/>
                    <a:pt x="7" y="2"/>
                    <a:pt x="7" y="2"/>
                  </a:cubicBezTo>
                  <a:cubicBezTo>
                    <a:pt x="9" y="2"/>
                    <a:pt x="10" y="4"/>
                    <a:pt x="10" y="5"/>
                  </a:cubicBezTo>
                  <a:cubicBezTo>
                    <a:pt x="10" y="6"/>
                    <a:pt x="9" y="8"/>
                    <a:pt x="7" y="8"/>
                  </a:cubicBezTo>
                  <a:cubicBezTo>
                    <a:pt x="2" y="8"/>
                    <a:pt x="2" y="8"/>
                    <a:pt x="2" y="8"/>
                  </a:cubicBezTo>
                  <a:cubicBezTo>
                    <a:pt x="2" y="2"/>
                    <a:pt x="2" y="2"/>
                    <a:pt x="2" y="2"/>
                  </a:cubicBez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1" name="Freeform 17"/>
            <p:cNvSpPr>
              <a:spLocks noEditPoints="1"/>
            </p:cNvSpPr>
            <p:nvPr userDrawn="1"/>
          </p:nvSpPr>
          <p:spPr bwMode="auto">
            <a:xfrm>
              <a:off x="4823" y="504"/>
              <a:ext cx="34" cy="32"/>
            </a:xfrm>
            <a:custGeom>
              <a:avLst/>
              <a:gdLst>
                <a:gd name="T0" fmla="*/ 18 w 34"/>
                <a:gd name="T1" fmla="*/ 0 h 32"/>
                <a:gd name="T2" fmla="*/ 14 w 34"/>
                <a:gd name="T3" fmla="*/ 0 h 32"/>
                <a:gd name="T4" fmla="*/ 0 w 34"/>
                <a:gd name="T5" fmla="*/ 32 h 32"/>
                <a:gd name="T6" fmla="*/ 4 w 34"/>
                <a:gd name="T7" fmla="*/ 32 h 32"/>
                <a:gd name="T8" fmla="*/ 8 w 34"/>
                <a:gd name="T9" fmla="*/ 26 h 32"/>
                <a:gd name="T10" fmla="*/ 24 w 34"/>
                <a:gd name="T11" fmla="*/ 26 h 32"/>
                <a:gd name="T12" fmla="*/ 28 w 34"/>
                <a:gd name="T13" fmla="*/ 32 h 32"/>
                <a:gd name="T14" fmla="*/ 34 w 34"/>
                <a:gd name="T15" fmla="*/ 32 h 32"/>
                <a:gd name="T16" fmla="*/ 20 w 34"/>
                <a:gd name="T17" fmla="*/ 0 h 32"/>
                <a:gd name="T18" fmla="*/ 18 w 34"/>
                <a:gd name="T19" fmla="*/ 0 h 32"/>
                <a:gd name="T20" fmla="*/ 18 w 34"/>
                <a:gd name="T21" fmla="*/ 0 h 32"/>
                <a:gd name="T22" fmla="*/ 22 w 34"/>
                <a:gd name="T23" fmla="*/ 20 h 32"/>
                <a:gd name="T24" fmla="*/ 10 w 34"/>
                <a:gd name="T25" fmla="*/ 20 h 32"/>
                <a:gd name="T26" fmla="*/ 16 w 34"/>
                <a:gd name="T27" fmla="*/ 6 h 32"/>
                <a:gd name="T28" fmla="*/ 22 w 34"/>
                <a:gd name="T29" fmla="*/ 20 h 32"/>
                <a:gd name="T30" fmla="*/ 22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18" y="0"/>
                  </a:moveTo>
                  <a:lnTo>
                    <a:pt x="14" y="0"/>
                  </a:lnTo>
                  <a:lnTo>
                    <a:pt x="0" y="32"/>
                  </a:lnTo>
                  <a:lnTo>
                    <a:pt x="4" y="32"/>
                  </a:lnTo>
                  <a:lnTo>
                    <a:pt x="8" y="26"/>
                  </a:lnTo>
                  <a:lnTo>
                    <a:pt x="24" y="26"/>
                  </a:lnTo>
                  <a:lnTo>
                    <a:pt x="28" y="32"/>
                  </a:lnTo>
                  <a:lnTo>
                    <a:pt x="34" y="32"/>
                  </a:lnTo>
                  <a:lnTo>
                    <a:pt x="20" y="0"/>
                  </a:lnTo>
                  <a:lnTo>
                    <a:pt x="18" y="0"/>
                  </a:lnTo>
                  <a:lnTo>
                    <a:pt x="18" y="0"/>
                  </a:lnTo>
                  <a:close/>
                  <a:moveTo>
                    <a:pt x="22" y="20"/>
                  </a:moveTo>
                  <a:lnTo>
                    <a:pt x="10" y="20"/>
                  </a:lnTo>
                  <a:lnTo>
                    <a:pt x="16" y="6"/>
                  </a:lnTo>
                  <a:lnTo>
                    <a:pt x="22" y="20"/>
                  </a:lnTo>
                  <a:lnTo>
                    <a:pt x="22" y="20"/>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2" name="Freeform 18"/>
            <p:cNvSpPr>
              <a:spLocks/>
            </p:cNvSpPr>
            <p:nvPr userDrawn="1"/>
          </p:nvSpPr>
          <p:spPr bwMode="auto">
            <a:xfrm>
              <a:off x="4861" y="504"/>
              <a:ext cx="22" cy="32"/>
            </a:xfrm>
            <a:custGeom>
              <a:avLst/>
              <a:gdLst>
                <a:gd name="T0" fmla="*/ 6 w 22"/>
                <a:gd name="T1" fmla="*/ 0 h 32"/>
                <a:gd name="T2" fmla="*/ 0 w 22"/>
                <a:gd name="T3" fmla="*/ 0 h 32"/>
                <a:gd name="T4" fmla="*/ 0 w 22"/>
                <a:gd name="T5" fmla="*/ 32 h 32"/>
                <a:gd name="T6" fmla="*/ 22 w 22"/>
                <a:gd name="T7" fmla="*/ 32 h 32"/>
                <a:gd name="T8" fmla="*/ 22 w 22"/>
                <a:gd name="T9" fmla="*/ 28 h 32"/>
                <a:gd name="T10" fmla="*/ 6 w 22"/>
                <a:gd name="T11" fmla="*/ 28 h 32"/>
                <a:gd name="T12" fmla="*/ 6 w 22"/>
                <a:gd name="T13" fmla="*/ 0 h 32"/>
                <a:gd name="T14" fmla="*/ 6 w 22"/>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 h="32">
                  <a:moveTo>
                    <a:pt x="6" y="0"/>
                  </a:moveTo>
                  <a:lnTo>
                    <a:pt x="0" y="0"/>
                  </a:lnTo>
                  <a:lnTo>
                    <a:pt x="0" y="32"/>
                  </a:lnTo>
                  <a:lnTo>
                    <a:pt x="22" y="32"/>
                  </a:lnTo>
                  <a:lnTo>
                    <a:pt x="22" y="28"/>
                  </a:lnTo>
                  <a:lnTo>
                    <a:pt x="6" y="28"/>
                  </a:lnTo>
                  <a:lnTo>
                    <a:pt x="6" y="0"/>
                  </a:lnTo>
                  <a:lnTo>
                    <a:pt x="6" y="0"/>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3" name="Freeform 19"/>
            <p:cNvSpPr>
              <a:spLocks/>
            </p:cNvSpPr>
            <p:nvPr userDrawn="1"/>
          </p:nvSpPr>
          <p:spPr bwMode="auto">
            <a:xfrm>
              <a:off x="4889" y="504"/>
              <a:ext cx="4" cy="32"/>
            </a:xfrm>
            <a:custGeom>
              <a:avLst/>
              <a:gdLst>
                <a:gd name="T0" fmla="*/ 0 w 4"/>
                <a:gd name="T1" fmla="*/ 32 h 32"/>
                <a:gd name="T2" fmla="*/ 4 w 4"/>
                <a:gd name="T3" fmla="*/ 32 h 32"/>
                <a:gd name="T4" fmla="*/ 4 w 4"/>
                <a:gd name="T5" fmla="*/ 0 h 32"/>
                <a:gd name="T6" fmla="*/ 0 w 4"/>
                <a:gd name="T7" fmla="*/ 0 h 32"/>
                <a:gd name="T8" fmla="*/ 0 w 4"/>
                <a:gd name="T9" fmla="*/ 32 h 32"/>
                <a:gd name="T10" fmla="*/ 0 w 4"/>
                <a:gd name="T11" fmla="*/ 32 h 32"/>
              </a:gdLst>
              <a:ahLst/>
              <a:cxnLst>
                <a:cxn ang="0">
                  <a:pos x="T0" y="T1"/>
                </a:cxn>
                <a:cxn ang="0">
                  <a:pos x="T2" y="T3"/>
                </a:cxn>
                <a:cxn ang="0">
                  <a:pos x="T4" y="T5"/>
                </a:cxn>
                <a:cxn ang="0">
                  <a:pos x="T6" y="T7"/>
                </a:cxn>
                <a:cxn ang="0">
                  <a:pos x="T8" y="T9"/>
                </a:cxn>
                <a:cxn ang="0">
                  <a:pos x="T10" y="T11"/>
                </a:cxn>
              </a:cxnLst>
              <a:rect l="0" t="0" r="r" b="b"/>
              <a:pathLst>
                <a:path w="4" h="32">
                  <a:moveTo>
                    <a:pt x="0" y="32"/>
                  </a:moveTo>
                  <a:lnTo>
                    <a:pt x="4" y="32"/>
                  </a:lnTo>
                  <a:lnTo>
                    <a:pt x="4" y="0"/>
                  </a:lnTo>
                  <a:lnTo>
                    <a:pt x="0" y="0"/>
                  </a:lnTo>
                  <a:lnTo>
                    <a:pt x="0" y="32"/>
                  </a:lnTo>
                  <a:lnTo>
                    <a:pt x="0" y="32"/>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4" name="Freeform 20"/>
            <p:cNvSpPr>
              <a:spLocks noEditPoints="1"/>
            </p:cNvSpPr>
            <p:nvPr userDrawn="1"/>
          </p:nvSpPr>
          <p:spPr bwMode="auto">
            <a:xfrm>
              <a:off x="4899" y="504"/>
              <a:ext cx="34" cy="32"/>
            </a:xfrm>
            <a:custGeom>
              <a:avLst/>
              <a:gdLst>
                <a:gd name="T0" fmla="*/ 20 w 34"/>
                <a:gd name="T1" fmla="*/ 0 h 32"/>
                <a:gd name="T2" fmla="*/ 14 w 34"/>
                <a:gd name="T3" fmla="*/ 0 h 32"/>
                <a:gd name="T4" fmla="*/ 0 w 34"/>
                <a:gd name="T5" fmla="*/ 32 h 32"/>
                <a:gd name="T6" fmla="*/ 6 w 34"/>
                <a:gd name="T7" fmla="*/ 32 h 32"/>
                <a:gd name="T8" fmla="*/ 8 w 34"/>
                <a:gd name="T9" fmla="*/ 26 h 32"/>
                <a:gd name="T10" fmla="*/ 26 w 34"/>
                <a:gd name="T11" fmla="*/ 26 h 32"/>
                <a:gd name="T12" fmla="*/ 28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0 w 34"/>
                <a:gd name="T25" fmla="*/ 20 h 32"/>
                <a:gd name="T26" fmla="*/ 18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8" y="26"/>
                  </a:lnTo>
                  <a:lnTo>
                    <a:pt x="26" y="26"/>
                  </a:lnTo>
                  <a:lnTo>
                    <a:pt x="28" y="32"/>
                  </a:lnTo>
                  <a:lnTo>
                    <a:pt x="34" y="32"/>
                  </a:lnTo>
                  <a:lnTo>
                    <a:pt x="20" y="0"/>
                  </a:lnTo>
                  <a:lnTo>
                    <a:pt x="20" y="0"/>
                  </a:lnTo>
                  <a:lnTo>
                    <a:pt x="20" y="0"/>
                  </a:lnTo>
                  <a:close/>
                  <a:moveTo>
                    <a:pt x="24" y="20"/>
                  </a:moveTo>
                  <a:lnTo>
                    <a:pt x="10" y="20"/>
                  </a:lnTo>
                  <a:lnTo>
                    <a:pt x="18" y="6"/>
                  </a:lnTo>
                  <a:lnTo>
                    <a:pt x="24" y="20"/>
                  </a:lnTo>
                  <a:lnTo>
                    <a:pt x="24" y="20"/>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5" name="Freeform 21"/>
            <p:cNvSpPr>
              <a:spLocks/>
            </p:cNvSpPr>
            <p:nvPr userDrawn="1"/>
          </p:nvSpPr>
          <p:spPr bwMode="auto">
            <a:xfrm>
              <a:off x="4939" y="504"/>
              <a:ext cx="26" cy="32"/>
            </a:xfrm>
            <a:custGeom>
              <a:avLst/>
              <a:gdLst>
                <a:gd name="T0" fmla="*/ 22 w 26"/>
                <a:gd name="T1" fmla="*/ 22 h 32"/>
                <a:gd name="T2" fmla="*/ 2 w 26"/>
                <a:gd name="T3" fmla="*/ 0 h 32"/>
                <a:gd name="T4" fmla="*/ 0 w 26"/>
                <a:gd name="T5" fmla="*/ 0 h 32"/>
                <a:gd name="T6" fmla="*/ 0 w 26"/>
                <a:gd name="T7" fmla="*/ 32 h 32"/>
                <a:gd name="T8" fmla="*/ 4 w 26"/>
                <a:gd name="T9" fmla="*/ 32 h 32"/>
                <a:gd name="T10" fmla="*/ 4 w 26"/>
                <a:gd name="T11" fmla="*/ 10 h 32"/>
                <a:gd name="T12" fmla="*/ 22 w 26"/>
                <a:gd name="T13" fmla="*/ 32 h 32"/>
                <a:gd name="T14" fmla="*/ 26 w 26"/>
                <a:gd name="T15" fmla="*/ 32 h 32"/>
                <a:gd name="T16" fmla="*/ 26 w 26"/>
                <a:gd name="T17" fmla="*/ 0 h 32"/>
                <a:gd name="T18" fmla="*/ 22 w 26"/>
                <a:gd name="T19" fmla="*/ 0 h 32"/>
                <a:gd name="T20" fmla="*/ 22 w 26"/>
                <a:gd name="T21" fmla="*/ 22 h 32"/>
                <a:gd name="T22" fmla="*/ 22 w 26"/>
                <a:gd name="T23" fmla="*/ 2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6" h="32">
                  <a:moveTo>
                    <a:pt x="22" y="22"/>
                  </a:moveTo>
                  <a:lnTo>
                    <a:pt x="2" y="0"/>
                  </a:lnTo>
                  <a:lnTo>
                    <a:pt x="0" y="0"/>
                  </a:lnTo>
                  <a:lnTo>
                    <a:pt x="0" y="32"/>
                  </a:lnTo>
                  <a:lnTo>
                    <a:pt x="4" y="32"/>
                  </a:lnTo>
                  <a:lnTo>
                    <a:pt x="4" y="10"/>
                  </a:lnTo>
                  <a:lnTo>
                    <a:pt x="22" y="32"/>
                  </a:lnTo>
                  <a:lnTo>
                    <a:pt x="26" y="32"/>
                  </a:lnTo>
                  <a:lnTo>
                    <a:pt x="26" y="0"/>
                  </a:lnTo>
                  <a:lnTo>
                    <a:pt x="22" y="0"/>
                  </a:lnTo>
                  <a:lnTo>
                    <a:pt x="22" y="22"/>
                  </a:lnTo>
                  <a:lnTo>
                    <a:pt x="22" y="22"/>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6" name="Freeform 22"/>
            <p:cNvSpPr>
              <a:spLocks/>
            </p:cNvSpPr>
            <p:nvPr userDrawn="1"/>
          </p:nvSpPr>
          <p:spPr bwMode="auto">
            <a:xfrm>
              <a:off x="4989" y="502"/>
              <a:ext cx="30" cy="34"/>
            </a:xfrm>
            <a:custGeom>
              <a:avLst/>
              <a:gdLst>
                <a:gd name="T0" fmla="*/ 13 w 15"/>
                <a:gd name="T1" fmla="*/ 13 h 17"/>
                <a:gd name="T2" fmla="*/ 9 w 15"/>
                <a:gd name="T3" fmla="*/ 15 h 17"/>
                <a:gd name="T4" fmla="*/ 3 w 15"/>
                <a:gd name="T5" fmla="*/ 9 h 17"/>
                <a:gd name="T6" fmla="*/ 9 w 15"/>
                <a:gd name="T7" fmla="*/ 3 h 17"/>
                <a:gd name="T8" fmla="*/ 13 w 15"/>
                <a:gd name="T9" fmla="*/ 5 h 17"/>
                <a:gd name="T10" fmla="*/ 13 w 15"/>
                <a:gd name="T11" fmla="*/ 5 h 17"/>
                <a:gd name="T12" fmla="*/ 15 w 15"/>
                <a:gd name="T13" fmla="*/ 3 h 17"/>
                <a:gd name="T14" fmla="*/ 15 w 15"/>
                <a:gd name="T15" fmla="*/ 3 h 17"/>
                <a:gd name="T16" fmla="*/ 9 w 15"/>
                <a:gd name="T17" fmla="*/ 0 h 17"/>
                <a:gd name="T18" fmla="*/ 2 w 15"/>
                <a:gd name="T19" fmla="*/ 3 h 17"/>
                <a:gd name="T20" fmla="*/ 0 w 15"/>
                <a:gd name="T21" fmla="*/ 9 h 17"/>
                <a:gd name="T22" fmla="*/ 9 w 15"/>
                <a:gd name="T23" fmla="*/ 17 h 17"/>
                <a:gd name="T24" fmla="*/ 15 w 15"/>
                <a:gd name="T25" fmla="*/ 15 h 17"/>
                <a:gd name="T26" fmla="*/ 15 w 15"/>
                <a:gd name="T27" fmla="*/ 15 h 17"/>
                <a:gd name="T28" fmla="*/ 13 w 15"/>
                <a:gd name="T29" fmla="*/ 13 h 17"/>
                <a:gd name="T30" fmla="*/ 13 w 15"/>
                <a:gd name="T31" fmla="*/ 13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5" h="17">
                  <a:moveTo>
                    <a:pt x="13" y="13"/>
                  </a:moveTo>
                  <a:cubicBezTo>
                    <a:pt x="12" y="14"/>
                    <a:pt x="10" y="15"/>
                    <a:pt x="9" y="15"/>
                  </a:cubicBezTo>
                  <a:cubicBezTo>
                    <a:pt x="4" y="15"/>
                    <a:pt x="3" y="12"/>
                    <a:pt x="3" y="9"/>
                  </a:cubicBezTo>
                  <a:cubicBezTo>
                    <a:pt x="3" y="6"/>
                    <a:pt x="4" y="3"/>
                    <a:pt x="9" y="3"/>
                  </a:cubicBezTo>
                  <a:cubicBezTo>
                    <a:pt x="10" y="3"/>
                    <a:pt x="12" y="3"/>
                    <a:pt x="13" y="5"/>
                  </a:cubicBezTo>
                  <a:cubicBezTo>
                    <a:pt x="13" y="5"/>
                    <a:pt x="13" y="5"/>
                    <a:pt x="13" y="5"/>
                  </a:cubicBezTo>
                  <a:cubicBezTo>
                    <a:pt x="15" y="3"/>
                    <a:pt x="15" y="3"/>
                    <a:pt x="15" y="3"/>
                  </a:cubicBezTo>
                  <a:cubicBezTo>
                    <a:pt x="15" y="3"/>
                    <a:pt x="15" y="3"/>
                    <a:pt x="15" y="3"/>
                  </a:cubicBezTo>
                  <a:cubicBezTo>
                    <a:pt x="13" y="1"/>
                    <a:pt x="11" y="0"/>
                    <a:pt x="9" y="0"/>
                  </a:cubicBezTo>
                  <a:cubicBezTo>
                    <a:pt x="6" y="0"/>
                    <a:pt x="4" y="1"/>
                    <a:pt x="2" y="3"/>
                  </a:cubicBezTo>
                  <a:cubicBezTo>
                    <a:pt x="1" y="4"/>
                    <a:pt x="0" y="7"/>
                    <a:pt x="0" y="9"/>
                  </a:cubicBezTo>
                  <a:cubicBezTo>
                    <a:pt x="0" y="13"/>
                    <a:pt x="3" y="17"/>
                    <a:pt x="9" y="17"/>
                  </a:cubicBezTo>
                  <a:cubicBezTo>
                    <a:pt x="11" y="17"/>
                    <a:pt x="13" y="16"/>
                    <a:pt x="15" y="15"/>
                  </a:cubicBezTo>
                  <a:cubicBezTo>
                    <a:pt x="15" y="15"/>
                    <a:pt x="15" y="15"/>
                    <a:pt x="15" y="15"/>
                  </a:cubicBezTo>
                  <a:cubicBezTo>
                    <a:pt x="13" y="13"/>
                    <a:pt x="13" y="13"/>
                    <a:pt x="13" y="13"/>
                  </a:cubicBezTo>
                  <a:cubicBezTo>
                    <a:pt x="13" y="13"/>
                    <a:pt x="13" y="13"/>
                    <a:pt x="13" y="13"/>
                  </a:cubicBez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7" name="Freeform 23"/>
            <p:cNvSpPr>
              <a:spLocks noEditPoints="1"/>
            </p:cNvSpPr>
            <p:nvPr userDrawn="1"/>
          </p:nvSpPr>
          <p:spPr bwMode="auto">
            <a:xfrm>
              <a:off x="5021" y="504"/>
              <a:ext cx="34" cy="32"/>
            </a:xfrm>
            <a:custGeom>
              <a:avLst/>
              <a:gdLst>
                <a:gd name="T0" fmla="*/ 20 w 34"/>
                <a:gd name="T1" fmla="*/ 0 h 32"/>
                <a:gd name="T2" fmla="*/ 14 w 34"/>
                <a:gd name="T3" fmla="*/ 0 h 32"/>
                <a:gd name="T4" fmla="*/ 0 w 34"/>
                <a:gd name="T5" fmla="*/ 32 h 32"/>
                <a:gd name="T6" fmla="*/ 6 w 34"/>
                <a:gd name="T7" fmla="*/ 32 h 32"/>
                <a:gd name="T8" fmla="*/ 8 w 34"/>
                <a:gd name="T9" fmla="*/ 26 h 32"/>
                <a:gd name="T10" fmla="*/ 26 w 34"/>
                <a:gd name="T11" fmla="*/ 26 h 32"/>
                <a:gd name="T12" fmla="*/ 28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0 w 34"/>
                <a:gd name="T25" fmla="*/ 20 h 32"/>
                <a:gd name="T26" fmla="*/ 16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8" y="26"/>
                  </a:lnTo>
                  <a:lnTo>
                    <a:pt x="26" y="26"/>
                  </a:lnTo>
                  <a:lnTo>
                    <a:pt x="28" y="32"/>
                  </a:lnTo>
                  <a:lnTo>
                    <a:pt x="34" y="32"/>
                  </a:lnTo>
                  <a:lnTo>
                    <a:pt x="20" y="0"/>
                  </a:lnTo>
                  <a:lnTo>
                    <a:pt x="20" y="0"/>
                  </a:lnTo>
                  <a:lnTo>
                    <a:pt x="20" y="0"/>
                  </a:lnTo>
                  <a:close/>
                  <a:moveTo>
                    <a:pt x="24" y="20"/>
                  </a:moveTo>
                  <a:lnTo>
                    <a:pt x="10" y="20"/>
                  </a:lnTo>
                  <a:lnTo>
                    <a:pt x="16" y="6"/>
                  </a:lnTo>
                  <a:lnTo>
                    <a:pt x="24" y="20"/>
                  </a:lnTo>
                  <a:lnTo>
                    <a:pt x="24" y="20"/>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8" name="Freeform 24"/>
            <p:cNvSpPr>
              <a:spLocks/>
            </p:cNvSpPr>
            <p:nvPr userDrawn="1"/>
          </p:nvSpPr>
          <p:spPr bwMode="auto">
            <a:xfrm>
              <a:off x="5053" y="504"/>
              <a:ext cx="28" cy="32"/>
            </a:xfrm>
            <a:custGeom>
              <a:avLst/>
              <a:gdLst>
                <a:gd name="T0" fmla="*/ 0 w 28"/>
                <a:gd name="T1" fmla="*/ 4 h 32"/>
                <a:gd name="T2" fmla="*/ 12 w 28"/>
                <a:gd name="T3" fmla="*/ 4 h 32"/>
                <a:gd name="T4" fmla="*/ 12 w 28"/>
                <a:gd name="T5" fmla="*/ 32 h 32"/>
                <a:gd name="T6" fmla="*/ 16 w 28"/>
                <a:gd name="T7" fmla="*/ 32 h 32"/>
                <a:gd name="T8" fmla="*/ 16 w 28"/>
                <a:gd name="T9" fmla="*/ 4 h 32"/>
                <a:gd name="T10" fmla="*/ 28 w 28"/>
                <a:gd name="T11" fmla="*/ 4 h 32"/>
                <a:gd name="T12" fmla="*/ 28 w 28"/>
                <a:gd name="T13" fmla="*/ 0 h 32"/>
                <a:gd name="T14" fmla="*/ 0 w 28"/>
                <a:gd name="T15" fmla="*/ 0 h 32"/>
                <a:gd name="T16" fmla="*/ 0 w 28"/>
                <a:gd name="T17" fmla="*/ 4 h 32"/>
                <a:gd name="T18" fmla="*/ 0 w 28"/>
                <a:gd name="T19" fmla="*/ 4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8" h="32">
                  <a:moveTo>
                    <a:pt x="0" y="4"/>
                  </a:moveTo>
                  <a:lnTo>
                    <a:pt x="12" y="4"/>
                  </a:lnTo>
                  <a:lnTo>
                    <a:pt x="12" y="32"/>
                  </a:lnTo>
                  <a:lnTo>
                    <a:pt x="16" y="32"/>
                  </a:lnTo>
                  <a:lnTo>
                    <a:pt x="16" y="4"/>
                  </a:lnTo>
                  <a:lnTo>
                    <a:pt x="28" y="4"/>
                  </a:lnTo>
                  <a:lnTo>
                    <a:pt x="28" y="0"/>
                  </a:lnTo>
                  <a:lnTo>
                    <a:pt x="0" y="0"/>
                  </a:lnTo>
                  <a:lnTo>
                    <a:pt x="0" y="4"/>
                  </a:lnTo>
                  <a:lnTo>
                    <a:pt x="0" y="4"/>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9" name="Freeform 25"/>
            <p:cNvSpPr>
              <a:spLocks/>
            </p:cNvSpPr>
            <p:nvPr userDrawn="1"/>
          </p:nvSpPr>
          <p:spPr bwMode="auto">
            <a:xfrm>
              <a:off x="5085" y="504"/>
              <a:ext cx="28" cy="32"/>
            </a:xfrm>
            <a:custGeom>
              <a:avLst/>
              <a:gdLst>
                <a:gd name="T0" fmla="*/ 22 w 28"/>
                <a:gd name="T1" fmla="*/ 12 h 32"/>
                <a:gd name="T2" fmla="*/ 6 w 28"/>
                <a:gd name="T3" fmla="*/ 12 h 32"/>
                <a:gd name="T4" fmla="*/ 6 w 28"/>
                <a:gd name="T5" fmla="*/ 0 h 32"/>
                <a:gd name="T6" fmla="*/ 0 w 28"/>
                <a:gd name="T7" fmla="*/ 0 h 32"/>
                <a:gd name="T8" fmla="*/ 0 w 28"/>
                <a:gd name="T9" fmla="*/ 32 h 32"/>
                <a:gd name="T10" fmla="*/ 6 w 28"/>
                <a:gd name="T11" fmla="*/ 32 h 32"/>
                <a:gd name="T12" fmla="*/ 6 w 28"/>
                <a:gd name="T13" fmla="*/ 18 h 32"/>
                <a:gd name="T14" fmla="*/ 22 w 28"/>
                <a:gd name="T15" fmla="*/ 18 h 32"/>
                <a:gd name="T16" fmla="*/ 22 w 28"/>
                <a:gd name="T17" fmla="*/ 32 h 32"/>
                <a:gd name="T18" fmla="*/ 28 w 28"/>
                <a:gd name="T19" fmla="*/ 32 h 32"/>
                <a:gd name="T20" fmla="*/ 28 w 28"/>
                <a:gd name="T21" fmla="*/ 0 h 32"/>
                <a:gd name="T22" fmla="*/ 22 w 28"/>
                <a:gd name="T23" fmla="*/ 0 h 32"/>
                <a:gd name="T24" fmla="*/ 22 w 28"/>
                <a:gd name="T25" fmla="*/ 12 h 32"/>
                <a:gd name="T26" fmla="*/ 22 w 28"/>
                <a:gd name="T27" fmla="*/ 1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8" h="32">
                  <a:moveTo>
                    <a:pt x="22" y="12"/>
                  </a:moveTo>
                  <a:lnTo>
                    <a:pt x="6" y="12"/>
                  </a:lnTo>
                  <a:lnTo>
                    <a:pt x="6" y="0"/>
                  </a:lnTo>
                  <a:lnTo>
                    <a:pt x="0" y="0"/>
                  </a:lnTo>
                  <a:lnTo>
                    <a:pt x="0" y="32"/>
                  </a:lnTo>
                  <a:lnTo>
                    <a:pt x="6" y="32"/>
                  </a:lnTo>
                  <a:lnTo>
                    <a:pt x="6" y="18"/>
                  </a:lnTo>
                  <a:lnTo>
                    <a:pt x="22" y="18"/>
                  </a:lnTo>
                  <a:lnTo>
                    <a:pt x="22" y="32"/>
                  </a:lnTo>
                  <a:lnTo>
                    <a:pt x="28" y="32"/>
                  </a:lnTo>
                  <a:lnTo>
                    <a:pt x="28" y="0"/>
                  </a:lnTo>
                  <a:lnTo>
                    <a:pt x="22" y="0"/>
                  </a:lnTo>
                  <a:lnTo>
                    <a:pt x="22" y="12"/>
                  </a:lnTo>
                  <a:lnTo>
                    <a:pt x="22" y="12"/>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0" name="Freeform 26"/>
            <p:cNvSpPr>
              <a:spLocks noEditPoints="1"/>
            </p:cNvSpPr>
            <p:nvPr userDrawn="1"/>
          </p:nvSpPr>
          <p:spPr bwMode="auto">
            <a:xfrm>
              <a:off x="5119" y="502"/>
              <a:ext cx="32" cy="34"/>
            </a:xfrm>
            <a:custGeom>
              <a:avLst/>
              <a:gdLst>
                <a:gd name="T0" fmla="*/ 8 w 16"/>
                <a:gd name="T1" fmla="*/ 0 h 17"/>
                <a:gd name="T2" fmla="*/ 0 w 16"/>
                <a:gd name="T3" fmla="*/ 9 h 17"/>
                <a:gd name="T4" fmla="*/ 8 w 16"/>
                <a:gd name="T5" fmla="*/ 17 h 17"/>
                <a:gd name="T6" fmla="*/ 16 w 16"/>
                <a:gd name="T7" fmla="*/ 9 h 17"/>
                <a:gd name="T8" fmla="*/ 8 w 16"/>
                <a:gd name="T9" fmla="*/ 0 h 17"/>
                <a:gd name="T10" fmla="*/ 8 w 16"/>
                <a:gd name="T11" fmla="*/ 15 h 17"/>
                <a:gd name="T12" fmla="*/ 2 w 16"/>
                <a:gd name="T13" fmla="*/ 9 h 17"/>
                <a:gd name="T14" fmla="*/ 8 w 16"/>
                <a:gd name="T15" fmla="*/ 3 h 17"/>
                <a:gd name="T16" fmla="*/ 14 w 16"/>
                <a:gd name="T17" fmla="*/ 9 h 17"/>
                <a:gd name="T18" fmla="*/ 8 w 16"/>
                <a:gd name="T19" fmla="*/ 15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6" h="17">
                  <a:moveTo>
                    <a:pt x="8" y="0"/>
                  </a:moveTo>
                  <a:cubicBezTo>
                    <a:pt x="3" y="0"/>
                    <a:pt x="0" y="4"/>
                    <a:pt x="0" y="9"/>
                  </a:cubicBezTo>
                  <a:cubicBezTo>
                    <a:pt x="0" y="13"/>
                    <a:pt x="2" y="17"/>
                    <a:pt x="8" y="17"/>
                  </a:cubicBezTo>
                  <a:cubicBezTo>
                    <a:pt x="14" y="17"/>
                    <a:pt x="16" y="13"/>
                    <a:pt x="16" y="9"/>
                  </a:cubicBezTo>
                  <a:cubicBezTo>
                    <a:pt x="16" y="5"/>
                    <a:pt x="14" y="0"/>
                    <a:pt x="8" y="0"/>
                  </a:cubicBezTo>
                  <a:close/>
                  <a:moveTo>
                    <a:pt x="8" y="15"/>
                  </a:moveTo>
                  <a:cubicBezTo>
                    <a:pt x="4" y="15"/>
                    <a:pt x="2" y="12"/>
                    <a:pt x="2" y="9"/>
                  </a:cubicBezTo>
                  <a:cubicBezTo>
                    <a:pt x="2" y="6"/>
                    <a:pt x="4" y="3"/>
                    <a:pt x="8" y="3"/>
                  </a:cubicBezTo>
                  <a:cubicBezTo>
                    <a:pt x="12" y="3"/>
                    <a:pt x="14" y="6"/>
                    <a:pt x="14" y="9"/>
                  </a:cubicBezTo>
                  <a:cubicBezTo>
                    <a:pt x="14" y="12"/>
                    <a:pt x="12" y="15"/>
                    <a:pt x="8" y="15"/>
                  </a:cubicBez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1" name="Freeform 27"/>
            <p:cNvSpPr>
              <a:spLocks/>
            </p:cNvSpPr>
            <p:nvPr userDrawn="1"/>
          </p:nvSpPr>
          <p:spPr bwMode="auto">
            <a:xfrm>
              <a:off x="5157" y="504"/>
              <a:ext cx="22" cy="32"/>
            </a:xfrm>
            <a:custGeom>
              <a:avLst/>
              <a:gdLst>
                <a:gd name="T0" fmla="*/ 6 w 22"/>
                <a:gd name="T1" fmla="*/ 0 h 32"/>
                <a:gd name="T2" fmla="*/ 0 w 22"/>
                <a:gd name="T3" fmla="*/ 0 h 32"/>
                <a:gd name="T4" fmla="*/ 0 w 22"/>
                <a:gd name="T5" fmla="*/ 32 h 32"/>
                <a:gd name="T6" fmla="*/ 22 w 22"/>
                <a:gd name="T7" fmla="*/ 32 h 32"/>
                <a:gd name="T8" fmla="*/ 22 w 22"/>
                <a:gd name="T9" fmla="*/ 28 h 32"/>
                <a:gd name="T10" fmla="*/ 6 w 22"/>
                <a:gd name="T11" fmla="*/ 28 h 32"/>
                <a:gd name="T12" fmla="*/ 6 w 22"/>
                <a:gd name="T13" fmla="*/ 0 h 32"/>
                <a:gd name="T14" fmla="*/ 6 w 22"/>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 h="32">
                  <a:moveTo>
                    <a:pt x="6" y="0"/>
                  </a:moveTo>
                  <a:lnTo>
                    <a:pt x="0" y="0"/>
                  </a:lnTo>
                  <a:lnTo>
                    <a:pt x="0" y="32"/>
                  </a:lnTo>
                  <a:lnTo>
                    <a:pt x="22" y="32"/>
                  </a:lnTo>
                  <a:lnTo>
                    <a:pt x="22" y="28"/>
                  </a:lnTo>
                  <a:lnTo>
                    <a:pt x="6" y="28"/>
                  </a:lnTo>
                  <a:lnTo>
                    <a:pt x="6" y="0"/>
                  </a:lnTo>
                  <a:lnTo>
                    <a:pt x="6" y="0"/>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2" name="Freeform 28"/>
            <p:cNvSpPr>
              <a:spLocks/>
            </p:cNvSpPr>
            <p:nvPr userDrawn="1"/>
          </p:nvSpPr>
          <p:spPr bwMode="auto">
            <a:xfrm>
              <a:off x="5185" y="504"/>
              <a:ext cx="4" cy="32"/>
            </a:xfrm>
            <a:custGeom>
              <a:avLst/>
              <a:gdLst>
                <a:gd name="T0" fmla="*/ 0 w 4"/>
                <a:gd name="T1" fmla="*/ 32 h 32"/>
                <a:gd name="T2" fmla="*/ 4 w 4"/>
                <a:gd name="T3" fmla="*/ 32 h 32"/>
                <a:gd name="T4" fmla="*/ 4 w 4"/>
                <a:gd name="T5" fmla="*/ 0 h 32"/>
                <a:gd name="T6" fmla="*/ 0 w 4"/>
                <a:gd name="T7" fmla="*/ 0 h 32"/>
                <a:gd name="T8" fmla="*/ 0 w 4"/>
                <a:gd name="T9" fmla="*/ 32 h 32"/>
                <a:gd name="T10" fmla="*/ 0 w 4"/>
                <a:gd name="T11" fmla="*/ 32 h 32"/>
              </a:gdLst>
              <a:ahLst/>
              <a:cxnLst>
                <a:cxn ang="0">
                  <a:pos x="T0" y="T1"/>
                </a:cxn>
                <a:cxn ang="0">
                  <a:pos x="T2" y="T3"/>
                </a:cxn>
                <a:cxn ang="0">
                  <a:pos x="T4" y="T5"/>
                </a:cxn>
                <a:cxn ang="0">
                  <a:pos x="T6" y="T7"/>
                </a:cxn>
                <a:cxn ang="0">
                  <a:pos x="T8" y="T9"/>
                </a:cxn>
                <a:cxn ang="0">
                  <a:pos x="T10" y="T11"/>
                </a:cxn>
              </a:cxnLst>
              <a:rect l="0" t="0" r="r" b="b"/>
              <a:pathLst>
                <a:path w="4" h="32">
                  <a:moveTo>
                    <a:pt x="0" y="32"/>
                  </a:moveTo>
                  <a:lnTo>
                    <a:pt x="4" y="32"/>
                  </a:lnTo>
                  <a:lnTo>
                    <a:pt x="4" y="0"/>
                  </a:lnTo>
                  <a:lnTo>
                    <a:pt x="0" y="0"/>
                  </a:lnTo>
                  <a:lnTo>
                    <a:pt x="0" y="32"/>
                  </a:lnTo>
                  <a:lnTo>
                    <a:pt x="0" y="32"/>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3" name="Freeform 29"/>
            <p:cNvSpPr>
              <a:spLocks/>
            </p:cNvSpPr>
            <p:nvPr userDrawn="1"/>
          </p:nvSpPr>
          <p:spPr bwMode="auto">
            <a:xfrm>
              <a:off x="5195" y="502"/>
              <a:ext cx="30" cy="34"/>
            </a:xfrm>
            <a:custGeom>
              <a:avLst/>
              <a:gdLst>
                <a:gd name="T0" fmla="*/ 13 w 15"/>
                <a:gd name="T1" fmla="*/ 13 h 17"/>
                <a:gd name="T2" fmla="*/ 9 w 15"/>
                <a:gd name="T3" fmla="*/ 15 h 17"/>
                <a:gd name="T4" fmla="*/ 3 w 15"/>
                <a:gd name="T5" fmla="*/ 9 h 17"/>
                <a:gd name="T6" fmla="*/ 9 w 15"/>
                <a:gd name="T7" fmla="*/ 3 h 17"/>
                <a:gd name="T8" fmla="*/ 13 w 15"/>
                <a:gd name="T9" fmla="*/ 5 h 17"/>
                <a:gd name="T10" fmla="*/ 13 w 15"/>
                <a:gd name="T11" fmla="*/ 5 h 17"/>
                <a:gd name="T12" fmla="*/ 15 w 15"/>
                <a:gd name="T13" fmla="*/ 3 h 17"/>
                <a:gd name="T14" fmla="*/ 15 w 15"/>
                <a:gd name="T15" fmla="*/ 3 h 17"/>
                <a:gd name="T16" fmla="*/ 9 w 15"/>
                <a:gd name="T17" fmla="*/ 0 h 17"/>
                <a:gd name="T18" fmla="*/ 3 w 15"/>
                <a:gd name="T19" fmla="*/ 3 h 17"/>
                <a:gd name="T20" fmla="*/ 0 w 15"/>
                <a:gd name="T21" fmla="*/ 9 h 17"/>
                <a:gd name="T22" fmla="*/ 9 w 15"/>
                <a:gd name="T23" fmla="*/ 17 h 17"/>
                <a:gd name="T24" fmla="*/ 15 w 15"/>
                <a:gd name="T25" fmla="*/ 15 h 17"/>
                <a:gd name="T26" fmla="*/ 15 w 15"/>
                <a:gd name="T27" fmla="*/ 15 h 17"/>
                <a:gd name="T28" fmla="*/ 13 w 15"/>
                <a:gd name="T29" fmla="*/ 13 h 17"/>
                <a:gd name="T30" fmla="*/ 13 w 15"/>
                <a:gd name="T31" fmla="*/ 13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5" h="17">
                  <a:moveTo>
                    <a:pt x="13" y="13"/>
                  </a:moveTo>
                  <a:cubicBezTo>
                    <a:pt x="12" y="14"/>
                    <a:pt x="10" y="15"/>
                    <a:pt x="9" y="15"/>
                  </a:cubicBezTo>
                  <a:cubicBezTo>
                    <a:pt x="5" y="15"/>
                    <a:pt x="3" y="12"/>
                    <a:pt x="3" y="9"/>
                  </a:cubicBezTo>
                  <a:cubicBezTo>
                    <a:pt x="3" y="6"/>
                    <a:pt x="5" y="3"/>
                    <a:pt x="9" y="3"/>
                  </a:cubicBezTo>
                  <a:cubicBezTo>
                    <a:pt x="10" y="3"/>
                    <a:pt x="12" y="3"/>
                    <a:pt x="13" y="5"/>
                  </a:cubicBezTo>
                  <a:cubicBezTo>
                    <a:pt x="13" y="5"/>
                    <a:pt x="13" y="5"/>
                    <a:pt x="13" y="5"/>
                  </a:cubicBezTo>
                  <a:cubicBezTo>
                    <a:pt x="15" y="3"/>
                    <a:pt x="15" y="3"/>
                    <a:pt x="15" y="3"/>
                  </a:cubicBezTo>
                  <a:cubicBezTo>
                    <a:pt x="15" y="3"/>
                    <a:pt x="15" y="3"/>
                    <a:pt x="15" y="3"/>
                  </a:cubicBezTo>
                  <a:cubicBezTo>
                    <a:pt x="13" y="1"/>
                    <a:pt x="11" y="0"/>
                    <a:pt x="9" y="0"/>
                  </a:cubicBezTo>
                  <a:cubicBezTo>
                    <a:pt x="6" y="0"/>
                    <a:pt x="4" y="1"/>
                    <a:pt x="3" y="3"/>
                  </a:cubicBezTo>
                  <a:cubicBezTo>
                    <a:pt x="1" y="4"/>
                    <a:pt x="0" y="7"/>
                    <a:pt x="0" y="9"/>
                  </a:cubicBezTo>
                  <a:cubicBezTo>
                    <a:pt x="0" y="13"/>
                    <a:pt x="3" y="17"/>
                    <a:pt x="9" y="17"/>
                  </a:cubicBezTo>
                  <a:cubicBezTo>
                    <a:pt x="11" y="17"/>
                    <a:pt x="13" y="16"/>
                    <a:pt x="15" y="15"/>
                  </a:cubicBezTo>
                  <a:cubicBezTo>
                    <a:pt x="15" y="15"/>
                    <a:pt x="15" y="15"/>
                    <a:pt x="15" y="15"/>
                  </a:cubicBezTo>
                  <a:cubicBezTo>
                    <a:pt x="13" y="13"/>
                    <a:pt x="13" y="13"/>
                    <a:pt x="13" y="13"/>
                  </a:cubicBezTo>
                  <a:cubicBezTo>
                    <a:pt x="13" y="13"/>
                    <a:pt x="13" y="13"/>
                    <a:pt x="13" y="13"/>
                  </a:cubicBez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4" name="Freeform 30"/>
            <p:cNvSpPr>
              <a:spLocks/>
            </p:cNvSpPr>
            <p:nvPr userDrawn="1"/>
          </p:nvSpPr>
          <p:spPr bwMode="auto">
            <a:xfrm>
              <a:off x="5247" y="504"/>
              <a:ext cx="26" cy="32"/>
            </a:xfrm>
            <a:custGeom>
              <a:avLst/>
              <a:gdLst>
                <a:gd name="T0" fmla="*/ 11 w 13"/>
                <a:gd name="T1" fmla="*/ 9 h 16"/>
                <a:gd name="T2" fmla="*/ 7 w 13"/>
                <a:gd name="T3" fmla="*/ 14 h 16"/>
                <a:gd name="T4" fmla="*/ 2 w 13"/>
                <a:gd name="T5" fmla="*/ 9 h 16"/>
                <a:gd name="T6" fmla="*/ 2 w 13"/>
                <a:gd name="T7" fmla="*/ 0 h 16"/>
                <a:gd name="T8" fmla="*/ 0 w 13"/>
                <a:gd name="T9" fmla="*/ 0 h 16"/>
                <a:gd name="T10" fmla="*/ 0 w 13"/>
                <a:gd name="T11" fmla="*/ 9 h 16"/>
                <a:gd name="T12" fmla="*/ 7 w 13"/>
                <a:gd name="T13" fmla="*/ 16 h 16"/>
                <a:gd name="T14" fmla="*/ 13 w 13"/>
                <a:gd name="T15" fmla="*/ 9 h 16"/>
                <a:gd name="T16" fmla="*/ 13 w 13"/>
                <a:gd name="T17" fmla="*/ 0 h 16"/>
                <a:gd name="T18" fmla="*/ 11 w 13"/>
                <a:gd name="T19" fmla="*/ 0 h 16"/>
                <a:gd name="T20" fmla="*/ 11 w 13"/>
                <a:gd name="T21" fmla="*/ 9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 h="16">
                  <a:moveTo>
                    <a:pt x="11" y="9"/>
                  </a:moveTo>
                  <a:cubicBezTo>
                    <a:pt x="11" y="12"/>
                    <a:pt x="9" y="14"/>
                    <a:pt x="7" y="14"/>
                  </a:cubicBezTo>
                  <a:cubicBezTo>
                    <a:pt x="5" y="14"/>
                    <a:pt x="2" y="12"/>
                    <a:pt x="2" y="9"/>
                  </a:cubicBezTo>
                  <a:cubicBezTo>
                    <a:pt x="2" y="0"/>
                    <a:pt x="2" y="0"/>
                    <a:pt x="2" y="0"/>
                  </a:cubicBezTo>
                  <a:cubicBezTo>
                    <a:pt x="0" y="0"/>
                    <a:pt x="0" y="0"/>
                    <a:pt x="0" y="0"/>
                  </a:cubicBezTo>
                  <a:cubicBezTo>
                    <a:pt x="0" y="9"/>
                    <a:pt x="0" y="9"/>
                    <a:pt x="0" y="9"/>
                  </a:cubicBezTo>
                  <a:cubicBezTo>
                    <a:pt x="0" y="14"/>
                    <a:pt x="3" y="16"/>
                    <a:pt x="7" y="16"/>
                  </a:cubicBezTo>
                  <a:cubicBezTo>
                    <a:pt x="10" y="16"/>
                    <a:pt x="13" y="14"/>
                    <a:pt x="13" y="9"/>
                  </a:cubicBezTo>
                  <a:cubicBezTo>
                    <a:pt x="13" y="0"/>
                    <a:pt x="13" y="0"/>
                    <a:pt x="13" y="0"/>
                  </a:cubicBezTo>
                  <a:cubicBezTo>
                    <a:pt x="11" y="0"/>
                    <a:pt x="11" y="0"/>
                    <a:pt x="11" y="0"/>
                  </a:cubicBezTo>
                  <a:cubicBezTo>
                    <a:pt x="11" y="9"/>
                    <a:pt x="11" y="9"/>
                    <a:pt x="11" y="9"/>
                  </a:cubicBez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5" name="Freeform 31"/>
            <p:cNvSpPr>
              <a:spLocks/>
            </p:cNvSpPr>
            <p:nvPr userDrawn="1"/>
          </p:nvSpPr>
          <p:spPr bwMode="auto">
            <a:xfrm>
              <a:off x="5283" y="504"/>
              <a:ext cx="26" cy="32"/>
            </a:xfrm>
            <a:custGeom>
              <a:avLst/>
              <a:gdLst>
                <a:gd name="T0" fmla="*/ 20 w 26"/>
                <a:gd name="T1" fmla="*/ 22 h 32"/>
                <a:gd name="T2" fmla="*/ 2 w 26"/>
                <a:gd name="T3" fmla="*/ 0 h 32"/>
                <a:gd name="T4" fmla="*/ 0 w 26"/>
                <a:gd name="T5" fmla="*/ 0 h 32"/>
                <a:gd name="T6" fmla="*/ 0 w 26"/>
                <a:gd name="T7" fmla="*/ 32 h 32"/>
                <a:gd name="T8" fmla="*/ 4 w 26"/>
                <a:gd name="T9" fmla="*/ 32 h 32"/>
                <a:gd name="T10" fmla="*/ 4 w 26"/>
                <a:gd name="T11" fmla="*/ 10 h 32"/>
                <a:gd name="T12" fmla="*/ 22 w 26"/>
                <a:gd name="T13" fmla="*/ 32 h 32"/>
                <a:gd name="T14" fmla="*/ 26 w 26"/>
                <a:gd name="T15" fmla="*/ 32 h 32"/>
                <a:gd name="T16" fmla="*/ 26 w 26"/>
                <a:gd name="T17" fmla="*/ 0 h 32"/>
                <a:gd name="T18" fmla="*/ 20 w 26"/>
                <a:gd name="T19" fmla="*/ 0 h 32"/>
                <a:gd name="T20" fmla="*/ 20 w 26"/>
                <a:gd name="T21" fmla="*/ 22 h 32"/>
                <a:gd name="T22" fmla="*/ 20 w 26"/>
                <a:gd name="T23" fmla="*/ 2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6" h="32">
                  <a:moveTo>
                    <a:pt x="20" y="22"/>
                  </a:moveTo>
                  <a:lnTo>
                    <a:pt x="2" y="0"/>
                  </a:lnTo>
                  <a:lnTo>
                    <a:pt x="0" y="0"/>
                  </a:lnTo>
                  <a:lnTo>
                    <a:pt x="0" y="32"/>
                  </a:lnTo>
                  <a:lnTo>
                    <a:pt x="4" y="32"/>
                  </a:lnTo>
                  <a:lnTo>
                    <a:pt x="4" y="10"/>
                  </a:lnTo>
                  <a:lnTo>
                    <a:pt x="22" y="32"/>
                  </a:lnTo>
                  <a:lnTo>
                    <a:pt x="26" y="32"/>
                  </a:lnTo>
                  <a:lnTo>
                    <a:pt x="26" y="0"/>
                  </a:lnTo>
                  <a:lnTo>
                    <a:pt x="20" y="0"/>
                  </a:lnTo>
                  <a:lnTo>
                    <a:pt x="20" y="22"/>
                  </a:lnTo>
                  <a:lnTo>
                    <a:pt x="20" y="22"/>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6" name="Freeform 32"/>
            <p:cNvSpPr>
              <a:spLocks/>
            </p:cNvSpPr>
            <p:nvPr userDrawn="1"/>
          </p:nvSpPr>
          <p:spPr bwMode="auto">
            <a:xfrm>
              <a:off x="5317" y="504"/>
              <a:ext cx="6" cy="32"/>
            </a:xfrm>
            <a:custGeom>
              <a:avLst/>
              <a:gdLst>
                <a:gd name="T0" fmla="*/ 0 w 6"/>
                <a:gd name="T1" fmla="*/ 32 h 32"/>
                <a:gd name="T2" fmla="*/ 6 w 6"/>
                <a:gd name="T3" fmla="*/ 32 h 32"/>
                <a:gd name="T4" fmla="*/ 6 w 6"/>
                <a:gd name="T5" fmla="*/ 0 h 32"/>
                <a:gd name="T6" fmla="*/ 0 w 6"/>
                <a:gd name="T7" fmla="*/ 0 h 32"/>
                <a:gd name="T8" fmla="*/ 0 w 6"/>
                <a:gd name="T9" fmla="*/ 32 h 32"/>
                <a:gd name="T10" fmla="*/ 0 w 6"/>
                <a:gd name="T11" fmla="*/ 32 h 32"/>
              </a:gdLst>
              <a:ahLst/>
              <a:cxnLst>
                <a:cxn ang="0">
                  <a:pos x="T0" y="T1"/>
                </a:cxn>
                <a:cxn ang="0">
                  <a:pos x="T2" y="T3"/>
                </a:cxn>
                <a:cxn ang="0">
                  <a:pos x="T4" y="T5"/>
                </a:cxn>
                <a:cxn ang="0">
                  <a:pos x="T6" y="T7"/>
                </a:cxn>
                <a:cxn ang="0">
                  <a:pos x="T8" y="T9"/>
                </a:cxn>
                <a:cxn ang="0">
                  <a:pos x="T10" y="T11"/>
                </a:cxn>
              </a:cxnLst>
              <a:rect l="0" t="0" r="r" b="b"/>
              <a:pathLst>
                <a:path w="6" h="32">
                  <a:moveTo>
                    <a:pt x="0" y="32"/>
                  </a:moveTo>
                  <a:lnTo>
                    <a:pt x="6" y="32"/>
                  </a:lnTo>
                  <a:lnTo>
                    <a:pt x="6" y="0"/>
                  </a:lnTo>
                  <a:lnTo>
                    <a:pt x="0" y="0"/>
                  </a:lnTo>
                  <a:lnTo>
                    <a:pt x="0" y="32"/>
                  </a:lnTo>
                  <a:lnTo>
                    <a:pt x="0" y="32"/>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7" name="Freeform 33"/>
            <p:cNvSpPr>
              <a:spLocks/>
            </p:cNvSpPr>
            <p:nvPr userDrawn="1"/>
          </p:nvSpPr>
          <p:spPr bwMode="auto">
            <a:xfrm>
              <a:off x="5329" y="504"/>
              <a:ext cx="32" cy="32"/>
            </a:xfrm>
            <a:custGeom>
              <a:avLst/>
              <a:gdLst>
                <a:gd name="T0" fmla="*/ 6 w 32"/>
                <a:gd name="T1" fmla="*/ 0 h 32"/>
                <a:gd name="T2" fmla="*/ 0 w 32"/>
                <a:gd name="T3" fmla="*/ 0 h 32"/>
                <a:gd name="T4" fmla="*/ 12 w 32"/>
                <a:gd name="T5" fmla="*/ 32 h 32"/>
                <a:gd name="T6" fmla="*/ 18 w 32"/>
                <a:gd name="T7" fmla="*/ 32 h 32"/>
                <a:gd name="T8" fmla="*/ 32 w 32"/>
                <a:gd name="T9" fmla="*/ 0 h 32"/>
                <a:gd name="T10" fmla="*/ 26 w 32"/>
                <a:gd name="T11" fmla="*/ 0 h 32"/>
                <a:gd name="T12" fmla="*/ 16 w 32"/>
                <a:gd name="T13" fmla="*/ 26 h 32"/>
                <a:gd name="T14" fmla="*/ 6 w 32"/>
                <a:gd name="T15" fmla="*/ 0 h 32"/>
                <a:gd name="T16" fmla="*/ 6 w 32"/>
                <a:gd name="T17"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 h="32">
                  <a:moveTo>
                    <a:pt x="6" y="0"/>
                  </a:moveTo>
                  <a:lnTo>
                    <a:pt x="0" y="0"/>
                  </a:lnTo>
                  <a:lnTo>
                    <a:pt x="12" y="32"/>
                  </a:lnTo>
                  <a:lnTo>
                    <a:pt x="18" y="32"/>
                  </a:lnTo>
                  <a:lnTo>
                    <a:pt x="32" y="0"/>
                  </a:lnTo>
                  <a:lnTo>
                    <a:pt x="26" y="0"/>
                  </a:lnTo>
                  <a:lnTo>
                    <a:pt x="16" y="26"/>
                  </a:lnTo>
                  <a:lnTo>
                    <a:pt x="6" y="0"/>
                  </a:lnTo>
                  <a:lnTo>
                    <a:pt x="6" y="0"/>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8" name="Freeform 34"/>
            <p:cNvSpPr>
              <a:spLocks/>
            </p:cNvSpPr>
            <p:nvPr userDrawn="1"/>
          </p:nvSpPr>
          <p:spPr bwMode="auto">
            <a:xfrm>
              <a:off x="5365" y="504"/>
              <a:ext cx="24" cy="32"/>
            </a:xfrm>
            <a:custGeom>
              <a:avLst/>
              <a:gdLst>
                <a:gd name="T0" fmla="*/ 6 w 24"/>
                <a:gd name="T1" fmla="*/ 18 h 32"/>
                <a:gd name="T2" fmla="*/ 24 w 24"/>
                <a:gd name="T3" fmla="*/ 18 h 32"/>
                <a:gd name="T4" fmla="*/ 24 w 24"/>
                <a:gd name="T5" fmla="*/ 12 h 32"/>
                <a:gd name="T6" fmla="*/ 6 w 24"/>
                <a:gd name="T7" fmla="*/ 12 h 32"/>
                <a:gd name="T8" fmla="*/ 6 w 24"/>
                <a:gd name="T9" fmla="*/ 4 h 32"/>
                <a:gd name="T10" fmla="*/ 24 w 24"/>
                <a:gd name="T11" fmla="*/ 4 h 32"/>
                <a:gd name="T12" fmla="*/ 24 w 24"/>
                <a:gd name="T13" fmla="*/ 0 h 32"/>
                <a:gd name="T14" fmla="*/ 0 w 24"/>
                <a:gd name="T15" fmla="*/ 0 h 32"/>
                <a:gd name="T16" fmla="*/ 0 w 24"/>
                <a:gd name="T17" fmla="*/ 32 h 32"/>
                <a:gd name="T18" fmla="*/ 24 w 24"/>
                <a:gd name="T19" fmla="*/ 32 h 32"/>
                <a:gd name="T20" fmla="*/ 24 w 24"/>
                <a:gd name="T21" fmla="*/ 26 h 32"/>
                <a:gd name="T22" fmla="*/ 6 w 24"/>
                <a:gd name="T23" fmla="*/ 26 h 32"/>
                <a:gd name="T24" fmla="*/ 6 w 24"/>
                <a:gd name="T25" fmla="*/ 18 h 32"/>
                <a:gd name="T26" fmla="*/ 6 w 24"/>
                <a:gd name="T27" fmla="*/ 18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4" h="32">
                  <a:moveTo>
                    <a:pt x="6" y="18"/>
                  </a:moveTo>
                  <a:lnTo>
                    <a:pt x="24" y="18"/>
                  </a:lnTo>
                  <a:lnTo>
                    <a:pt x="24" y="12"/>
                  </a:lnTo>
                  <a:lnTo>
                    <a:pt x="6" y="12"/>
                  </a:lnTo>
                  <a:lnTo>
                    <a:pt x="6" y="4"/>
                  </a:lnTo>
                  <a:lnTo>
                    <a:pt x="24" y="4"/>
                  </a:lnTo>
                  <a:lnTo>
                    <a:pt x="24" y="0"/>
                  </a:lnTo>
                  <a:lnTo>
                    <a:pt x="0" y="0"/>
                  </a:lnTo>
                  <a:lnTo>
                    <a:pt x="0" y="32"/>
                  </a:lnTo>
                  <a:lnTo>
                    <a:pt x="24" y="32"/>
                  </a:lnTo>
                  <a:lnTo>
                    <a:pt x="24" y="26"/>
                  </a:lnTo>
                  <a:lnTo>
                    <a:pt x="6" y="26"/>
                  </a:lnTo>
                  <a:lnTo>
                    <a:pt x="6" y="18"/>
                  </a:lnTo>
                  <a:lnTo>
                    <a:pt x="6" y="18"/>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9" name="Freeform 35"/>
            <p:cNvSpPr>
              <a:spLocks noEditPoints="1"/>
            </p:cNvSpPr>
            <p:nvPr userDrawn="1"/>
          </p:nvSpPr>
          <p:spPr bwMode="auto">
            <a:xfrm>
              <a:off x="5397" y="504"/>
              <a:ext cx="28" cy="32"/>
            </a:xfrm>
            <a:custGeom>
              <a:avLst/>
              <a:gdLst>
                <a:gd name="T0" fmla="*/ 13 w 14"/>
                <a:gd name="T1" fmla="*/ 5 h 16"/>
                <a:gd name="T2" fmla="*/ 7 w 14"/>
                <a:gd name="T3" fmla="*/ 0 h 16"/>
                <a:gd name="T4" fmla="*/ 0 w 14"/>
                <a:gd name="T5" fmla="*/ 0 h 16"/>
                <a:gd name="T6" fmla="*/ 0 w 14"/>
                <a:gd name="T7" fmla="*/ 16 h 16"/>
                <a:gd name="T8" fmla="*/ 2 w 14"/>
                <a:gd name="T9" fmla="*/ 16 h 16"/>
                <a:gd name="T10" fmla="*/ 2 w 14"/>
                <a:gd name="T11" fmla="*/ 10 h 16"/>
                <a:gd name="T12" fmla="*/ 6 w 14"/>
                <a:gd name="T13" fmla="*/ 10 h 16"/>
                <a:gd name="T14" fmla="*/ 11 w 14"/>
                <a:gd name="T15" fmla="*/ 16 h 16"/>
                <a:gd name="T16" fmla="*/ 14 w 14"/>
                <a:gd name="T17" fmla="*/ 16 h 16"/>
                <a:gd name="T18" fmla="*/ 9 w 14"/>
                <a:gd name="T19" fmla="*/ 10 h 16"/>
                <a:gd name="T20" fmla="*/ 13 w 14"/>
                <a:gd name="T21" fmla="*/ 5 h 16"/>
                <a:gd name="T22" fmla="*/ 2 w 14"/>
                <a:gd name="T23" fmla="*/ 2 h 16"/>
                <a:gd name="T24" fmla="*/ 7 w 14"/>
                <a:gd name="T25" fmla="*/ 2 h 16"/>
                <a:gd name="T26" fmla="*/ 10 w 14"/>
                <a:gd name="T27" fmla="*/ 5 h 16"/>
                <a:gd name="T28" fmla="*/ 7 w 14"/>
                <a:gd name="T29" fmla="*/ 8 h 16"/>
                <a:gd name="T30" fmla="*/ 2 w 14"/>
                <a:gd name="T31" fmla="*/ 8 h 16"/>
                <a:gd name="T32" fmla="*/ 2 w 14"/>
                <a:gd name="T33" fmla="*/ 2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4" h="16">
                  <a:moveTo>
                    <a:pt x="13" y="5"/>
                  </a:moveTo>
                  <a:cubicBezTo>
                    <a:pt x="13" y="2"/>
                    <a:pt x="11" y="0"/>
                    <a:pt x="7" y="0"/>
                  </a:cubicBezTo>
                  <a:cubicBezTo>
                    <a:pt x="0" y="0"/>
                    <a:pt x="0" y="0"/>
                    <a:pt x="0" y="0"/>
                  </a:cubicBezTo>
                  <a:cubicBezTo>
                    <a:pt x="0" y="16"/>
                    <a:pt x="0" y="16"/>
                    <a:pt x="0" y="16"/>
                  </a:cubicBezTo>
                  <a:cubicBezTo>
                    <a:pt x="2" y="16"/>
                    <a:pt x="2" y="16"/>
                    <a:pt x="2" y="16"/>
                  </a:cubicBezTo>
                  <a:cubicBezTo>
                    <a:pt x="2" y="10"/>
                    <a:pt x="2" y="10"/>
                    <a:pt x="2" y="10"/>
                  </a:cubicBezTo>
                  <a:cubicBezTo>
                    <a:pt x="6" y="10"/>
                    <a:pt x="6" y="10"/>
                    <a:pt x="6" y="10"/>
                  </a:cubicBezTo>
                  <a:cubicBezTo>
                    <a:pt x="11" y="16"/>
                    <a:pt x="11" y="16"/>
                    <a:pt x="11" y="16"/>
                  </a:cubicBezTo>
                  <a:cubicBezTo>
                    <a:pt x="14" y="16"/>
                    <a:pt x="14" y="16"/>
                    <a:pt x="14" y="16"/>
                  </a:cubicBezTo>
                  <a:cubicBezTo>
                    <a:pt x="9" y="10"/>
                    <a:pt x="9" y="10"/>
                    <a:pt x="9" y="10"/>
                  </a:cubicBezTo>
                  <a:cubicBezTo>
                    <a:pt x="11" y="10"/>
                    <a:pt x="13" y="8"/>
                    <a:pt x="13" y="5"/>
                  </a:cubicBezTo>
                  <a:close/>
                  <a:moveTo>
                    <a:pt x="2" y="2"/>
                  </a:moveTo>
                  <a:cubicBezTo>
                    <a:pt x="7" y="2"/>
                    <a:pt x="7" y="2"/>
                    <a:pt x="7" y="2"/>
                  </a:cubicBezTo>
                  <a:cubicBezTo>
                    <a:pt x="9" y="2"/>
                    <a:pt x="10" y="4"/>
                    <a:pt x="10" y="5"/>
                  </a:cubicBezTo>
                  <a:cubicBezTo>
                    <a:pt x="10" y="6"/>
                    <a:pt x="9" y="8"/>
                    <a:pt x="7" y="8"/>
                  </a:cubicBezTo>
                  <a:cubicBezTo>
                    <a:pt x="2" y="8"/>
                    <a:pt x="2" y="8"/>
                    <a:pt x="2" y="8"/>
                  </a:cubicBezTo>
                  <a:cubicBezTo>
                    <a:pt x="2" y="2"/>
                    <a:pt x="2" y="2"/>
                    <a:pt x="2" y="2"/>
                  </a:cubicBez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20" name="Freeform 36"/>
            <p:cNvSpPr>
              <a:spLocks/>
            </p:cNvSpPr>
            <p:nvPr userDrawn="1"/>
          </p:nvSpPr>
          <p:spPr bwMode="auto">
            <a:xfrm>
              <a:off x="5427" y="502"/>
              <a:ext cx="28" cy="34"/>
            </a:xfrm>
            <a:custGeom>
              <a:avLst/>
              <a:gdLst>
                <a:gd name="T0" fmla="*/ 8 w 14"/>
                <a:gd name="T1" fmla="*/ 7 h 17"/>
                <a:gd name="T2" fmla="*/ 4 w 14"/>
                <a:gd name="T3" fmla="*/ 5 h 17"/>
                <a:gd name="T4" fmla="*/ 7 w 14"/>
                <a:gd name="T5" fmla="*/ 3 h 17"/>
                <a:gd name="T6" fmla="*/ 12 w 14"/>
                <a:gd name="T7" fmla="*/ 5 h 17"/>
                <a:gd name="T8" fmla="*/ 12 w 14"/>
                <a:gd name="T9" fmla="*/ 5 h 17"/>
                <a:gd name="T10" fmla="*/ 14 w 14"/>
                <a:gd name="T11" fmla="*/ 4 h 17"/>
                <a:gd name="T12" fmla="*/ 14 w 14"/>
                <a:gd name="T13" fmla="*/ 3 h 17"/>
                <a:gd name="T14" fmla="*/ 7 w 14"/>
                <a:gd name="T15" fmla="*/ 0 h 17"/>
                <a:gd name="T16" fmla="*/ 2 w 14"/>
                <a:gd name="T17" fmla="*/ 2 h 17"/>
                <a:gd name="T18" fmla="*/ 1 w 14"/>
                <a:gd name="T19" fmla="*/ 5 h 17"/>
                <a:gd name="T20" fmla="*/ 7 w 14"/>
                <a:gd name="T21" fmla="*/ 10 h 17"/>
                <a:gd name="T22" fmla="*/ 12 w 14"/>
                <a:gd name="T23" fmla="*/ 12 h 17"/>
                <a:gd name="T24" fmla="*/ 7 w 14"/>
                <a:gd name="T25" fmla="*/ 15 h 17"/>
                <a:gd name="T26" fmla="*/ 3 w 14"/>
                <a:gd name="T27" fmla="*/ 12 h 17"/>
                <a:gd name="T28" fmla="*/ 2 w 14"/>
                <a:gd name="T29" fmla="*/ 12 h 17"/>
                <a:gd name="T30" fmla="*/ 0 w 14"/>
                <a:gd name="T31" fmla="*/ 13 h 17"/>
                <a:gd name="T32" fmla="*/ 0 w 14"/>
                <a:gd name="T33" fmla="*/ 14 h 17"/>
                <a:gd name="T34" fmla="*/ 7 w 14"/>
                <a:gd name="T35" fmla="*/ 17 h 17"/>
                <a:gd name="T36" fmla="*/ 14 w 14"/>
                <a:gd name="T37" fmla="*/ 12 h 17"/>
                <a:gd name="T38" fmla="*/ 8 w 14"/>
                <a:gd name="T39" fmla="*/ 7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4" h="17">
                  <a:moveTo>
                    <a:pt x="8" y="7"/>
                  </a:moveTo>
                  <a:cubicBezTo>
                    <a:pt x="5" y="7"/>
                    <a:pt x="4" y="6"/>
                    <a:pt x="4" y="5"/>
                  </a:cubicBezTo>
                  <a:cubicBezTo>
                    <a:pt x="4" y="4"/>
                    <a:pt x="5" y="3"/>
                    <a:pt x="7" y="3"/>
                  </a:cubicBezTo>
                  <a:cubicBezTo>
                    <a:pt x="9" y="3"/>
                    <a:pt x="11" y="3"/>
                    <a:pt x="12" y="5"/>
                  </a:cubicBezTo>
                  <a:cubicBezTo>
                    <a:pt x="12" y="5"/>
                    <a:pt x="12" y="5"/>
                    <a:pt x="12" y="5"/>
                  </a:cubicBezTo>
                  <a:cubicBezTo>
                    <a:pt x="14" y="4"/>
                    <a:pt x="14" y="4"/>
                    <a:pt x="14" y="4"/>
                  </a:cubicBezTo>
                  <a:cubicBezTo>
                    <a:pt x="14" y="3"/>
                    <a:pt x="14" y="3"/>
                    <a:pt x="14" y="3"/>
                  </a:cubicBezTo>
                  <a:cubicBezTo>
                    <a:pt x="12" y="1"/>
                    <a:pt x="10" y="0"/>
                    <a:pt x="7" y="0"/>
                  </a:cubicBezTo>
                  <a:cubicBezTo>
                    <a:pt x="6" y="0"/>
                    <a:pt x="3" y="1"/>
                    <a:pt x="2" y="2"/>
                  </a:cubicBezTo>
                  <a:cubicBezTo>
                    <a:pt x="1" y="3"/>
                    <a:pt x="1" y="4"/>
                    <a:pt x="1" y="5"/>
                  </a:cubicBezTo>
                  <a:cubicBezTo>
                    <a:pt x="1" y="9"/>
                    <a:pt x="5" y="9"/>
                    <a:pt x="7" y="10"/>
                  </a:cubicBezTo>
                  <a:cubicBezTo>
                    <a:pt x="10" y="10"/>
                    <a:pt x="12" y="11"/>
                    <a:pt x="12" y="12"/>
                  </a:cubicBezTo>
                  <a:cubicBezTo>
                    <a:pt x="12" y="15"/>
                    <a:pt x="8" y="15"/>
                    <a:pt x="7" y="15"/>
                  </a:cubicBezTo>
                  <a:cubicBezTo>
                    <a:pt x="6" y="15"/>
                    <a:pt x="4" y="14"/>
                    <a:pt x="3" y="12"/>
                  </a:cubicBezTo>
                  <a:cubicBezTo>
                    <a:pt x="2" y="12"/>
                    <a:pt x="2" y="12"/>
                    <a:pt x="2" y="12"/>
                  </a:cubicBezTo>
                  <a:cubicBezTo>
                    <a:pt x="0" y="13"/>
                    <a:pt x="0" y="13"/>
                    <a:pt x="0" y="13"/>
                  </a:cubicBezTo>
                  <a:cubicBezTo>
                    <a:pt x="0" y="14"/>
                    <a:pt x="0" y="14"/>
                    <a:pt x="0" y="14"/>
                  </a:cubicBezTo>
                  <a:cubicBezTo>
                    <a:pt x="2" y="16"/>
                    <a:pt x="4" y="17"/>
                    <a:pt x="7" y="17"/>
                  </a:cubicBezTo>
                  <a:cubicBezTo>
                    <a:pt x="11" y="17"/>
                    <a:pt x="14" y="16"/>
                    <a:pt x="14" y="12"/>
                  </a:cubicBezTo>
                  <a:cubicBezTo>
                    <a:pt x="14" y="9"/>
                    <a:pt x="11" y="8"/>
                    <a:pt x="8" y="7"/>
                  </a:cubicBez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21" name="Freeform 37"/>
            <p:cNvSpPr>
              <a:spLocks/>
            </p:cNvSpPr>
            <p:nvPr userDrawn="1"/>
          </p:nvSpPr>
          <p:spPr bwMode="auto">
            <a:xfrm>
              <a:off x="5461" y="504"/>
              <a:ext cx="6" cy="32"/>
            </a:xfrm>
            <a:custGeom>
              <a:avLst/>
              <a:gdLst>
                <a:gd name="T0" fmla="*/ 0 w 6"/>
                <a:gd name="T1" fmla="*/ 32 h 32"/>
                <a:gd name="T2" fmla="*/ 6 w 6"/>
                <a:gd name="T3" fmla="*/ 32 h 32"/>
                <a:gd name="T4" fmla="*/ 6 w 6"/>
                <a:gd name="T5" fmla="*/ 0 h 32"/>
                <a:gd name="T6" fmla="*/ 0 w 6"/>
                <a:gd name="T7" fmla="*/ 0 h 32"/>
                <a:gd name="T8" fmla="*/ 0 w 6"/>
                <a:gd name="T9" fmla="*/ 32 h 32"/>
                <a:gd name="T10" fmla="*/ 0 w 6"/>
                <a:gd name="T11" fmla="*/ 32 h 32"/>
              </a:gdLst>
              <a:ahLst/>
              <a:cxnLst>
                <a:cxn ang="0">
                  <a:pos x="T0" y="T1"/>
                </a:cxn>
                <a:cxn ang="0">
                  <a:pos x="T2" y="T3"/>
                </a:cxn>
                <a:cxn ang="0">
                  <a:pos x="T4" y="T5"/>
                </a:cxn>
                <a:cxn ang="0">
                  <a:pos x="T6" y="T7"/>
                </a:cxn>
                <a:cxn ang="0">
                  <a:pos x="T8" y="T9"/>
                </a:cxn>
                <a:cxn ang="0">
                  <a:pos x="T10" y="T11"/>
                </a:cxn>
              </a:cxnLst>
              <a:rect l="0" t="0" r="r" b="b"/>
              <a:pathLst>
                <a:path w="6" h="32">
                  <a:moveTo>
                    <a:pt x="0" y="32"/>
                  </a:moveTo>
                  <a:lnTo>
                    <a:pt x="6" y="32"/>
                  </a:lnTo>
                  <a:lnTo>
                    <a:pt x="6" y="0"/>
                  </a:lnTo>
                  <a:lnTo>
                    <a:pt x="0" y="0"/>
                  </a:lnTo>
                  <a:lnTo>
                    <a:pt x="0" y="32"/>
                  </a:lnTo>
                  <a:lnTo>
                    <a:pt x="0" y="32"/>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22" name="Freeform 38"/>
            <p:cNvSpPr>
              <a:spLocks/>
            </p:cNvSpPr>
            <p:nvPr userDrawn="1"/>
          </p:nvSpPr>
          <p:spPr bwMode="auto">
            <a:xfrm>
              <a:off x="5473" y="504"/>
              <a:ext cx="54" cy="32"/>
            </a:xfrm>
            <a:custGeom>
              <a:avLst/>
              <a:gdLst>
                <a:gd name="T0" fmla="*/ 30 w 54"/>
                <a:gd name="T1" fmla="*/ 0 h 32"/>
                <a:gd name="T2" fmla="*/ 0 w 54"/>
                <a:gd name="T3" fmla="*/ 0 h 32"/>
                <a:gd name="T4" fmla="*/ 0 w 54"/>
                <a:gd name="T5" fmla="*/ 4 h 32"/>
                <a:gd name="T6" fmla="*/ 10 w 54"/>
                <a:gd name="T7" fmla="*/ 4 h 32"/>
                <a:gd name="T8" fmla="*/ 10 w 54"/>
                <a:gd name="T9" fmla="*/ 32 h 32"/>
                <a:gd name="T10" fmla="*/ 16 w 54"/>
                <a:gd name="T11" fmla="*/ 32 h 32"/>
                <a:gd name="T12" fmla="*/ 16 w 54"/>
                <a:gd name="T13" fmla="*/ 4 h 32"/>
                <a:gd name="T14" fmla="*/ 26 w 54"/>
                <a:gd name="T15" fmla="*/ 4 h 32"/>
                <a:gd name="T16" fmla="*/ 36 w 54"/>
                <a:gd name="T17" fmla="*/ 18 h 32"/>
                <a:gd name="T18" fmla="*/ 36 w 54"/>
                <a:gd name="T19" fmla="*/ 32 h 32"/>
                <a:gd name="T20" fmla="*/ 42 w 54"/>
                <a:gd name="T21" fmla="*/ 32 h 32"/>
                <a:gd name="T22" fmla="*/ 42 w 54"/>
                <a:gd name="T23" fmla="*/ 18 h 32"/>
                <a:gd name="T24" fmla="*/ 54 w 54"/>
                <a:gd name="T25" fmla="*/ 0 h 32"/>
                <a:gd name="T26" fmla="*/ 54 w 54"/>
                <a:gd name="T27" fmla="*/ 0 h 32"/>
                <a:gd name="T28" fmla="*/ 54 w 54"/>
                <a:gd name="T29" fmla="*/ 0 h 32"/>
                <a:gd name="T30" fmla="*/ 48 w 54"/>
                <a:gd name="T31" fmla="*/ 0 h 32"/>
                <a:gd name="T32" fmla="*/ 38 w 54"/>
                <a:gd name="T33" fmla="*/ 14 h 32"/>
                <a:gd name="T34" fmla="*/ 30 w 54"/>
                <a:gd name="T35" fmla="*/ 0 h 32"/>
                <a:gd name="T36" fmla="*/ 30 w 54"/>
                <a:gd name="T37"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54" h="32">
                  <a:moveTo>
                    <a:pt x="30" y="0"/>
                  </a:moveTo>
                  <a:lnTo>
                    <a:pt x="0" y="0"/>
                  </a:lnTo>
                  <a:lnTo>
                    <a:pt x="0" y="4"/>
                  </a:lnTo>
                  <a:lnTo>
                    <a:pt x="10" y="4"/>
                  </a:lnTo>
                  <a:lnTo>
                    <a:pt x="10" y="32"/>
                  </a:lnTo>
                  <a:lnTo>
                    <a:pt x="16" y="32"/>
                  </a:lnTo>
                  <a:lnTo>
                    <a:pt x="16" y="4"/>
                  </a:lnTo>
                  <a:lnTo>
                    <a:pt x="26" y="4"/>
                  </a:lnTo>
                  <a:lnTo>
                    <a:pt x="36" y="18"/>
                  </a:lnTo>
                  <a:lnTo>
                    <a:pt x="36" y="32"/>
                  </a:lnTo>
                  <a:lnTo>
                    <a:pt x="42" y="32"/>
                  </a:lnTo>
                  <a:lnTo>
                    <a:pt x="42" y="18"/>
                  </a:lnTo>
                  <a:lnTo>
                    <a:pt x="54" y="0"/>
                  </a:lnTo>
                  <a:lnTo>
                    <a:pt x="54" y="0"/>
                  </a:lnTo>
                  <a:lnTo>
                    <a:pt x="54" y="0"/>
                  </a:lnTo>
                  <a:lnTo>
                    <a:pt x="48" y="0"/>
                  </a:lnTo>
                  <a:lnTo>
                    <a:pt x="38" y="14"/>
                  </a:lnTo>
                  <a:lnTo>
                    <a:pt x="30" y="0"/>
                  </a:lnTo>
                  <a:lnTo>
                    <a:pt x="30" y="0"/>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23" name="Freeform 39"/>
            <p:cNvSpPr>
              <a:spLocks/>
            </p:cNvSpPr>
            <p:nvPr userDrawn="1"/>
          </p:nvSpPr>
          <p:spPr bwMode="auto">
            <a:xfrm>
              <a:off x="5343" y="234"/>
              <a:ext cx="184" cy="230"/>
            </a:xfrm>
            <a:custGeom>
              <a:avLst/>
              <a:gdLst>
                <a:gd name="T0" fmla="*/ 92 w 92"/>
                <a:gd name="T1" fmla="*/ 0 h 115"/>
                <a:gd name="T2" fmla="*/ 92 w 92"/>
                <a:gd name="T3" fmla="*/ 71 h 115"/>
                <a:gd name="T4" fmla="*/ 49 w 92"/>
                <a:gd name="T5" fmla="*/ 115 h 115"/>
                <a:gd name="T6" fmla="*/ 0 w 92"/>
                <a:gd name="T7" fmla="*/ 70 h 115"/>
                <a:gd name="T8" fmla="*/ 0 w 92"/>
                <a:gd name="T9" fmla="*/ 0 h 115"/>
                <a:gd name="T10" fmla="*/ 22 w 92"/>
                <a:gd name="T11" fmla="*/ 0 h 115"/>
                <a:gd name="T12" fmla="*/ 22 w 92"/>
                <a:gd name="T13" fmla="*/ 72 h 115"/>
                <a:gd name="T14" fmla="*/ 50 w 92"/>
                <a:gd name="T15" fmla="*/ 105 h 115"/>
                <a:gd name="T16" fmla="*/ 79 w 92"/>
                <a:gd name="T17" fmla="*/ 73 h 115"/>
                <a:gd name="T18" fmla="*/ 79 w 92"/>
                <a:gd name="T19" fmla="*/ 0 h 115"/>
                <a:gd name="T20" fmla="*/ 92 w 92"/>
                <a:gd name="T21" fmla="*/ 0 h 1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92" h="115">
                  <a:moveTo>
                    <a:pt x="92" y="0"/>
                  </a:moveTo>
                  <a:cubicBezTo>
                    <a:pt x="92" y="71"/>
                    <a:pt x="92" y="71"/>
                    <a:pt x="92" y="71"/>
                  </a:cubicBezTo>
                  <a:cubicBezTo>
                    <a:pt x="92" y="109"/>
                    <a:pt x="62" y="115"/>
                    <a:pt x="49" y="115"/>
                  </a:cubicBezTo>
                  <a:cubicBezTo>
                    <a:pt x="25" y="115"/>
                    <a:pt x="0" y="107"/>
                    <a:pt x="0" y="70"/>
                  </a:cubicBezTo>
                  <a:cubicBezTo>
                    <a:pt x="0" y="0"/>
                    <a:pt x="0" y="0"/>
                    <a:pt x="0" y="0"/>
                  </a:cubicBezTo>
                  <a:cubicBezTo>
                    <a:pt x="22" y="0"/>
                    <a:pt x="22" y="0"/>
                    <a:pt x="22" y="0"/>
                  </a:cubicBezTo>
                  <a:cubicBezTo>
                    <a:pt x="22" y="72"/>
                    <a:pt x="22" y="72"/>
                    <a:pt x="22" y="72"/>
                  </a:cubicBezTo>
                  <a:cubicBezTo>
                    <a:pt x="22" y="93"/>
                    <a:pt x="32" y="105"/>
                    <a:pt x="50" y="105"/>
                  </a:cubicBezTo>
                  <a:cubicBezTo>
                    <a:pt x="66" y="105"/>
                    <a:pt x="79" y="95"/>
                    <a:pt x="79" y="73"/>
                  </a:cubicBezTo>
                  <a:cubicBezTo>
                    <a:pt x="79" y="0"/>
                    <a:pt x="79" y="0"/>
                    <a:pt x="79" y="0"/>
                  </a:cubicBezTo>
                  <a:cubicBezTo>
                    <a:pt x="92" y="0"/>
                    <a:pt x="92" y="0"/>
                    <a:pt x="92" y="0"/>
                  </a:cubicBez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24" name="Freeform 40"/>
            <p:cNvSpPr>
              <a:spLocks/>
            </p:cNvSpPr>
            <p:nvPr userDrawn="1"/>
          </p:nvSpPr>
          <p:spPr bwMode="auto">
            <a:xfrm>
              <a:off x="5099" y="230"/>
              <a:ext cx="212" cy="234"/>
            </a:xfrm>
            <a:custGeom>
              <a:avLst/>
              <a:gdLst>
                <a:gd name="T0" fmla="*/ 61 w 106"/>
                <a:gd name="T1" fmla="*/ 117 h 117"/>
                <a:gd name="T2" fmla="*/ 0 w 106"/>
                <a:gd name="T3" fmla="*/ 60 h 117"/>
                <a:gd name="T4" fmla="*/ 63 w 106"/>
                <a:gd name="T5" fmla="*/ 0 h 117"/>
                <a:gd name="T6" fmla="*/ 97 w 106"/>
                <a:gd name="T7" fmla="*/ 13 h 117"/>
                <a:gd name="T8" fmla="*/ 106 w 106"/>
                <a:gd name="T9" fmla="*/ 28 h 117"/>
                <a:gd name="T10" fmla="*/ 94 w 106"/>
                <a:gd name="T11" fmla="*/ 39 h 117"/>
                <a:gd name="T12" fmla="*/ 83 w 106"/>
                <a:gd name="T13" fmla="*/ 28 h 117"/>
                <a:gd name="T14" fmla="*/ 86 w 106"/>
                <a:gd name="T15" fmla="*/ 20 h 117"/>
                <a:gd name="T16" fmla="*/ 63 w 106"/>
                <a:gd name="T17" fmla="*/ 10 h 117"/>
                <a:gd name="T18" fmla="*/ 21 w 106"/>
                <a:gd name="T19" fmla="*/ 58 h 117"/>
                <a:gd name="T20" fmla="*/ 65 w 106"/>
                <a:gd name="T21" fmla="*/ 108 h 117"/>
                <a:gd name="T22" fmla="*/ 102 w 106"/>
                <a:gd name="T23" fmla="*/ 93 h 117"/>
                <a:gd name="T24" fmla="*/ 106 w 106"/>
                <a:gd name="T25" fmla="*/ 99 h 117"/>
                <a:gd name="T26" fmla="*/ 61 w 106"/>
                <a:gd name="T27" fmla="*/ 117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06" h="117">
                  <a:moveTo>
                    <a:pt x="61" y="117"/>
                  </a:moveTo>
                  <a:cubicBezTo>
                    <a:pt x="23" y="117"/>
                    <a:pt x="0" y="91"/>
                    <a:pt x="0" y="60"/>
                  </a:cubicBezTo>
                  <a:cubicBezTo>
                    <a:pt x="0" y="29"/>
                    <a:pt x="24" y="0"/>
                    <a:pt x="63" y="0"/>
                  </a:cubicBezTo>
                  <a:cubicBezTo>
                    <a:pt x="74" y="0"/>
                    <a:pt x="88" y="4"/>
                    <a:pt x="97" y="13"/>
                  </a:cubicBezTo>
                  <a:cubicBezTo>
                    <a:pt x="102" y="16"/>
                    <a:pt x="106" y="23"/>
                    <a:pt x="106" y="28"/>
                  </a:cubicBezTo>
                  <a:cubicBezTo>
                    <a:pt x="106" y="34"/>
                    <a:pt x="101" y="39"/>
                    <a:pt x="94" y="39"/>
                  </a:cubicBezTo>
                  <a:cubicBezTo>
                    <a:pt x="88" y="39"/>
                    <a:pt x="83" y="34"/>
                    <a:pt x="83" y="28"/>
                  </a:cubicBezTo>
                  <a:cubicBezTo>
                    <a:pt x="83" y="25"/>
                    <a:pt x="84" y="22"/>
                    <a:pt x="86" y="20"/>
                  </a:cubicBezTo>
                  <a:cubicBezTo>
                    <a:pt x="81" y="14"/>
                    <a:pt x="71" y="10"/>
                    <a:pt x="63" y="10"/>
                  </a:cubicBezTo>
                  <a:cubicBezTo>
                    <a:pt x="36" y="10"/>
                    <a:pt x="21" y="35"/>
                    <a:pt x="21" y="58"/>
                  </a:cubicBezTo>
                  <a:cubicBezTo>
                    <a:pt x="21" y="85"/>
                    <a:pt x="38" y="108"/>
                    <a:pt x="65" y="108"/>
                  </a:cubicBezTo>
                  <a:cubicBezTo>
                    <a:pt x="79" y="108"/>
                    <a:pt x="90" y="102"/>
                    <a:pt x="102" y="93"/>
                  </a:cubicBezTo>
                  <a:cubicBezTo>
                    <a:pt x="106" y="99"/>
                    <a:pt x="106" y="99"/>
                    <a:pt x="106" y="99"/>
                  </a:cubicBezTo>
                  <a:cubicBezTo>
                    <a:pt x="94" y="111"/>
                    <a:pt x="77" y="117"/>
                    <a:pt x="61" y="117"/>
                  </a:cubicBez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25" name="Freeform 41"/>
            <p:cNvSpPr>
              <a:spLocks noEditPoints="1"/>
            </p:cNvSpPr>
            <p:nvPr userDrawn="1"/>
          </p:nvSpPr>
          <p:spPr bwMode="auto">
            <a:xfrm>
              <a:off x="4887" y="234"/>
              <a:ext cx="208" cy="226"/>
            </a:xfrm>
            <a:custGeom>
              <a:avLst/>
              <a:gdLst>
                <a:gd name="T0" fmla="*/ 164 w 208"/>
                <a:gd name="T1" fmla="*/ 226 h 226"/>
                <a:gd name="T2" fmla="*/ 208 w 208"/>
                <a:gd name="T3" fmla="*/ 226 h 226"/>
                <a:gd name="T4" fmla="*/ 120 w 208"/>
                <a:gd name="T5" fmla="*/ 0 h 226"/>
                <a:gd name="T6" fmla="*/ 86 w 208"/>
                <a:gd name="T7" fmla="*/ 0 h 226"/>
                <a:gd name="T8" fmla="*/ 0 w 208"/>
                <a:gd name="T9" fmla="*/ 226 h 226"/>
                <a:gd name="T10" fmla="*/ 22 w 208"/>
                <a:gd name="T11" fmla="*/ 226 h 226"/>
                <a:gd name="T12" fmla="*/ 48 w 208"/>
                <a:gd name="T13" fmla="*/ 162 h 226"/>
                <a:gd name="T14" fmla="*/ 140 w 208"/>
                <a:gd name="T15" fmla="*/ 162 h 226"/>
                <a:gd name="T16" fmla="*/ 164 w 208"/>
                <a:gd name="T17" fmla="*/ 226 h 226"/>
                <a:gd name="T18" fmla="*/ 164 w 208"/>
                <a:gd name="T19" fmla="*/ 226 h 226"/>
                <a:gd name="T20" fmla="*/ 54 w 208"/>
                <a:gd name="T21" fmla="*/ 142 h 226"/>
                <a:gd name="T22" fmla="*/ 94 w 208"/>
                <a:gd name="T23" fmla="*/ 36 h 226"/>
                <a:gd name="T24" fmla="*/ 134 w 208"/>
                <a:gd name="T25" fmla="*/ 142 h 226"/>
                <a:gd name="T26" fmla="*/ 54 w 208"/>
                <a:gd name="T27" fmla="*/ 142 h 226"/>
                <a:gd name="T28" fmla="*/ 54 w 208"/>
                <a:gd name="T29" fmla="*/ 142 h 2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08" h="226">
                  <a:moveTo>
                    <a:pt x="164" y="226"/>
                  </a:moveTo>
                  <a:lnTo>
                    <a:pt x="208" y="226"/>
                  </a:lnTo>
                  <a:lnTo>
                    <a:pt x="120" y="0"/>
                  </a:lnTo>
                  <a:lnTo>
                    <a:pt x="86" y="0"/>
                  </a:lnTo>
                  <a:lnTo>
                    <a:pt x="0" y="226"/>
                  </a:lnTo>
                  <a:lnTo>
                    <a:pt x="22" y="226"/>
                  </a:lnTo>
                  <a:lnTo>
                    <a:pt x="48" y="162"/>
                  </a:lnTo>
                  <a:lnTo>
                    <a:pt x="140" y="162"/>
                  </a:lnTo>
                  <a:lnTo>
                    <a:pt x="164" y="226"/>
                  </a:lnTo>
                  <a:lnTo>
                    <a:pt x="164" y="226"/>
                  </a:lnTo>
                  <a:close/>
                  <a:moveTo>
                    <a:pt x="54" y="142"/>
                  </a:moveTo>
                  <a:lnTo>
                    <a:pt x="94" y="36"/>
                  </a:lnTo>
                  <a:lnTo>
                    <a:pt x="134" y="142"/>
                  </a:lnTo>
                  <a:lnTo>
                    <a:pt x="54" y="142"/>
                  </a:lnTo>
                  <a:lnTo>
                    <a:pt x="54" y="142"/>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grpSp>
      <p:sp>
        <p:nvSpPr>
          <p:cNvPr id="5" name="Footer Placeholder 4"/>
          <p:cNvSpPr>
            <a:spLocks noGrp="1"/>
          </p:cNvSpPr>
          <p:nvPr>
            <p:ph type="ftr" sz="quarter" idx="3"/>
          </p:nvPr>
        </p:nvSpPr>
        <p:spPr>
          <a:xfrm>
            <a:off x="832758" y="6510471"/>
            <a:ext cx="3086100" cy="246221"/>
          </a:xfrm>
          <a:prstGeom prst="rect">
            <a:avLst/>
          </a:prstGeom>
        </p:spPr>
        <p:txBody>
          <a:bodyPr wrap="square" anchor="t">
            <a:spAutoFit/>
          </a:bodyPr>
          <a:lstStyle>
            <a:lvl1pPr>
              <a:defRPr lang="en-AU" sz="1000" smtClean="0">
                <a:solidFill>
                  <a:srgbClr val="3D3935"/>
                </a:solidFill>
                <a:latin typeface="Arial" panose="020B0604020202020204" pitchFamily="34" charset="0"/>
                <a:cs typeface="Arial" panose="020B0604020202020204" pitchFamily="34" charset="0"/>
              </a:defRPr>
            </a:lvl1pPr>
          </a:lstStyle>
          <a:p>
            <a:r>
              <a:rPr lang="en-US"/>
              <a:t>Faculty of Business and Law | Peter Faber Business School</a:t>
            </a:r>
            <a:endParaRPr lang="en-US" dirty="0"/>
          </a:p>
        </p:txBody>
      </p:sp>
      <p:sp>
        <p:nvSpPr>
          <p:cNvPr id="6" name="Slide Number Placeholder 5"/>
          <p:cNvSpPr>
            <a:spLocks noGrp="1"/>
          </p:cNvSpPr>
          <p:nvPr>
            <p:ph type="sldNum" sz="quarter" idx="4"/>
          </p:nvPr>
        </p:nvSpPr>
        <p:spPr>
          <a:xfrm>
            <a:off x="498929" y="6510471"/>
            <a:ext cx="448128" cy="246221"/>
          </a:xfrm>
          <a:prstGeom prst="rect">
            <a:avLst/>
          </a:prstGeom>
        </p:spPr>
        <p:txBody>
          <a:bodyPr wrap="square" anchor="t">
            <a:spAutoFit/>
          </a:bodyPr>
          <a:lstStyle>
            <a:lvl1pPr>
              <a:defRPr lang="en-AU" sz="1000" smtClean="0">
                <a:solidFill>
                  <a:srgbClr val="3D3935"/>
                </a:solidFill>
                <a:latin typeface="Arial" panose="020B0604020202020204" pitchFamily="34" charset="0"/>
                <a:cs typeface="Arial" panose="020B0604020202020204" pitchFamily="34" charset="0"/>
              </a:defRPr>
            </a:lvl1pPr>
          </a:lstStyle>
          <a:p>
            <a:fld id="{16A89BA3-132D-40E1-AAB4-CDCD0A14C216}" type="slidenum">
              <a:rPr lang="en-AU" smtClean="0"/>
              <a:pPr/>
              <a:t>‹#›</a:t>
            </a:fld>
            <a:r>
              <a:rPr lang="en-AU" dirty="0"/>
              <a:t>  |</a:t>
            </a:r>
          </a:p>
        </p:txBody>
      </p:sp>
    </p:spTree>
    <p:extLst>
      <p:ext uri="{BB962C8B-B14F-4D97-AF65-F5344CB8AC3E}">
        <p14:creationId xmlns:p14="http://schemas.microsoft.com/office/powerpoint/2010/main" val="2980067865"/>
      </p:ext>
    </p:extLst>
  </p:cSld>
  <p:clrMap bg1="lt1" tx1="dk1" bg2="lt2" tx2="dk2" accent1="accent1" accent2="accent2" accent3="accent3" accent4="accent4" accent5="accent5" accent6="accent6" hlink="hlink" folHlink="folHlink"/>
  <p:sldLayoutIdLst>
    <p:sldLayoutId id="2147483661" r:id="rId1"/>
    <p:sldLayoutId id="2147483691" r:id="rId2"/>
    <p:sldLayoutId id="2147483663" r:id="rId3"/>
    <p:sldLayoutId id="2147483664" r:id="rId4"/>
    <p:sldLayoutId id="2147483665" r:id="rId5"/>
    <p:sldLayoutId id="2147483682" r:id="rId6"/>
    <p:sldLayoutId id="2147483679" r:id="rId7"/>
    <p:sldLayoutId id="2147483686" r:id="rId8"/>
    <p:sldLayoutId id="2147483689" r:id="rId9"/>
    <p:sldLayoutId id="2147483692" r:id="rId10"/>
    <p:sldLayoutId id="2147483693" r:id="rId11"/>
    <p:sldLayoutId id="2147483695" r:id="rId12"/>
    <p:sldLayoutId id="2147483696" r:id="rId13"/>
    <p:sldLayoutId id="2147483697" r:id="rId14"/>
    <p:sldLayoutId id="2147483698" r:id="rId15"/>
    <p:sldLayoutId id="2147483699" r:id="rId16"/>
    <p:sldLayoutId id="2147483700" r:id="rId17"/>
    <p:sldLayoutId id="2147483701" r:id="rId18"/>
    <p:sldLayoutId id="2147483702" r:id="rId19"/>
    <p:sldLayoutId id="2147483703" r:id="rId20"/>
    <p:sldLayoutId id="2147483704" r:id="rId21"/>
    <p:sldLayoutId id="2147483705" r:id="rId22"/>
    <p:sldLayoutId id="2147483706" r:id="rId23"/>
    <p:sldLayoutId id="2147483707" r:id="rId24"/>
    <p:sldLayoutId id="2147483708" r:id="rId25"/>
    <p:sldLayoutId id="2147483709" r:id="rId26"/>
    <p:sldLayoutId id="2147483710" r:id="rId27"/>
    <p:sldLayoutId id="2147483711" r:id="rId28"/>
    <p:sldLayoutId id="2147483712" r:id="rId29"/>
    <p:sldLayoutId id="2147483713" r:id="rId30"/>
    <p:sldLayoutId id="2147483714" r:id="rId31"/>
    <p:sldLayoutId id="2147483715" r:id="rId32"/>
    <p:sldLayoutId id="2147483716" r:id="rId33"/>
    <p:sldLayoutId id="2147483717" r:id="rId34"/>
    <p:sldLayoutId id="2147483718" r:id="rId35"/>
    <p:sldLayoutId id="2147483719" r:id="rId36"/>
    <p:sldLayoutId id="2147483720" r:id="rId37"/>
    <p:sldLayoutId id="2147483721" r:id="rId38"/>
    <p:sldLayoutId id="2147483722" r:id="rId39"/>
    <p:sldLayoutId id="2147483723" r:id="rId40"/>
    <p:sldLayoutId id="2147483724" r:id="rId41"/>
    <p:sldLayoutId id="2147483726" r:id="rId42"/>
    <p:sldLayoutId id="2147483727" r:id="rId43"/>
    <p:sldLayoutId id="2147483728" r:id="rId44"/>
    <p:sldLayoutId id="2147483729" r:id="rId45"/>
    <p:sldLayoutId id="2147483730" r:id="rId46"/>
    <p:sldLayoutId id="2147483731" r:id="rId47"/>
    <p:sldLayoutId id="2147483732" r:id="rId48"/>
    <p:sldLayoutId id="2147483733" r:id="rId49"/>
    <p:sldLayoutId id="2147483734" r:id="rId50"/>
    <p:sldLayoutId id="2147483735" r:id="rId51"/>
    <p:sldLayoutId id="2147483736" r:id="rId52"/>
    <p:sldLayoutId id="2147483737" r:id="rId53"/>
    <p:sldLayoutId id="2147483738" r:id="rId54"/>
    <p:sldLayoutId id="2147483739" r:id="rId55"/>
    <p:sldLayoutId id="2147483740" r:id="rId56"/>
    <p:sldLayoutId id="2147483741" r:id="rId57"/>
    <p:sldLayoutId id="2147483742" r:id="rId58"/>
    <p:sldLayoutId id="2147483743" r:id="rId59"/>
    <p:sldLayoutId id="2147483744" r:id="rId60"/>
    <p:sldLayoutId id="2147483745" r:id="rId61"/>
    <p:sldLayoutId id="2147483746" r:id="rId62"/>
    <p:sldLayoutId id="2147483747" r:id="rId63"/>
    <p:sldLayoutId id="2147483748" r:id="rId64"/>
    <p:sldLayoutId id="2147483749" r:id="rId65"/>
    <p:sldLayoutId id="2147483750" r:id="rId66"/>
    <p:sldLayoutId id="2147483751" r:id="rId67"/>
    <p:sldLayoutId id="2147483752" r:id="rId68"/>
    <p:sldLayoutId id="2147483753" r:id="rId69"/>
    <p:sldLayoutId id="2147483754" r:id="rId70"/>
    <p:sldLayoutId id="2147483755" r:id="rId71"/>
    <p:sldLayoutId id="2147483756" r:id="rId72"/>
    <p:sldLayoutId id="2147483757" r:id="rId73"/>
    <p:sldLayoutId id="2147483758" r:id="rId74"/>
    <p:sldLayoutId id="2147483759" r:id="rId75"/>
    <p:sldLayoutId id="2147483760" r:id="rId76"/>
    <p:sldLayoutId id="2147483761" r:id="rId77"/>
    <p:sldLayoutId id="2147483762" r:id="rId78"/>
    <p:sldLayoutId id="2147483763" r:id="rId79"/>
    <p:sldLayoutId id="2147483764" r:id="rId80"/>
    <p:sldLayoutId id="2147483766" r:id="rId81"/>
    <p:sldLayoutId id="2147483767" r:id="rId82"/>
    <p:sldLayoutId id="2147483768" r:id="rId83"/>
  </p:sldLayoutIdLst>
  <p:hf hdr="0" dt="0"/>
  <p:txStyles>
    <p:titleStyle>
      <a:lvl1pPr algn="l" defTabSz="914400" rtl="0" eaLnBrk="1" latinLnBrk="0" hangingPunct="1">
        <a:lnSpc>
          <a:spcPct val="100000"/>
        </a:lnSpc>
        <a:spcBef>
          <a:spcPct val="0"/>
        </a:spcBef>
        <a:buNone/>
        <a:defRPr sz="3866" b="1" kern="1200">
          <a:solidFill>
            <a:srgbClr val="3D3935"/>
          </a:solidFill>
          <a:latin typeface="Arial" panose="020B0604020202020204" pitchFamily="34" charset="0"/>
          <a:ea typeface="+mj-ea"/>
          <a:cs typeface="Arial" panose="020B0604020202020204" pitchFamily="34" charset="0"/>
        </a:defRPr>
      </a:lvl1pPr>
    </p:titleStyle>
    <p:bodyStyle>
      <a:lvl1pPr marL="228600" indent="-228600" algn="l" defTabSz="914400" rtl="0" eaLnBrk="1" latinLnBrk="0" hangingPunct="1">
        <a:lnSpc>
          <a:spcPct val="100000"/>
        </a:lnSpc>
        <a:spcBef>
          <a:spcPts val="1000"/>
        </a:spcBef>
        <a:buClr>
          <a:srgbClr val="F2120C"/>
        </a:buClr>
        <a:buFont typeface="Arial" panose="020B0604020202020204" pitchFamily="34" charset="0"/>
        <a:buChar char="•"/>
        <a:defRPr sz="2533" kern="1200">
          <a:solidFill>
            <a:srgbClr val="3D3935"/>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100000"/>
        </a:lnSpc>
        <a:spcBef>
          <a:spcPts val="500"/>
        </a:spcBef>
        <a:buClr>
          <a:srgbClr val="F2120C"/>
        </a:buClr>
        <a:buFont typeface="Arial" panose="020B0604020202020204" pitchFamily="34" charset="0"/>
        <a:buChar char="•"/>
        <a:defRPr sz="2400" kern="1200">
          <a:solidFill>
            <a:srgbClr val="3D3935"/>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100000"/>
        </a:lnSpc>
        <a:spcBef>
          <a:spcPts val="500"/>
        </a:spcBef>
        <a:buClr>
          <a:srgbClr val="F2120C"/>
        </a:buClr>
        <a:buFont typeface="Arial" panose="020B0604020202020204" pitchFamily="34" charset="0"/>
        <a:buChar char="•"/>
        <a:defRPr sz="2000" kern="1200">
          <a:solidFill>
            <a:srgbClr val="3D3935"/>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100000"/>
        </a:lnSpc>
        <a:spcBef>
          <a:spcPts val="500"/>
        </a:spcBef>
        <a:buClr>
          <a:srgbClr val="F2120C"/>
        </a:buClr>
        <a:buFont typeface="Arial" panose="020B0604020202020204" pitchFamily="34" charset="0"/>
        <a:buChar char="•"/>
        <a:defRPr sz="1800" kern="1200">
          <a:solidFill>
            <a:srgbClr val="3D3935"/>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100000"/>
        </a:lnSpc>
        <a:spcBef>
          <a:spcPts val="500"/>
        </a:spcBef>
        <a:buClr>
          <a:srgbClr val="F2120C"/>
        </a:buClr>
        <a:buFont typeface="Arial" panose="020B0604020202020204" pitchFamily="34" charset="0"/>
        <a:buChar char="•"/>
        <a:defRPr sz="1800" kern="1200">
          <a:solidFill>
            <a:srgbClr val="3D3935"/>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g object 16"/>
          <p:cNvSpPr/>
          <p:nvPr/>
        </p:nvSpPr>
        <p:spPr>
          <a:xfrm>
            <a:off x="1588" y="0"/>
            <a:ext cx="5027930" cy="454025"/>
          </a:xfrm>
          <a:custGeom>
            <a:avLst/>
            <a:gdLst/>
            <a:ahLst/>
            <a:cxnLst/>
            <a:rect l="l" t="t" r="r" b="b"/>
            <a:pathLst>
              <a:path w="5027930" h="454025">
                <a:moveTo>
                  <a:pt x="5027591" y="0"/>
                </a:moveTo>
                <a:lnTo>
                  <a:pt x="0" y="0"/>
                </a:lnTo>
                <a:lnTo>
                  <a:pt x="0" y="454025"/>
                </a:lnTo>
                <a:lnTo>
                  <a:pt x="4570413" y="454025"/>
                </a:lnTo>
                <a:lnTo>
                  <a:pt x="5027591" y="0"/>
                </a:lnTo>
                <a:close/>
              </a:path>
            </a:pathLst>
          </a:custGeom>
          <a:solidFill>
            <a:srgbClr val="E8E3DB"/>
          </a:solidFill>
        </p:spPr>
        <p:txBody>
          <a:bodyPr wrap="square" lIns="0" tIns="0" rIns="0" bIns="0" rtlCol="0"/>
          <a:lstStyle/>
          <a:p>
            <a:endParaRPr sz="1350"/>
          </a:p>
        </p:txBody>
      </p:sp>
      <p:sp>
        <p:nvSpPr>
          <p:cNvPr id="17" name="bg object 17"/>
          <p:cNvSpPr/>
          <p:nvPr/>
        </p:nvSpPr>
        <p:spPr>
          <a:xfrm>
            <a:off x="4572001" y="6397624"/>
            <a:ext cx="4570730" cy="457200"/>
          </a:xfrm>
          <a:custGeom>
            <a:avLst/>
            <a:gdLst/>
            <a:ahLst/>
            <a:cxnLst/>
            <a:rect l="l" t="t" r="r" b="b"/>
            <a:pathLst>
              <a:path w="4570730" h="457200">
                <a:moveTo>
                  <a:pt x="4570412" y="0"/>
                </a:moveTo>
                <a:lnTo>
                  <a:pt x="460375" y="0"/>
                </a:lnTo>
                <a:lnTo>
                  <a:pt x="0" y="457199"/>
                </a:lnTo>
                <a:lnTo>
                  <a:pt x="4570412" y="457199"/>
                </a:lnTo>
                <a:lnTo>
                  <a:pt x="4570412" y="0"/>
                </a:lnTo>
                <a:close/>
              </a:path>
            </a:pathLst>
          </a:custGeom>
          <a:solidFill>
            <a:srgbClr val="E8E3DB"/>
          </a:solidFill>
        </p:spPr>
        <p:txBody>
          <a:bodyPr wrap="square" lIns="0" tIns="0" rIns="0" bIns="0" rtlCol="0"/>
          <a:lstStyle/>
          <a:p>
            <a:endParaRPr sz="1350"/>
          </a:p>
        </p:txBody>
      </p:sp>
      <p:pic>
        <p:nvPicPr>
          <p:cNvPr id="18" name="bg object 18"/>
          <p:cNvPicPr/>
          <p:nvPr/>
        </p:nvPicPr>
        <p:blipFill>
          <a:blip r:embed="rId7" cstate="print"/>
          <a:stretch>
            <a:fillRect/>
          </a:stretch>
        </p:blipFill>
        <p:spPr>
          <a:xfrm>
            <a:off x="7399338" y="365127"/>
            <a:ext cx="1374775" cy="485775"/>
          </a:xfrm>
          <a:prstGeom prst="rect">
            <a:avLst/>
          </a:prstGeom>
        </p:spPr>
      </p:pic>
      <p:sp>
        <p:nvSpPr>
          <p:cNvPr id="2" name="Holder 2"/>
          <p:cNvSpPr>
            <a:spLocks noGrp="1"/>
          </p:cNvSpPr>
          <p:nvPr>
            <p:ph type="title"/>
          </p:nvPr>
        </p:nvSpPr>
        <p:spPr>
          <a:xfrm>
            <a:off x="519610" y="713233"/>
            <a:ext cx="6553200" cy="446276"/>
          </a:xfrm>
          <a:prstGeom prst="rect">
            <a:avLst/>
          </a:prstGeom>
        </p:spPr>
        <p:txBody>
          <a:bodyPr wrap="square" lIns="0" tIns="0" rIns="0" bIns="0">
            <a:spAutoFit/>
          </a:bodyPr>
          <a:lstStyle>
            <a:lvl1pPr>
              <a:defRPr sz="2900" b="1" i="0">
                <a:solidFill>
                  <a:srgbClr val="3D3935"/>
                </a:solidFill>
                <a:latin typeface="Arial"/>
                <a:cs typeface="Arial"/>
              </a:defRPr>
            </a:lvl1pPr>
          </a:lstStyle>
          <a:p>
            <a:endParaRPr/>
          </a:p>
        </p:txBody>
      </p:sp>
      <p:sp>
        <p:nvSpPr>
          <p:cNvPr id="3" name="Holder 3"/>
          <p:cNvSpPr>
            <a:spLocks noGrp="1"/>
          </p:cNvSpPr>
          <p:nvPr>
            <p:ph type="body" idx="1"/>
          </p:nvPr>
        </p:nvSpPr>
        <p:spPr>
          <a:xfrm>
            <a:off x="508455" y="1392429"/>
            <a:ext cx="8127091" cy="292388"/>
          </a:xfrm>
          <a:prstGeom prst="rect">
            <a:avLst/>
          </a:prstGeom>
        </p:spPr>
        <p:txBody>
          <a:bodyPr wrap="square" lIns="0" tIns="0" rIns="0" bIns="0">
            <a:spAutoFit/>
          </a:bodyPr>
          <a:lstStyle>
            <a:lvl1pPr>
              <a:defRPr sz="1900" b="1" i="0">
                <a:solidFill>
                  <a:srgbClr val="0D0D0D"/>
                </a:solidFill>
                <a:latin typeface="Arial"/>
                <a:cs typeface="Arial"/>
              </a:defRPr>
            </a:lvl1pPr>
          </a:lstStyle>
          <a:p>
            <a:endParaRPr/>
          </a:p>
        </p:txBody>
      </p:sp>
      <p:sp>
        <p:nvSpPr>
          <p:cNvPr id="4" name="Holder 4"/>
          <p:cNvSpPr>
            <a:spLocks noGrp="1"/>
          </p:cNvSpPr>
          <p:nvPr>
            <p:ph type="ftr" sz="quarter" idx="5"/>
          </p:nvPr>
        </p:nvSpPr>
        <p:spPr>
          <a:xfrm>
            <a:off x="3108960" y="6377941"/>
            <a:ext cx="2926080" cy="276999"/>
          </a:xfrm>
          <a:prstGeom prst="rect">
            <a:avLst/>
          </a:prstGeom>
        </p:spPr>
        <p:txBody>
          <a:bodyPr wrap="square" lIns="0" tIns="0" rIns="0" bIns="0">
            <a:spAutoFit/>
          </a:bodyPr>
          <a:lstStyle>
            <a:lvl1pPr algn="ctr">
              <a:defRPr>
                <a:solidFill>
                  <a:schemeClr val="tx1">
                    <a:tint val="75000"/>
                  </a:schemeClr>
                </a:solidFill>
              </a:defRPr>
            </a:lvl1pPr>
          </a:lstStyle>
          <a:p>
            <a:endParaRPr/>
          </a:p>
        </p:txBody>
      </p:sp>
      <p:sp>
        <p:nvSpPr>
          <p:cNvPr id="5" name="Holder 5"/>
          <p:cNvSpPr>
            <a:spLocks noGrp="1"/>
          </p:cNvSpPr>
          <p:nvPr>
            <p:ph type="dt" sz="half" idx="6"/>
          </p:nvPr>
        </p:nvSpPr>
        <p:spPr>
          <a:xfrm>
            <a:off x="457200" y="6377941"/>
            <a:ext cx="2103120" cy="276999"/>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3/3/2026</a:t>
            </a:fld>
            <a:endParaRPr lang="en-US"/>
          </a:p>
        </p:txBody>
      </p:sp>
      <p:sp>
        <p:nvSpPr>
          <p:cNvPr id="6" name="Holder 6"/>
          <p:cNvSpPr>
            <a:spLocks noGrp="1"/>
          </p:cNvSpPr>
          <p:nvPr>
            <p:ph type="sldNum" sz="quarter" idx="7"/>
          </p:nvPr>
        </p:nvSpPr>
        <p:spPr>
          <a:xfrm>
            <a:off x="552269" y="6556594"/>
            <a:ext cx="3729354" cy="115416"/>
          </a:xfrm>
          <a:prstGeom prst="rect">
            <a:avLst/>
          </a:prstGeom>
        </p:spPr>
        <p:txBody>
          <a:bodyPr wrap="square" lIns="0" tIns="0" rIns="0" bIns="0">
            <a:spAutoFit/>
          </a:bodyPr>
          <a:lstStyle>
            <a:lvl1pPr>
              <a:defRPr sz="750" b="0" i="0">
                <a:solidFill>
                  <a:srgbClr val="3D3935"/>
                </a:solidFill>
                <a:latin typeface="Arial"/>
                <a:cs typeface="Arial"/>
              </a:defRPr>
            </a:lvl1pPr>
          </a:lstStyle>
          <a:p>
            <a:pPr marL="28575">
              <a:spcBef>
                <a:spcPts val="4"/>
              </a:spcBef>
            </a:pPr>
            <a:fld id="{81D60167-4931-47E6-BA6A-407CBD079E47}" type="slidenum">
              <a:rPr lang="en-US" smtClean="0"/>
              <a:pPr marL="28575">
                <a:spcBef>
                  <a:spcPts val="4"/>
                </a:spcBef>
              </a:pPr>
              <a:t>‹#›</a:t>
            </a:fld>
            <a:r>
              <a:rPr lang="en-US" spc="176"/>
              <a:t> </a:t>
            </a:r>
            <a:r>
              <a:rPr lang="en-US"/>
              <a:t>|</a:t>
            </a:r>
            <a:r>
              <a:rPr lang="en-US" spc="300"/>
              <a:t> </a:t>
            </a:r>
            <a:r>
              <a:rPr lang="en-US"/>
              <a:t>Faculty</a:t>
            </a:r>
            <a:r>
              <a:rPr lang="en-US" spc="-11"/>
              <a:t> </a:t>
            </a:r>
            <a:r>
              <a:rPr lang="en-US"/>
              <a:t>of</a:t>
            </a:r>
            <a:r>
              <a:rPr lang="en-US" spc="-15"/>
              <a:t> </a:t>
            </a:r>
            <a:r>
              <a:rPr lang="en-US"/>
              <a:t>Business</a:t>
            </a:r>
            <a:r>
              <a:rPr lang="en-US" spc="-15"/>
              <a:t> </a:t>
            </a:r>
            <a:r>
              <a:rPr lang="en-US"/>
              <a:t>and</a:t>
            </a:r>
            <a:r>
              <a:rPr lang="en-US" spc="-15"/>
              <a:t> </a:t>
            </a:r>
            <a:r>
              <a:rPr lang="en-US"/>
              <a:t>Law</a:t>
            </a:r>
            <a:r>
              <a:rPr lang="en-US" spc="-11"/>
              <a:t> </a:t>
            </a:r>
            <a:r>
              <a:rPr lang="en-US"/>
              <a:t>|</a:t>
            </a:r>
            <a:r>
              <a:rPr lang="en-US" spc="-11"/>
              <a:t> </a:t>
            </a:r>
            <a:r>
              <a:rPr lang="en-US"/>
              <a:t>Peter</a:t>
            </a:r>
            <a:r>
              <a:rPr lang="en-US" spc="-8"/>
              <a:t> </a:t>
            </a:r>
            <a:r>
              <a:rPr lang="en-US"/>
              <a:t>Faber</a:t>
            </a:r>
            <a:r>
              <a:rPr lang="en-US" spc="-11"/>
              <a:t> </a:t>
            </a:r>
            <a:r>
              <a:rPr lang="en-US"/>
              <a:t>Business</a:t>
            </a:r>
            <a:r>
              <a:rPr lang="en-US" spc="-11"/>
              <a:t> </a:t>
            </a:r>
            <a:r>
              <a:rPr lang="en-US" spc="-8"/>
              <a:t>School</a:t>
            </a:r>
            <a:endParaRPr lang="en-US" spc="-8" dirty="0"/>
          </a:p>
        </p:txBody>
      </p:sp>
    </p:spTree>
    <p:extLst>
      <p:ext uri="{BB962C8B-B14F-4D97-AF65-F5344CB8AC3E}">
        <p14:creationId xmlns:p14="http://schemas.microsoft.com/office/powerpoint/2010/main" val="2542608995"/>
      </p:ext>
    </p:extLst>
  </p:cSld>
  <p:clrMap bg1="lt1" tx1="dk1" bg2="lt2" tx2="dk2" accent1="accent1" accent2="accent2" accent3="accent3" accent4="accent4" accent5="accent5" accent6="accent6" hlink="hlink" folHlink="folHlink"/>
  <p:sldLayoutIdLst>
    <p:sldLayoutId id="2147483770" r:id="rId1"/>
    <p:sldLayoutId id="2147483771" r:id="rId2"/>
    <p:sldLayoutId id="2147483772" r:id="rId3"/>
    <p:sldLayoutId id="2147483773" r:id="rId4"/>
    <p:sldLayoutId id="2147483774" r:id="rId5"/>
  </p:sldLayoutIdLst>
  <p:txStyles>
    <p:titleStyle>
      <a:lvl1pPr>
        <a:defRPr>
          <a:latin typeface="+mj-lt"/>
          <a:ea typeface="+mj-ea"/>
          <a:cs typeface="+mj-cs"/>
        </a:defRPr>
      </a:lvl1pPr>
    </p:titleStyle>
    <p:bodyStyle>
      <a:lvl1pPr marL="0">
        <a:defRPr>
          <a:latin typeface="+mn-lt"/>
          <a:ea typeface="+mn-ea"/>
          <a:cs typeface="+mn-cs"/>
        </a:defRPr>
      </a:lvl1pPr>
      <a:lvl2pPr marL="342900">
        <a:defRPr>
          <a:latin typeface="+mn-lt"/>
          <a:ea typeface="+mn-ea"/>
          <a:cs typeface="+mn-cs"/>
        </a:defRPr>
      </a:lvl2pPr>
      <a:lvl3pPr marL="685800">
        <a:defRPr>
          <a:latin typeface="+mn-lt"/>
          <a:ea typeface="+mn-ea"/>
          <a:cs typeface="+mn-cs"/>
        </a:defRPr>
      </a:lvl3pPr>
      <a:lvl4pPr marL="1028700">
        <a:defRPr>
          <a:latin typeface="+mn-lt"/>
          <a:ea typeface="+mn-ea"/>
          <a:cs typeface="+mn-cs"/>
        </a:defRPr>
      </a:lvl4pPr>
      <a:lvl5pPr marL="1371600">
        <a:defRPr>
          <a:latin typeface="+mn-lt"/>
          <a:ea typeface="+mn-ea"/>
          <a:cs typeface="+mn-cs"/>
        </a:defRPr>
      </a:lvl5pPr>
      <a:lvl6pPr marL="1714500">
        <a:defRPr>
          <a:latin typeface="+mn-lt"/>
          <a:ea typeface="+mn-ea"/>
          <a:cs typeface="+mn-cs"/>
        </a:defRPr>
      </a:lvl6pPr>
      <a:lvl7pPr marL="2057400">
        <a:defRPr>
          <a:latin typeface="+mn-lt"/>
          <a:ea typeface="+mn-ea"/>
          <a:cs typeface="+mn-cs"/>
        </a:defRPr>
      </a:lvl7pPr>
      <a:lvl8pPr marL="2400300">
        <a:defRPr>
          <a:latin typeface="+mn-lt"/>
          <a:ea typeface="+mn-ea"/>
          <a:cs typeface="+mn-cs"/>
        </a:defRPr>
      </a:lvl8pPr>
      <a:lvl9pPr marL="2743200">
        <a:defRPr>
          <a:latin typeface="+mn-lt"/>
          <a:ea typeface="+mn-ea"/>
          <a:cs typeface="+mn-cs"/>
        </a:defRPr>
      </a:lvl9pPr>
    </p:bodyStyle>
    <p:otherStyle>
      <a:lvl1pPr marL="0">
        <a:defRPr>
          <a:latin typeface="+mn-lt"/>
          <a:ea typeface="+mn-ea"/>
          <a:cs typeface="+mn-cs"/>
        </a:defRPr>
      </a:lvl1pPr>
      <a:lvl2pPr marL="342900">
        <a:defRPr>
          <a:latin typeface="+mn-lt"/>
          <a:ea typeface="+mn-ea"/>
          <a:cs typeface="+mn-cs"/>
        </a:defRPr>
      </a:lvl2pPr>
      <a:lvl3pPr marL="685800">
        <a:defRPr>
          <a:latin typeface="+mn-lt"/>
          <a:ea typeface="+mn-ea"/>
          <a:cs typeface="+mn-cs"/>
        </a:defRPr>
      </a:lvl3pPr>
      <a:lvl4pPr marL="1028700">
        <a:defRPr>
          <a:latin typeface="+mn-lt"/>
          <a:ea typeface="+mn-ea"/>
          <a:cs typeface="+mn-cs"/>
        </a:defRPr>
      </a:lvl4pPr>
      <a:lvl5pPr marL="1371600">
        <a:defRPr>
          <a:latin typeface="+mn-lt"/>
          <a:ea typeface="+mn-ea"/>
          <a:cs typeface="+mn-cs"/>
        </a:defRPr>
      </a:lvl5pPr>
      <a:lvl6pPr marL="1714500">
        <a:defRPr>
          <a:latin typeface="+mn-lt"/>
          <a:ea typeface="+mn-ea"/>
          <a:cs typeface="+mn-cs"/>
        </a:defRPr>
      </a:lvl6pPr>
      <a:lvl7pPr marL="2057400">
        <a:defRPr>
          <a:latin typeface="+mn-lt"/>
          <a:ea typeface="+mn-ea"/>
          <a:cs typeface="+mn-cs"/>
        </a:defRPr>
      </a:lvl7pPr>
      <a:lvl8pPr marL="2400300">
        <a:defRPr>
          <a:latin typeface="+mn-lt"/>
          <a:ea typeface="+mn-ea"/>
          <a:cs typeface="+mn-cs"/>
        </a:defRPr>
      </a:lvl8pPr>
      <a:lvl9pPr marL="27432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5.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5.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5.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5.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5.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5.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5.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5.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5.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5.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5.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5.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5.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5.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5.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5.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5.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5.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5.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5.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5.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5.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5.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5.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5.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5.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5.xml"/></Relationships>
</file>

<file path=ppt/slides/_rels/slide6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8.xml"/><Relationship Id="rId1" Type="http://schemas.openxmlformats.org/officeDocument/2006/relationships/slideLayout" Target="../slideLayouts/slideLayout5.xml"/></Relationships>
</file>

<file path=ppt/slides/_rels/slide6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59.xml"/><Relationship Id="rId1" Type="http://schemas.openxmlformats.org/officeDocument/2006/relationships/slideLayout" Target="../slideLayouts/slideLayout5.xml"/></Relationships>
</file>

<file path=ppt/slides/_rels/slide6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60.xml"/><Relationship Id="rId1" Type="http://schemas.openxmlformats.org/officeDocument/2006/relationships/slideLayout" Target="../slideLayouts/slideLayout5.xml"/></Relationships>
</file>

<file path=ppt/slides/_rels/slide6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1.xml"/><Relationship Id="rId1" Type="http://schemas.openxmlformats.org/officeDocument/2006/relationships/slideLayout" Target="../slideLayouts/slideLayout5.xml"/></Relationships>
</file>

<file path=ppt/slides/_rels/slide6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62.xml"/><Relationship Id="rId1" Type="http://schemas.openxmlformats.org/officeDocument/2006/relationships/slideLayout" Target="../slideLayouts/slideLayout5.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5.xml"/></Relationships>
</file>

<file path=ppt/slides/_rels/slide6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64.xml"/><Relationship Id="rId1" Type="http://schemas.openxmlformats.org/officeDocument/2006/relationships/slideLayout" Target="../slideLayouts/slideLayout5.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5.xml"/></Relationships>
</file>

<file path=ppt/slides/_rels/slide70.xml.rels><?xml version="1.0" encoding="UTF-8" standalone="yes"?>
<Relationships xmlns="http://schemas.openxmlformats.org/package/2006/relationships"><Relationship Id="rId3" Type="http://schemas.openxmlformats.org/officeDocument/2006/relationships/image" Target="../media/image16.emf"/><Relationship Id="rId2" Type="http://schemas.openxmlformats.org/officeDocument/2006/relationships/notesSlide" Target="../notesSlides/notesSlide66.xml"/><Relationship Id="rId1" Type="http://schemas.openxmlformats.org/officeDocument/2006/relationships/slideLayout" Target="../slideLayouts/slideLayout5.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5.xml"/></Relationships>
</file>

<file path=ppt/slides/_rels/slide72.xml.rels><?xml version="1.0" encoding="UTF-8" standalone="yes"?>
<Relationships xmlns="http://schemas.openxmlformats.org/package/2006/relationships"><Relationship Id="rId3" Type="http://schemas.openxmlformats.org/officeDocument/2006/relationships/image" Target="../media/image16.emf"/><Relationship Id="rId2" Type="http://schemas.openxmlformats.org/officeDocument/2006/relationships/notesSlide" Target="../notesSlides/notesSlide68.xml"/><Relationship Id="rId1" Type="http://schemas.openxmlformats.org/officeDocument/2006/relationships/slideLayout" Target="../slideLayouts/slideLayout5.xml"/></Relationships>
</file>

<file path=ppt/slides/_rels/slide73.xml.rels><?xml version="1.0" encoding="UTF-8" standalone="yes"?>
<Relationships xmlns="http://schemas.openxmlformats.org/package/2006/relationships"><Relationship Id="rId3" Type="http://schemas.openxmlformats.org/officeDocument/2006/relationships/image" Target="../media/image16.emf"/><Relationship Id="rId2" Type="http://schemas.openxmlformats.org/officeDocument/2006/relationships/notesSlide" Target="../notesSlides/notesSlide69.xml"/><Relationship Id="rId1" Type="http://schemas.openxmlformats.org/officeDocument/2006/relationships/slideLayout" Target="../slideLayouts/slideLayout5.xml"/></Relationships>
</file>

<file path=ppt/slides/_rels/slide74.xml.rels><?xml version="1.0" encoding="UTF-8" standalone="yes"?>
<Relationships xmlns="http://schemas.openxmlformats.org/package/2006/relationships"><Relationship Id="rId3" Type="http://schemas.openxmlformats.org/officeDocument/2006/relationships/image" Target="../media/image16.emf"/><Relationship Id="rId2" Type="http://schemas.openxmlformats.org/officeDocument/2006/relationships/notesSlide" Target="../notesSlides/notesSlide70.xml"/><Relationship Id="rId1" Type="http://schemas.openxmlformats.org/officeDocument/2006/relationships/slideLayout" Target="../slideLayouts/slideLayout5.xml"/></Relationships>
</file>

<file path=ppt/slides/_rels/slide75.xml.rels><?xml version="1.0" encoding="UTF-8" standalone="yes"?>
<Relationships xmlns="http://schemas.openxmlformats.org/package/2006/relationships"><Relationship Id="rId3" Type="http://schemas.openxmlformats.org/officeDocument/2006/relationships/image" Target="../media/image16.emf"/><Relationship Id="rId2" Type="http://schemas.openxmlformats.org/officeDocument/2006/relationships/notesSlide" Target="../notesSlides/notesSlide71.xml"/><Relationship Id="rId1" Type="http://schemas.openxmlformats.org/officeDocument/2006/relationships/slideLayout" Target="../slideLayouts/slideLayout5.xml"/></Relationships>
</file>

<file path=ppt/slides/_rels/slide76.xml.rels><?xml version="1.0" encoding="UTF-8" standalone="yes"?>
<Relationships xmlns="http://schemas.openxmlformats.org/package/2006/relationships"><Relationship Id="rId3" Type="http://schemas.openxmlformats.org/officeDocument/2006/relationships/image" Target="../media/image16.emf"/><Relationship Id="rId2" Type="http://schemas.openxmlformats.org/officeDocument/2006/relationships/notesSlide" Target="../notesSlides/notesSlide72.xml"/><Relationship Id="rId1" Type="http://schemas.openxmlformats.org/officeDocument/2006/relationships/slideLayout" Target="../slideLayouts/slideLayout5.xml"/></Relationships>
</file>

<file path=ppt/slides/_rels/slide77.xml.rels><?xml version="1.0" encoding="UTF-8" standalone="yes"?>
<Relationships xmlns="http://schemas.openxmlformats.org/package/2006/relationships"><Relationship Id="rId3" Type="http://schemas.openxmlformats.org/officeDocument/2006/relationships/image" Target="../media/image16.emf"/><Relationship Id="rId2" Type="http://schemas.openxmlformats.org/officeDocument/2006/relationships/notesSlide" Target="../notesSlides/notesSlide73.xml"/><Relationship Id="rId1" Type="http://schemas.openxmlformats.org/officeDocument/2006/relationships/slideLayout" Target="../slideLayouts/slideLayout5.xml"/></Relationships>
</file>

<file path=ppt/slides/_rels/slide78.xml.rels><?xml version="1.0" encoding="UTF-8" standalone="yes"?>
<Relationships xmlns="http://schemas.openxmlformats.org/package/2006/relationships"><Relationship Id="rId3" Type="http://schemas.openxmlformats.org/officeDocument/2006/relationships/image" Target="../media/image16.emf"/><Relationship Id="rId2" Type="http://schemas.openxmlformats.org/officeDocument/2006/relationships/notesSlide" Target="../notesSlides/notesSlide74.xml"/><Relationship Id="rId1" Type="http://schemas.openxmlformats.org/officeDocument/2006/relationships/slideLayout" Target="../slideLayouts/slideLayout5.xml"/></Relationships>
</file>

<file path=ppt/slides/_rels/slide79.xml.rels><?xml version="1.0" encoding="UTF-8" standalone="yes"?>
<Relationships xmlns="http://schemas.openxmlformats.org/package/2006/relationships"><Relationship Id="rId3" Type="http://schemas.openxmlformats.org/officeDocument/2006/relationships/image" Target="../media/image16.emf"/><Relationship Id="rId2" Type="http://schemas.openxmlformats.org/officeDocument/2006/relationships/notesSlide" Target="../notesSlides/notesSlide75.xml"/><Relationship Id="rId1" Type="http://schemas.openxmlformats.org/officeDocument/2006/relationships/slideLayout" Target="../slideLayouts/slideLayout5.xml"/></Relationships>
</file>

<file path=ppt/slides/_rels/slide80.xml.rels><?xml version="1.0" encoding="UTF-8" standalone="yes"?>
<Relationships xmlns="http://schemas.openxmlformats.org/package/2006/relationships"><Relationship Id="rId3" Type="http://schemas.openxmlformats.org/officeDocument/2006/relationships/image" Target="../media/image16.emf"/><Relationship Id="rId2" Type="http://schemas.openxmlformats.org/officeDocument/2006/relationships/notesSlide" Target="../notesSlides/notesSlide76.xml"/><Relationship Id="rId1" Type="http://schemas.openxmlformats.org/officeDocument/2006/relationships/slideLayout" Target="../slideLayouts/slideLayout5.xml"/></Relationships>
</file>

<file path=ppt/slides/_rels/slide81.xml.rels><?xml version="1.0" encoding="UTF-8" standalone="yes"?>
<Relationships xmlns="http://schemas.openxmlformats.org/package/2006/relationships"><Relationship Id="rId3" Type="http://schemas.openxmlformats.org/officeDocument/2006/relationships/image" Target="../media/image16.emf"/><Relationship Id="rId2" Type="http://schemas.openxmlformats.org/officeDocument/2006/relationships/notesSlide" Target="../notesSlides/notesSlide77.xml"/><Relationship Id="rId1" Type="http://schemas.openxmlformats.org/officeDocument/2006/relationships/slideLayout" Target="../slideLayouts/slideLayout5.xml"/></Relationships>
</file>

<file path=ppt/slides/_rels/slide82.xml.rels><?xml version="1.0" encoding="UTF-8" standalone="yes"?>
<Relationships xmlns="http://schemas.openxmlformats.org/package/2006/relationships"><Relationship Id="rId3" Type="http://schemas.openxmlformats.org/officeDocument/2006/relationships/image" Target="../media/image16.emf"/><Relationship Id="rId2" Type="http://schemas.openxmlformats.org/officeDocument/2006/relationships/notesSlide" Target="../notesSlides/notesSlide78.xml"/><Relationship Id="rId1" Type="http://schemas.openxmlformats.org/officeDocument/2006/relationships/slideLayout" Target="../slideLayouts/slideLayout5.xml"/></Relationships>
</file>

<file path=ppt/slides/_rels/slide83.xml.rels><?xml version="1.0" encoding="UTF-8" standalone="yes"?>
<Relationships xmlns="http://schemas.openxmlformats.org/package/2006/relationships"><Relationship Id="rId3" Type="http://schemas.openxmlformats.org/officeDocument/2006/relationships/image" Target="../media/image16.emf"/><Relationship Id="rId2" Type="http://schemas.openxmlformats.org/officeDocument/2006/relationships/notesSlide" Target="../notesSlides/notesSlide79.xml"/><Relationship Id="rId1" Type="http://schemas.openxmlformats.org/officeDocument/2006/relationships/slideLayout" Target="../slideLayouts/slideLayout5.xml"/></Relationships>
</file>

<file path=ppt/slides/_rels/slide84.xml.rels><?xml version="1.0" encoding="UTF-8" standalone="yes"?>
<Relationships xmlns="http://schemas.openxmlformats.org/package/2006/relationships"><Relationship Id="rId3" Type="http://schemas.openxmlformats.org/officeDocument/2006/relationships/image" Target="../media/image16.emf"/><Relationship Id="rId2" Type="http://schemas.openxmlformats.org/officeDocument/2006/relationships/notesSlide" Target="../notesSlides/notesSlide80.xml"/><Relationship Id="rId1" Type="http://schemas.openxmlformats.org/officeDocument/2006/relationships/slideLayout" Target="../slideLayouts/slideLayout5.xml"/></Relationships>
</file>

<file path=ppt/slides/_rels/slide85.xml.rels><?xml version="1.0" encoding="UTF-8" standalone="yes"?>
<Relationships xmlns="http://schemas.openxmlformats.org/package/2006/relationships"><Relationship Id="rId3" Type="http://schemas.openxmlformats.org/officeDocument/2006/relationships/image" Target="../media/image16.emf"/><Relationship Id="rId2" Type="http://schemas.openxmlformats.org/officeDocument/2006/relationships/notesSlide" Target="../notesSlides/notesSlide81.xml"/><Relationship Id="rId1" Type="http://schemas.openxmlformats.org/officeDocument/2006/relationships/slideLayout" Target="../slideLayouts/slideLayout5.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5.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87.xml"/></Relationships>
</file>

<file path=ppt/slides/_rels/slide88.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87.xml"/></Relationships>
</file>

<file path=ppt/slides/_rels/slide8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hyperlink" Target="https://github.com/FarshidKeivanian/Sessions_DATA-AND-INFORMATION-MANAGEMENT" TargetMode="External"/><Relationship Id="rId1" Type="http://schemas.openxmlformats.org/officeDocument/2006/relationships/slideLayout" Target="../slideLayouts/slideLayout87.xml"/></Relationships>
</file>

<file path=ppt/slides/_rels/slide90.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85.xml"/></Relationships>
</file>

<file path=ppt/slides/_rels/slide91.xml.rels><?xml version="1.0" encoding="UTF-8" standalone="yes"?>
<Relationships xmlns="http://schemas.openxmlformats.org/package/2006/relationships"><Relationship Id="rId3" Type="http://schemas.openxmlformats.org/officeDocument/2006/relationships/hyperlink" Target="https://www.linkedin.com/in/farshid-keivanian" TargetMode="External"/><Relationship Id="rId2" Type="http://schemas.openxmlformats.org/officeDocument/2006/relationships/image" Target="../media/image20.jpeg"/><Relationship Id="rId1" Type="http://schemas.openxmlformats.org/officeDocument/2006/relationships/slideLayout" Target="../slideLayouts/slideLayout85.xml"/><Relationship Id="rId4" Type="http://schemas.openxmlformats.org/officeDocument/2006/relationships/hyperlink" Target="https://github.com/FarshidKeivanian"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0ACF62-ED9D-4C0F-A976-E9C35DDB35EB}"/>
              </a:ext>
            </a:extLst>
          </p:cNvPr>
          <p:cNvSpPr>
            <a:spLocks noGrp="1"/>
          </p:cNvSpPr>
          <p:nvPr>
            <p:ph type="title"/>
          </p:nvPr>
        </p:nvSpPr>
        <p:spPr>
          <a:xfrm>
            <a:off x="198630" y="750523"/>
            <a:ext cx="5119302" cy="2320693"/>
          </a:xfrm>
        </p:spPr>
        <p:txBody>
          <a:bodyPr/>
          <a:lstStyle/>
          <a:p>
            <a:r>
              <a:rPr lang="en-US" sz="3400" dirty="0"/>
              <a:t>Database Concepts</a:t>
            </a:r>
            <a:endParaRPr lang="en-AU" sz="3400" dirty="0"/>
          </a:p>
        </p:txBody>
      </p:sp>
      <p:sp>
        <p:nvSpPr>
          <p:cNvPr id="3" name="Subtitle 2">
            <a:extLst>
              <a:ext uri="{FF2B5EF4-FFF2-40B4-BE49-F238E27FC236}">
                <a16:creationId xmlns:a16="http://schemas.microsoft.com/office/drawing/2014/main" id="{23EEDDFE-62E7-4B7A-B286-FF3EA6C173A5}"/>
              </a:ext>
            </a:extLst>
          </p:cNvPr>
          <p:cNvSpPr>
            <a:spLocks noGrp="1"/>
          </p:cNvSpPr>
          <p:nvPr>
            <p:ph type="subTitle" idx="1"/>
          </p:nvPr>
        </p:nvSpPr>
        <p:spPr>
          <a:xfrm>
            <a:off x="776288" y="3893642"/>
            <a:ext cx="3867150" cy="447675"/>
          </a:xfrm>
        </p:spPr>
        <p:txBody>
          <a:bodyPr/>
          <a:lstStyle/>
          <a:p>
            <a:r>
              <a:rPr lang="en-AU" sz="2000" b="1" dirty="0"/>
              <a:t>Week 1</a:t>
            </a:r>
          </a:p>
        </p:txBody>
      </p:sp>
      <p:sp>
        <p:nvSpPr>
          <p:cNvPr id="4" name="Text Placeholder 3">
            <a:extLst>
              <a:ext uri="{FF2B5EF4-FFF2-40B4-BE49-F238E27FC236}">
                <a16:creationId xmlns:a16="http://schemas.microsoft.com/office/drawing/2014/main" id="{08DAEE5F-D393-479E-8BB0-2D5C0579454F}"/>
              </a:ext>
            </a:extLst>
          </p:cNvPr>
          <p:cNvSpPr>
            <a:spLocks noGrp="1"/>
          </p:cNvSpPr>
          <p:nvPr>
            <p:ph type="body" sz="quarter" idx="10"/>
          </p:nvPr>
        </p:nvSpPr>
        <p:spPr/>
        <p:txBody>
          <a:bodyPr>
            <a:normAutofit fontScale="92500" lnSpcReduction="20000"/>
          </a:bodyPr>
          <a:lstStyle/>
          <a:p>
            <a:r>
              <a:rPr lang="en-AU" dirty="0"/>
              <a:t>Dr. Farshid Keivanian</a:t>
            </a:r>
          </a:p>
        </p:txBody>
      </p:sp>
    </p:spTree>
    <p:extLst>
      <p:ext uri="{BB962C8B-B14F-4D97-AF65-F5344CB8AC3E}">
        <p14:creationId xmlns:p14="http://schemas.microsoft.com/office/powerpoint/2010/main" val="58168893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D6A77CA0-CFDC-4710-905A-A8D8E8AC01D5}"/>
              </a:ext>
            </a:extLst>
          </p:cNvPr>
          <p:cNvSpPr>
            <a:spLocks noGrp="1"/>
          </p:cNvSpPr>
          <p:nvPr>
            <p:ph type="body" sz="quarter" idx="16"/>
          </p:nvPr>
        </p:nvSpPr>
        <p:spPr>
          <a:xfrm>
            <a:off x="0" y="0"/>
            <a:ext cx="4343399" cy="462758"/>
          </a:xfrm>
        </p:spPr>
        <p:txBody>
          <a:bodyPr>
            <a:noAutofit/>
          </a:bodyPr>
          <a:lstStyle/>
          <a:p>
            <a:r>
              <a:rPr lang="en-AU" sz="3200" dirty="0">
                <a:latin typeface="Calibri" panose="020F0502020204030204" pitchFamily="34" charset="0"/>
                <a:cs typeface="Calibri" panose="020F0502020204030204" pitchFamily="34" charset="0"/>
              </a:rPr>
              <a:t>Week 1 overview</a:t>
            </a:r>
          </a:p>
        </p:txBody>
      </p:sp>
      <p:sp>
        <p:nvSpPr>
          <p:cNvPr id="5" name="Slide Number Placeholder 4">
            <a:extLst>
              <a:ext uri="{FF2B5EF4-FFF2-40B4-BE49-F238E27FC236}">
                <a16:creationId xmlns:a16="http://schemas.microsoft.com/office/drawing/2014/main" id="{3548241F-58BF-4D41-99BA-4E9BE3037FFA}"/>
              </a:ext>
            </a:extLst>
          </p:cNvPr>
          <p:cNvSpPr>
            <a:spLocks noGrp="1"/>
          </p:cNvSpPr>
          <p:nvPr>
            <p:ph type="sldNum" sz="quarter" idx="4"/>
          </p:nvPr>
        </p:nvSpPr>
        <p:spPr/>
        <p:txBody>
          <a:bodyPr/>
          <a:lstStyle/>
          <a:p>
            <a:fld id="{16A89BA3-132D-40E1-AAB4-CDCD0A14C216}" type="slidenum">
              <a:rPr lang="en-AU" smtClean="0"/>
              <a:pPr/>
              <a:t>2</a:t>
            </a:fld>
            <a:r>
              <a:rPr lang="en-AU"/>
              <a:t>  |</a:t>
            </a:r>
            <a:endParaRPr lang="en-AU" dirty="0"/>
          </a:p>
        </p:txBody>
      </p:sp>
      <p:sp>
        <p:nvSpPr>
          <p:cNvPr id="6" name="Footer Placeholder 5">
            <a:extLst>
              <a:ext uri="{FF2B5EF4-FFF2-40B4-BE49-F238E27FC236}">
                <a16:creationId xmlns:a16="http://schemas.microsoft.com/office/drawing/2014/main" id="{027418FF-2021-4F13-BC58-508F61D2C9F3}"/>
              </a:ext>
            </a:extLst>
          </p:cNvPr>
          <p:cNvSpPr>
            <a:spLocks noGrp="1"/>
          </p:cNvSpPr>
          <p:nvPr>
            <p:ph type="ftr" sz="quarter" idx="3"/>
          </p:nvPr>
        </p:nvSpPr>
        <p:spPr/>
        <p:txBody>
          <a:bodyPr/>
          <a:lstStyle/>
          <a:p>
            <a:r>
              <a:rPr lang="en-US" dirty="0"/>
              <a:t>Faculty of Business and Law | Peter Faber Business School</a:t>
            </a:r>
          </a:p>
        </p:txBody>
      </p:sp>
      <p:sp>
        <p:nvSpPr>
          <p:cNvPr id="13" name="TextBox 12">
            <a:extLst>
              <a:ext uri="{FF2B5EF4-FFF2-40B4-BE49-F238E27FC236}">
                <a16:creationId xmlns:a16="http://schemas.microsoft.com/office/drawing/2014/main" id="{A8DDF53D-16BA-C4C9-C92B-E8DB979CD7C9}"/>
              </a:ext>
            </a:extLst>
          </p:cNvPr>
          <p:cNvSpPr txBox="1"/>
          <p:nvPr/>
        </p:nvSpPr>
        <p:spPr>
          <a:xfrm>
            <a:off x="106878" y="667975"/>
            <a:ext cx="8728362" cy="5803512"/>
          </a:xfrm>
          <a:prstGeom prst="rect">
            <a:avLst/>
          </a:prstGeom>
          <a:noFill/>
        </p:spPr>
        <p:txBody>
          <a:bodyPr wrap="square">
            <a:spAutoFit/>
          </a:bodyPr>
          <a:lstStyle/>
          <a:p>
            <a:pPr marL="342900" lvl="0" indent="-342900">
              <a:lnSpc>
                <a:spcPct val="150000"/>
              </a:lnSpc>
              <a:buFont typeface="+mj-lt"/>
              <a:buAutoNum type="arabicPeriod"/>
            </a:pPr>
            <a:r>
              <a:rPr lang="en-US" sz="2500" kern="100" dirty="0">
                <a:latin typeface="Calibri" panose="020F0502020204030204" pitchFamily="34" charset="0"/>
                <a:ea typeface="Aptos" panose="020B0004020202020204" pitchFamily="34" charset="0"/>
                <a:cs typeface="Calibri" panose="020F0502020204030204" pitchFamily="34" charset="0"/>
              </a:rPr>
              <a:t>What this module is about</a:t>
            </a:r>
          </a:p>
          <a:p>
            <a:pPr marL="342900" lvl="0" indent="-342900">
              <a:lnSpc>
                <a:spcPct val="150000"/>
              </a:lnSpc>
              <a:buFont typeface="+mj-lt"/>
              <a:buAutoNum type="arabicPeriod"/>
            </a:pPr>
            <a:r>
              <a:rPr lang="en-US" sz="2500" kern="100" dirty="0">
                <a:latin typeface="Calibri" panose="020F0502020204030204" pitchFamily="34" charset="0"/>
                <a:ea typeface="Aptos" panose="020B0004020202020204" pitchFamily="34" charset="0"/>
                <a:cs typeface="Calibri" panose="020F0502020204030204" pitchFamily="34" charset="0"/>
              </a:rPr>
              <a:t>What is Data?</a:t>
            </a:r>
          </a:p>
          <a:p>
            <a:pPr marL="342900" lvl="0" indent="-342900">
              <a:lnSpc>
                <a:spcPct val="150000"/>
              </a:lnSpc>
              <a:buFont typeface="+mj-lt"/>
              <a:buAutoNum type="arabicPeriod"/>
            </a:pPr>
            <a:r>
              <a:rPr lang="en-US" sz="2500" kern="100" dirty="0">
                <a:latin typeface="Calibri" panose="020F0502020204030204" pitchFamily="34" charset="0"/>
                <a:ea typeface="Aptos" panose="020B0004020202020204" pitchFamily="34" charset="0"/>
                <a:cs typeface="Calibri" panose="020F0502020204030204" pitchFamily="34" charset="0"/>
              </a:rPr>
              <a:t>What is Information?</a:t>
            </a:r>
          </a:p>
          <a:p>
            <a:pPr marL="342900" lvl="0" indent="-342900">
              <a:lnSpc>
                <a:spcPct val="150000"/>
              </a:lnSpc>
              <a:buFont typeface="+mj-lt"/>
              <a:buAutoNum type="arabicPeriod"/>
            </a:pPr>
            <a:r>
              <a:rPr lang="en-US" sz="2500" kern="100" dirty="0">
                <a:latin typeface="Calibri" panose="020F0502020204030204" pitchFamily="34" charset="0"/>
                <a:ea typeface="Aptos" panose="020B0004020202020204" pitchFamily="34" charset="0"/>
                <a:cs typeface="Calibri" panose="020F0502020204030204" pitchFamily="34" charset="0"/>
              </a:rPr>
              <a:t>Why Data is important?</a:t>
            </a:r>
          </a:p>
          <a:p>
            <a:pPr marL="342900" lvl="0" indent="-342900">
              <a:lnSpc>
                <a:spcPct val="150000"/>
              </a:lnSpc>
              <a:buFont typeface="+mj-lt"/>
              <a:buAutoNum type="arabicPeriod"/>
            </a:pPr>
            <a:r>
              <a:rPr lang="en-US" sz="2500" kern="100" dirty="0">
                <a:latin typeface="Calibri" panose="020F0502020204030204" pitchFamily="34" charset="0"/>
                <a:ea typeface="Aptos" panose="020B0004020202020204" pitchFamily="34" charset="0"/>
                <a:cs typeface="Calibri" panose="020F0502020204030204" pitchFamily="34" charset="0"/>
              </a:rPr>
              <a:t>Basic Concepts</a:t>
            </a:r>
          </a:p>
          <a:p>
            <a:pPr marL="342900" lvl="0" indent="-342900">
              <a:lnSpc>
                <a:spcPct val="150000"/>
              </a:lnSpc>
              <a:buFont typeface="+mj-lt"/>
              <a:buAutoNum type="arabicPeriod"/>
            </a:pPr>
            <a:r>
              <a:rPr lang="en-US" sz="2500" kern="100" dirty="0">
                <a:latin typeface="Calibri" panose="020F0502020204030204" pitchFamily="34" charset="0"/>
                <a:ea typeface="Aptos" panose="020B0004020202020204" pitchFamily="34" charset="0"/>
                <a:cs typeface="Calibri" panose="020F0502020204030204" pitchFamily="34" charset="0"/>
              </a:rPr>
              <a:t>How is Data stored</a:t>
            </a:r>
          </a:p>
          <a:p>
            <a:pPr marL="342900" lvl="0" indent="-342900">
              <a:lnSpc>
                <a:spcPct val="150000"/>
              </a:lnSpc>
              <a:buFont typeface="+mj-lt"/>
              <a:buAutoNum type="arabicPeriod"/>
            </a:pPr>
            <a:r>
              <a:rPr lang="en-US" sz="2500" kern="100" dirty="0">
                <a:latin typeface="Calibri" panose="020F0502020204030204" pitchFamily="34" charset="0"/>
                <a:ea typeface="Aptos" panose="020B0004020202020204" pitchFamily="34" charset="0"/>
                <a:cs typeface="Calibri" panose="020F0502020204030204" pitchFamily="34" charset="0"/>
              </a:rPr>
              <a:t>What is a Database?</a:t>
            </a:r>
          </a:p>
          <a:p>
            <a:pPr marL="342900" lvl="0" indent="-342900">
              <a:lnSpc>
                <a:spcPct val="150000"/>
              </a:lnSpc>
              <a:buFont typeface="+mj-lt"/>
              <a:buAutoNum type="arabicPeriod"/>
            </a:pPr>
            <a:r>
              <a:rPr lang="en-US" sz="2500" kern="100" dirty="0">
                <a:latin typeface="Calibri" panose="020F0502020204030204" pitchFamily="34" charset="0"/>
                <a:ea typeface="Aptos" panose="020B0004020202020204" pitchFamily="34" charset="0"/>
                <a:cs typeface="Calibri" panose="020F0502020204030204" pitchFamily="34" charset="0"/>
              </a:rPr>
              <a:t>Why Databases Are Better Than File Systems</a:t>
            </a:r>
          </a:p>
          <a:p>
            <a:pPr marL="342900" lvl="0" indent="-342900">
              <a:lnSpc>
                <a:spcPct val="150000"/>
              </a:lnSpc>
              <a:buFont typeface="+mj-lt"/>
              <a:buAutoNum type="arabicPeriod"/>
            </a:pPr>
            <a:r>
              <a:rPr lang="en-US" sz="2500" kern="100" dirty="0">
                <a:latin typeface="Calibri" panose="020F0502020204030204" pitchFamily="34" charset="0"/>
                <a:ea typeface="Aptos" panose="020B0004020202020204" pitchFamily="34" charset="0"/>
                <a:cs typeface="Calibri" panose="020F0502020204030204" pitchFamily="34" charset="0"/>
              </a:rPr>
              <a:t>Key Database Concepts – Tables, Records, Fields, Keys</a:t>
            </a:r>
          </a:p>
          <a:p>
            <a:pPr marL="342900" lvl="0" indent="-342900">
              <a:lnSpc>
                <a:spcPct val="150000"/>
              </a:lnSpc>
              <a:buFont typeface="+mj-lt"/>
              <a:buAutoNum type="arabicPeriod"/>
            </a:pPr>
            <a:r>
              <a:rPr lang="en-US" sz="2500" kern="100" dirty="0">
                <a:latin typeface="Calibri" panose="020F0502020204030204" pitchFamily="34" charset="0"/>
                <a:ea typeface="Aptos" panose="020B0004020202020204" pitchFamily="34" charset="0"/>
                <a:cs typeface="Calibri" panose="020F0502020204030204" pitchFamily="34" charset="0"/>
              </a:rPr>
              <a:t>What is Database Management System?</a:t>
            </a:r>
          </a:p>
        </p:txBody>
      </p:sp>
    </p:spTree>
    <p:extLst>
      <p:ext uri="{BB962C8B-B14F-4D97-AF65-F5344CB8AC3E}">
        <p14:creationId xmlns:p14="http://schemas.microsoft.com/office/powerpoint/2010/main" val="214801490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1FAE5D-4423-63B9-C02C-C86C86269F59}"/>
            </a:ext>
          </a:extLst>
        </p:cNvPr>
        <p:cNvGrpSpPr/>
        <p:nvPr/>
      </p:nvGrpSpPr>
      <p:grpSpPr>
        <a:xfrm>
          <a:off x="0" y="0"/>
          <a:ext cx="0" cy="0"/>
          <a:chOff x="0" y="0"/>
          <a:chExt cx="0" cy="0"/>
        </a:xfrm>
      </p:grpSpPr>
      <p:sp>
        <p:nvSpPr>
          <p:cNvPr id="4" name="Text Placeholder 3">
            <a:extLst>
              <a:ext uri="{FF2B5EF4-FFF2-40B4-BE49-F238E27FC236}">
                <a16:creationId xmlns:a16="http://schemas.microsoft.com/office/drawing/2014/main" id="{F1C5DF59-5251-F5FA-56E7-BB485593A17F}"/>
              </a:ext>
            </a:extLst>
          </p:cNvPr>
          <p:cNvSpPr>
            <a:spLocks noGrp="1"/>
          </p:cNvSpPr>
          <p:nvPr>
            <p:ph type="body" sz="quarter" idx="16"/>
          </p:nvPr>
        </p:nvSpPr>
        <p:spPr>
          <a:xfrm>
            <a:off x="0" y="0"/>
            <a:ext cx="4343399" cy="462758"/>
          </a:xfrm>
        </p:spPr>
        <p:txBody>
          <a:bodyPr>
            <a:noAutofit/>
          </a:bodyPr>
          <a:lstStyle/>
          <a:p>
            <a:r>
              <a:rPr lang="en-AU" sz="3200" dirty="0">
                <a:latin typeface="Calibri" panose="020F0502020204030204" pitchFamily="34" charset="0"/>
                <a:cs typeface="Calibri" panose="020F0502020204030204" pitchFamily="34" charset="0"/>
              </a:rPr>
              <a:t>Week 1 overview</a:t>
            </a:r>
          </a:p>
        </p:txBody>
      </p:sp>
      <p:sp>
        <p:nvSpPr>
          <p:cNvPr id="5" name="Slide Number Placeholder 4">
            <a:extLst>
              <a:ext uri="{FF2B5EF4-FFF2-40B4-BE49-F238E27FC236}">
                <a16:creationId xmlns:a16="http://schemas.microsoft.com/office/drawing/2014/main" id="{8BB65AFF-E89F-B02C-CFAB-7DC0F61DFDDB}"/>
              </a:ext>
            </a:extLst>
          </p:cNvPr>
          <p:cNvSpPr>
            <a:spLocks noGrp="1"/>
          </p:cNvSpPr>
          <p:nvPr>
            <p:ph type="sldNum" sz="quarter" idx="4"/>
          </p:nvPr>
        </p:nvSpPr>
        <p:spPr/>
        <p:txBody>
          <a:bodyPr/>
          <a:lstStyle/>
          <a:p>
            <a:fld id="{16A89BA3-132D-40E1-AAB4-CDCD0A14C216}" type="slidenum">
              <a:rPr lang="en-AU" smtClean="0"/>
              <a:pPr/>
              <a:t>3</a:t>
            </a:fld>
            <a:r>
              <a:rPr lang="en-AU"/>
              <a:t>  |</a:t>
            </a:r>
            <a:endParaRPr lang="en-AU" dirty="0"/>
          </a:p>
        </p:txBody>
      </p:sp>
      <p:sp>
        <p:nvSpPr>
          <p:cNvPr id="6" name="Footer Placeholder 5">
            <a:extLst>
              <a:ext uri="{FF2B5EF4-FFF2-40B4-BE49-F238E27FC236}">
                <a16:creationId xmlns:a16="http://schemas.microsoft.com/office/drawing/2014/main" id="{2B77280A-026B-917D-45FE-73B7E040C776}"/>
              </a:ext>
            </a:extLst>
          </p:cNvPr>
          <p:cNvSpPr>
            <a:spLocks noGrp="1"/>
          </p:cNvSpPr>
          <p:nvPr>
            <p:ph type="ftr" sz="quarter" idx="3"/>
          </p:nvPr>
        </p:nvSpPr>
        <p:spPr/>
        <p:txBody>
          <a:bodyPr/>
          <a:lstStyle/>
          <a:p>
            <a:r>
              <a:rPr lang="en-US" dirty="0"/>
              <a:t>Faculty of Business and Law | Peter Faber Business School</a:t>
            </a:r>
          </a:p>
        </p:txBody>
      </p:sp>
      <p:sp>
        <p:nvSpPr>
          <p:cNvPr id="13" name="TextBox 12">
            <a:extLst>
              <a:ext uri="{FF2B5EF4-FFF2-40B4-BE49-F238E27FC236}">
                <a16:creationId xmlns:a16="http://schemas.microsoft.com/office/drawing/2014/main" id="{604B6612-4BF5-E695-4FB6-D0F5AA8F8513}"/>
              </a:ext>
            </a:extLst>
          </p:cNvPr>
          <p:cNvSpPr txBox="1"/>
          <p:nvPr/>
        </p:nvSpPr>
        <p:spPr>
          <a:xfrm>
            <a:off x="106878" y="667975"/>
            <a:ext cx="8728362" cy="5803512"/>
          </a:xfrm>
          <a:prstGeom prst="rect">
            <a:avLst/>
          </a:prstGeom>
          <a:noFill/>
        </p:spPr>
        <p:txBody>
          <a:bodyPr wrap="square">
            <a:spAutoFit/>
          </a:bodyPr>
          <a:lstStyle/>
          <a:p>
            <a:pPr marL="457200" lvl="0" indent="-457200">
              <a:lnSpc>
                <a:spcPct val="150000"/>
              </a:lnSpc>
              <a:buFont typeface="+mj-lt"/>
              <a:buAutoNum type="arabicPeriod" startAt="11"/>
            </a:pPr>
            <a:r>
              <a:rPr lang="en-US" sz="2500" kern="100" dirty="0">
                <a:latin typeface="Calibri" panose="020F0502020204030204" pitchFamily="34" charset="0"/>
                <a:ea typeface="Aptos" panose="020B0004020202020204" pitchFamily="34" charset="0"/>
                <a:cs typeface="Calibri" panose="020F0502020204030204" pitchFamily="34" charset="0"/>
              </a:rPr>
              <a:t>Why Use a Database?</a:t>
            </a:r>
          </a:p>
          <a:p>
            <a:pPr marL="342900" lvl="0" indent="-342900">
              <a:lnSpc>
                <a:spcPct val="150000"/>
              </a:lnSpc>
              <a:buFont typeface="+mj-lt"/>
              <a:buAutoNum type="arabicPeriod" startAt="11"/>
            </a:pPr>
            <a:r>
              <a:rPr lang="en-US" sz="2500" kern="100" dirty="0">
                <a:latin typeface="Calibri" panose="020F0502020204030204" pitchFamily="34" charset="0"/>
                <a:ea typeface="Aptos" panose="020B0004020202020204" pitchFamily="34" charset="0"/>
                <a:cs typeface="Calibri" panose="020F0502020204030204" pitchFamily="34" charset="0"/>
              </a:rPr>
              <a:t>Real-World Examples</a:t>
            </a:r>
          </a:p>
          <a:p>
            <a:pPr marL="342900" lvl="0" indent="-342900">
              <a:lnSpc>
                <a:spcPct val="150000"/>
              </a:lnSpc>
              <a:buFont typeface="+mj-lt"/>
              <a:buAutoNum type="arabicPeriod" startAt="11"/>
            </a:pPr>
            <a:r>
              <a:rPr lang="en-US" sz="2500" kern="100" dirty="0">
                <a:latin typeface="Calibri" panose="020F0502020204030204" pitchFamily="34" charset="0"/>
                <a:ea typeface="Aptos" panose="020B0004020202020204" pitchFamily="34" charset="0"/>
                <a:cs typeface="Calibri" panose="020F0502020204030204" pitchFamily="34" charset="0"/>
              </a:rPr>
              <a:t>Common Database Platforms Used in Australia</a:t>
            </a:r>
          </a:p>
          <a:p>
            <a:pPr marL="342900" lvl="0" indent="-342900">
              <a:lnSpc>
                <a:spcPct val="150000"/>
              </a:lnSpc>
              <a:buFont typeface="+mj-lt"/>
              <a:buAutoNum type="arabicPeriod" startAt="11"/>
            </a:pPr>
            <a:r>
              <a:rPr lang="en-US" sz="2500" kern="100" dirty="0">
                <a:latin typeface="Calibri" panose="020F0502020204030204" pitchFamily="34" charset="0"/>
                <a:ea typeface="Aptos" panose="020B0004020202020204" pitchFamily="34" charset="0"/>
                <a:cs typeface="Calibri" panose="020F0502020204030204" pitchFamily="34" charset="0"/>
              </a:rPr>
              <a:t>Career Paths in Data and Database Management</a:t>
            </a:r>
          </a:p>
          <a:p>
            <a:pPr marL="342900" lvl="0" indent="-342900">
              <a:lnSpc>
                <a:spcPct val="150000"/>
              </a:lnSpc>
              <a:buFont typeface="+mj-lt"/>
              <a:buAutoNum type="arabicPeriod" startAt="11"/>
            </a:pPr>
            <a:r>
              <a:rPr lang="en-US" sz="2500" kern="100" dirty="0">
                <a:latin typeface="Calibri" panose="020F0502020204030204" pitchFamily="34" charset="0"/>
                <a:ea typeface="Aptos" panose="020B0004020202020204" pitchFamily="34" charset="0"/>
                <a:cs typeface="Calibri" panose="020F0502020204030204" pitchFamily="34" charset="0"/>
              </a:rPr>
              <a:t>Key Takeaways</a:t>
            </a:r>
          </a:p>
          <a:p>
            <a:pPr marL="342900" lvl="0" indent="-342900">
              <a:lnSpc>
                <a:spcPct val="150000"/>
              </a:lnSpc>
              <a:buFont typeface="+mj-lt"/>
              <a:buAutoNum type="arabicPeriod" startAt="11"/>
            </a:pPr>
            <a:r>
              <a:rPr lang="en-US" sz="2500" kern="100" dirty="0">
                <a:latin typeface="Calibri" panose="020F0502020204030204" pitchFamily="34" charset="0"/>
                <a:ea typeface="Aptos" panose="020B0004020202020204" pitchFamily="34" charset="0"/>
                <a:cs typeface="Calibri" panose="020F0502020204030204" pitchFamily="34" charset="0"/>
              </a:rPr>
              <a:t>Discussion Questions</a:t>
            </a:r>
          </a:p>
          <a:p>
            <a:pPr marL="342900" lvl="0" indent="-342900">
              <a:lnSpc>
                <a:spcPct val="150000"/>
              </a:lnSpc>
              <a:buFont typeface="+mj-lt"/>
              <a:buAutoNum type="arabicPeriod" startAt="11"/>
            </a:pPr>
            <a:r>
              <a:rPr lang="en-US" sz="2500" kern="100" dirty="0">
                <a:latin typeface="Calibri" panose="020F0502020204030204" pitchFamily="34" charset="0"/>
                <a:ea typeface="Aptos" panose="020B0004020202020204" pitchFamily="34" charset="0"/>
                <a:cs typeface="Calibri" panose="020F0502020204030204" pitchFamily="34" charset="0"/>
              </a:rPr>
              <a:t>Relational Model Overview</a:t>
            </a:r>
          </a:p>
          <a:p>
            <a:pPr marL="342900" lvl="0" indent="-342900">
              <a:lnSpc>
                <a:spcPct val="150000"/>
              </a:lnSpc>
              <a:buFont typeface="+mj-lt"/>
              <a:buAutoNum type="arabicPeriod" startAt="11"/>
            </a:pPr>
            <a:r>
              <a:rPr lang="en-US" sz="2500" kern="100" dirty="0">
                <a:latin typeface="Calibri" panose="020F0502020204030204" pitchFamily="34" charset="0"/>
                <a:ea typeface="Aptos" panose="020B0004020202020204" pitchFamily="34" charset="0"/>
                <a:cs typeface="Calibri" panose="020F0502020204030204" pitchFamily="34" charset="0"/>
              </a:rPr>
              <a:t>Wrap-Up</a:t>
            </a:r>
          </a:p>
          <a:p>
            <a:pPr marL="342900" lvl="0" indent="-342900">
              <a:lnSpc>
                <a:spcPct val="150000"/>
              </a:lnSpc>
              <a:buFont typeface="+mj-lt"/>
              <a:buAutoNum type="arabicPeriod" startAt="11"/>
            </a:pPr>
            <a:r>
              <a:rPr lang="en-US" sz="2500" kern="100" dirty="0">
                <a:latin typeface="Calibri" panose="020F0502020204030204" pitchFamily="34" charset="0"/>
                <a:ea typeface="Aptos" panose="020B0004020202020204" pitchFamily="34" charset="0"/>
                <a:cs typeface="Calibri" panose="020F0502020204030204" pitchFamily="34" charset="0"/>
              </a:rPr>
              <a:t>Knowledge Check and Tutorial Activity</a:t>
            </a:r>
          </a:p>
          <a:p>
            <a:pPr marL="342900" lvl="0" indent="-342900">
              <a:lnSpc>
                <a:spcPct val="150000"/>
              </a:lnSpc>
              <a:buFont typeface="+mj-lt"/>
              <a:buAutoNum type="arabicPeriod" startAt="11"/>
            </a:pPr>
            <a:r>
              <a:rPr lang="en-US" sz="2500" kern="100" dirty="0">
                <a:latin typeface="Calibri" panose="020F0502020204030204" pitchFamily="34" charset="0"/>
                <a:ea typeface="Aptos" panose="020B0004020202020204" pitchFamily="34" charset="0"/>
                <a:cs typeface="Calibri" panose="020F0502020204030204" pitchFamily="34" charset="0"/>
              </a:rPr>
              <a:t>Week 1 Knowledge Check</a:t>
            </a:r>
          </a:p>
        </p:txBody>
      </p:sp>
    </p:spTree>
    <p:extLst>
      <p:ext uri="{BB962C8B-B14F-4D97-AF65-F5344CB8AC3E}">
        <p14:creationId xmlns:p14="http://schemas.microsoft.com/office/powerpoint/2010/main" val="278551206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C21D29-CDF6-6AEF-1E2F-318D78B3CCAE}"/>
            </a:ext>
          </a:extLst>
        </p:cNvPr>
        <p:cNvGrpSpPr/>
        <p:nvPr/>
      </p:nvGrpSpPr>
      <p:grpSpPr>
        <a:xfrm>
          <a:off x="0" y="0"/>
          <a:ext cx="0" cy="0"/>
          <a:chOff x="0" y="0"/>
          <a:chExt cx="0" cy="0"/>
        </a:xfrm>
      </p:grpSpPr>
      <p:sp>
        <p:nvSpPr>
          <p:cNvPr id="4" name="Text Placeholder 3">
            <a:extLst>
              <a:ext uri="{FF2B5EF4-FFF2-40B4-BE49-F238E27FC236}">
                <a16:creationId xmlns:a16="http://schemas.microsoft.com/office/drawing/2014/main" id="{A67C5A36-3C29-755F-692A-C09E5E0293DB}"/>
              </a:ext>
            </a:extLst>
          </p:cNvPr>
          <p:cNvSpPr>
            <a:spLocks noGrp="1"/>
          </p:cNvSpPr>
          <p:nvPr>
            <p:ph type="body" sz="quarter" idx="16"/>
          </p:nvPr>
        </p:nvSpPr>
        <p:spPr>
          <a:xfrm>
            <a:off x="0" y="0"/>
            <a:ext cx="4343399" cy="462758"/>
          </a:xfrm>
        </p:spPr>
        <p:txBody>
          <a:bodyPr>
            <a:noAutofit/>
          </a:bodyPr>
          <a:lstStyle/>
          <a:p>
            <a:r>
              <a:rPr lang="en-AU" sz="3200" dirty="0">
                <a:latin typeface="Calibri" panose="020F0502020204030204" pitchFamily="34" charset="0"/>
                <a:cs typeface="Calibri" panose="020F0502020204030204" pitchFamily="34" charset="0"/>
              </a:rPr>
              <a:t>Week 1 overview</a:t>
            </a:r>
          </a:p>
        </p:txBody>
      </p:sp>
      <p:sp>
        <p:nvSpPr>
          <p:cNvPr id="5" name="Slide Number Placeholder 4">
            <a:extLst>
              <a:ext uri="{FF2B5EF4-FFF2-40B4-BE49-F238E27FC236}">
                <a16:creationId xmlns:a16="http://schemas.microsoft.com/office/drawing/2014/main" id="{AA1E7C68-E194-A391-CCAB-D3F621FF404F}"/>
              </a:ext>
            </a:extLst>
          </p:cNvPr>
          <p:cNvSpPr>
            <a:spLocks noGrp="1"/>
          </p:cNvSpPr>
          <p:nvPr>
            <p:ph type="sldNum" sz="quarter" idx="4"/>
          </p:nvPr>
        </p:nvSpPr>
        <p:spPr/>
        <p:txBody>
          <a:bodyPr/>
          <a:lstStyle/>
          <a:p>
            <a:fld id="{16A89BA3-132D-40E1-AAB4-CDCD0A14C216}" type="slidenum">
              <a:rPr lang="en-AU" smtClean="0"/>
              <a:pPr/>
              <a:t>4</a:t>
            </a:fld>
            <a:r>
              <a:rPr lang="en-AU"/>
              <a:t>  |</a:t>
            </a:r>
            <a:endParaRPr lang="en-AU" dirty="0"/>
          </a:p>
        </p:txBody>
      </p:sp>
      <p:sp>
        <p:nvSpPr>
          <p:cNvPr id="6" name="Footer Placeholder 5">
            <a:extLst>
              <a:ext uri="{FF2B5EF4-FFF2-40B4-BE49-F238E27FC236}">
                <a16:creationId xmlns:a16="http://schemas.microsoft.com/office/drawing/2014/main" id="{0EB3A248-9D5C-B042-5DD6-C9D7847B195B}"/>
              </a:ext>
            </a:extLst>
          </p:cNvPr>
          <p:cNvSpPr>
            <a:spLocks noGrp="1"/>
          </p:cNvSpPr>
          <p:nvPr>
            <p:ph type="ftr" sz="quarter" idx="3"/>
          </p:nvPr>
        </p:nvSpPr>
        <p:spPr/>
        <p:txBody>
          <a:bodyPr/>
          <a:lstStyle/>
          <a:p>
            <a:r>
              <a:rPr lang="en-US" dirty="0"/>
              <a:t>Faculty of Business and Law | Peter Faber Business School</a:t>
            </a:r>
          </a:p>
        </p:txBody>
      </p:sp>
      <p:sp>
        <p:nvSpPr>
          <p:cNvPr id="13" name="TextBox 12">
            <a:extLst>
              <a:ext uri="{FF2B5EF4-FFF2-40B4-BE49-F238E27FC236}">
                <a16:creationId xmlns:a16="http://schemas.microsoft.com/office/drawing/2014/main" id="{6C9DC639-6EEC-9D4C-BCE1-698A720A7A3A}"/>
              </a:ext>
            </a:extLst>
          </p:cNvPr>
          <p:cNvSpPr txBox="1"/>
          <p:nvPr/>
        </p:nvSpPr>
        <p:spPr>
          <a:xfrm>
            <a:off x="106878" y="667975"/>
            <a:ext cx="8728362" cy="1763944"/>
          </a:xfrm>
          <a:prstGeom prst="rect">
            <a:avLst/>
          </a:prstGeom>
          <a:noFill/>
        </p:spPr>
        <p:txBody>
          <a:bodyPr wrap="square">
            <a:spAutoFit/>
          </a:bodyPr>
          <a:lstStyle/>
          <a:p>
            <a:pPr marL="457200" lvl="0" indent="-457200">
              <a:lnSpc>
                <a:spcPct val="150000"/>
              </a:lnSpc>
              <a:buFont typeface="+mj-lt"/>
              <a:buAutoNum type="arabicPeriod" startAt="21"/>
            </a:pPr>
            <a:r>
              <a:rPr lang="en-US" sz="2500" kern="100" dirty="0">
                <a:latin typeface="Calibri" panose="020F0502020204030204" pitchFamily="34" charset="0"/>
                <a:ea typeface="Aptos" panose="020B0004020202020204" pitchFamily="34" charset="0"/>
                <a:cs typeface="Calibri" panose="020F0502020204030204" pitchFamily="34" charset="0"/>
              </a:rPr>
              <a:t>WEEK 1 TUTORIAL GUIDELINE</a:t>
            </a:r>
          </a:p>
          <a:p>
            <a:pPr marL="342900" lvl="0" indent="-342900">
              <a:lnSpc>
                <a:spcPct val="150000"/>
              </a:lnSpc>
              <a:buFont typeface="+mj-lt"/>
              <a:buAutoNum type="arabicPeriod" startAt="21"/>
            </a:pPr>
            <a:r>
              <a:rPr lang="en-US" sz="2500" kern="100" dirty="0">
                <a:latin typeface="Calibri" panose="020F0502020204030204" pitchFamily="34" charset="0"/>
                <a:ea typeface="Aptos" panose="020B0004020202020204" pitchFamily="34" charset="0"/>
                <a:cs typeface="Calibri" panose="020F0502020204030204" pitchFamily="34" charset="0"/>
              </a:rPr>
              <a:t>Submission of Tutorials &amp; Assessments</a:t>
            </a:r>
          </a:p>
          <a:p>
            <a:pPr marL="342900" lvl="0" indent="-342900">
              <a:lnSpc>
                <a:spcPct val="150000"/>
              </a:lnSpc>
              <a:buFont typeface="+mj-lt"/>
              <a:buAutoNum type="arabicPeriod" startAt="21"/>
            </a:pPr>
            <a:r>
              <a:rPr lang="en-US" sz="2500" kern="100" dirty="0">
                <a:latin typeface="Calibri" panose="020F0502020204030204" pitchFamily="34" charset="0"/>
                <a:ea typeface="Aptos" panose="020B0004020202020204" pitchFamily="34" charset="0"/>
                <a:cs typeface="Calibri" panose="020F0502020204030204" pitchFamily="34" charset="0"/>
              </a:rPr>
              <a:t>Resources</a:t>
            </a:r>
          </a:p>
        </p:txBody>
      </p:sp>
    </p:spTree>
    <p:extLst>
      <p:ext uri="{BB962C8B-B14F-4D97-AF65-F5344CB8AC3E}">
        <p14:creationId xmlns:p14="http://schemas.microsoft.com/office/powerpoint/2010/main" val="380980112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9"/>
        <p:cNvGrpSpPr/>
        <p:nvPr/>
      </p:nvGrpSpPr>
      <p:grpSpPr>
        <a:xfrm>
          <a:off x="0" y="0"/>
          <a:ext cx="0" cy="0"/>
          <a:chOff x="0" y="0"/>
          <a:chExt cx="0" cy="0"/>
        </a:xfrm>
      </p:grpSpPr>
      <p:sp>
        <p:nvSpPr>
          <p:cNvPr id="3" name="Footer Placeholder 2">
            <a:extLst>
              <a:ext uri="{FF2B5EF4-FFF2-40B4-BE49-F238E27FC236}">
                <a16:creationId xmlns:a16="http://schemas.microsoft.com/office/drawing/2014/main" id="{F5646AD0-6036-4879-B5D7-F60847E33291}"/>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95D78C77-E952-41E0-8B40-BAC1771F8431}"/>
              </a:ext>
            </a:extLst>
          </p:cNvPr>
          <p:cNvSpPr>
            <a:spLocks noGrp="1"/>
          </p:cNvSpPr>
          <p:nvPr>
            <p:ph type="sldNum" sz="quarter" idx="4"/>
          </p:nvPr>
        </p:nvSpPr>
        <p:spPr/>
        <p:txBody>
          <a:bodyPr/>
          <a:lstStyle/>
          <a:p>
            <a:fld id="{16A89BA3-132D-40E1-AAB4-CDCD0A14C216}" type="slidenum">
              <a:rPr lang="en-AU" smtClean="0"/>
              <a:pPr/>
              <a:t>5</a:t>
            </a:fld>
            <a:r>
              <a:rPr lang="en-AU"/>
              <a:t>  |</a:t>
            </a:r>
            <a:endParaRPr lang="en-AU" dirty="0"/>
          </a:p>
        </p:txBody>
      </p:sp>
      <p:sp>
        <p:nvSpPr>
          <p:cNvPr id="9" name="Text Placeholder 3">
            <a:extLst>
              <a:ext uri="{FF2B5EF4-FFF2-40B4-BE49-F238E27FC236}">
                <a16:creationId xmlns:a16="http://schemas.microsoft.com/office/drawing/2014/main" id="{414796BC-CEFD-189B-E9D1-5A9CBE8BAF76}"/>
              </a:ext>
            </a:extLst>
          </p:cNvPr>
          <p:cNvSpPr>
            <a:spLocks noGrp="1"/>
          </p:cNvSpPr>
          <p:nvPr>
            <p:ph type="body" sz="quarter" idx="16"/>
          </p:nvPr>
        </p:nvSpPr>
        <p:spPr>
          <a:xfrm>
            <a:off x="0" y="0"/>
            <a:ext cx="7849590" cy="451262"/>
          </a:xfrm>
        </p:spPr>
        <p:txBody>
          <a:bodyPr>
            <a:noAutofit/>
          </a:bodyPr>
          <a:lstStyle/>
          <a:p>
            <a:r>
              <a:rPr lang="en-US" sz="3200" dirty="0"/>
              <a:t>What this module is about</a:t>
            </a:r>
            <a:endParaRPr lang="en-AU" sz="3000" dirty="0">
              <a:latin typeface="Calibri" panose="020F0502020204030204" pitchFamily="34" charset="0"/>
              <a:cs typeface="Calibri" panose="020F0502020204030204" pitchFamily="34" charset="0"/>
            </a:endParaRPr>
          </a:p>
        </p:txBody>
      </p:sp>
      <p:sp>
        <p:nvSpPr>
          <p:cNvPr id="13" name="TextBox 12">
            <a:extLst>
              <a:ext uri="{FF2B5EF4-FFF2-40B4-BE49-F238E27FC236}">
                <a16:creationId xmlns:a16="http://schemas.microsoft.com/office/drawing/2014/main" id="{21EE6214-3988-BA86-3529-05DB78221CDF}"/>
              </a:ext>
            </a:extLst>
          </p:cNvPr>
          <p:cNvSpPr txBox="1"/>
          <p:nvPr/>
        </p:nvSpPr>
        <p:spPr>
          <a:xfrm>
            <a:off x="0" y="1642891"/>
            <a:ext cx="9120249" cy="3903504"/>
          </a:xfrm>
          <a:prstGeom prst="rect">
            <a:avLst/>
          </a:prstGeom>
          <a:noFill/>
        </p:spPr>
        <p:txBody>
          <a:bodyPr wrap="square">
            <a:spAutoFit/>
          </a:bodyPr>
          <a:lstStyle/>
          <a:p>
            <a:pPr>
              <a:lnSpc>
                <a:spcPct val="150000"/>
              </a:lnSpc>
            </a:pPr>
            <a:r>
              <a:rPr lang="en-US" sz="2800" dirty="0">
                <a:latin typeface="Calibri" panose="020F0502020204030204" pitchFamily="34" charset="0"/>
                <a:cs typeface="Calibri" panose="020F0502020204030204" pitchFamily="34" charset="0"/>
              </a:rPr>
              <a:t>This module introduces: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What data is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How data is stored</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What a database is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Why databases are important</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Career paths in data</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1CE7CFCA-5335-2BCB-EF48-1D5987945B3B}"/>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C92A5912-9DB4-CD13-EE0F-368468A5B848}"/>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6E82E62C-51C5-AFDE-023E-BAEBBAD419D0}"/>
              </a:ext>
            </a:extLst>
          </p:cNvPr>
          <p:cNvSpPr>
            <a:spLocks noGrp="1"/>
          </p:cNvSpPr>
          <p:nvPr>
            <p:ph type="sldNum" sz="quarter" idx="4"/>
          </p:nvPr>
        </p:nvSpPr>
        <p:spPr/>
        <p:txBody>
          <a:bodyPr/>
          <a:lstStyle/>
          <a:p>
            <a:fld id="{16A89BA3-132D-40E1-AAB4-CDCD0A14C216}" type="slidenum">
              <a:rPr lang="en-AU" smtClean="0"/>
              <a:pPr/>
              <a:t>6</a:t>
            </a:fld>
            <a:r>
              <a:rPr lang="en-AU"/>
              <a:t>  |</a:t>
            </a:r>
            <a:endParaRPr lang="en-AU" dirty="0"/>
          </a:p>
        </p:txBody>
      </p:sp>
      <p:sp>
        <p:nvSpPr>
          <p:cNvPr id="9" name="Text Placeholder 3">
            <a:extLst>
              <a:ext uri="{FF2B5EF4-FFF2-40B4-BE49-F238E27FC236}">
                <a16:creationId xmlns:a16="http://schemas.microsoft.com/office/drawing/2014/main" id="{1EFFA234-7C51-41DA-0EE4-BA98FAF9E671}"/>
              </a:ext>
            </a:extLst>
          </p:cNvPr>
          <p:cNvSpPr>
            <a:spLocks noGrp="1"/>
          </p:cNvSpPr>
          <p:nvPr>
            <p:ph type="body" sz="quarter" idx="16"/>
          </p:nvPr>
        </p:nvSpPr>
        <p:spPr>
          <a:xfrm>
            <a:off x="0" y="0"/>
            <a:ext cx="7849590" cy="451262"/>
          </a:xfrm>
        </p:spPr>
        <p:txBody>
          <a:bodyPr>
            <a:noAutofit/>
          </a:bodyPr>
          <a:lstStyle/>
          <a:p>
            <a:r>
              <a:rPr lang="en-US" sz="3200" dirty="0"/>
              <a:t>What this module is about</a:t>
            </a:r>
            <a:endParaRPr lang="en-AU" sz="3000" dirty="0">
              <a:latin typeface="Calibri" panose="020F0502020204030204" pitchFamily="34" charset="0"/>
              <a:cs typeface="Calibri" panose="020F0502020204030204" pitchFamily="34" charset="0"/>
            </a:endParaRPr>
          </a:p>
        </p:txBody>
      </p:sp>
      <p:sp>
        <p:nvSpPr>
          <p:cNvPr id="13" name="TextBox 12">
            <a:extLst>
              <a:ext uri="{FF2B5EF4-FFF2-40B4-BE49-F238E27FC236}">
                <a16:creationId xmlns:a16="http://schemas.microsoft.com/office/drawing/2014/main" id="{B442887F-E842-416D-27A5-F1847DF32C67}"/>
              </a:ext>
            </a:extLst>
          </p:cNvPr>
          <p:cNvSpPr txBox="1"/>
          <p:nvPr/>
        </p:nvSpPr>
        <p:spPr>
          <a:xfrm>
            <a:off x="0" y="1154082"/>
            <a:ext cx="9120249" cy="4549835"/>
          </a:xfrm>
          <a:prstGeom prst="rect">
            <a:avLst/>
          </a:prstGeom>
          <a:noFill/>
        </p:spPr>
        <p:txBody>
          <a:bodyPr wrap="square">
            <a:spAutoFit/>
          </a:bodyPr>
          <a:lstStyle/>
          <a:p>
            <a:pPr>
              <a:lnSpc>
                <a:spcPct val="150000"/>
              </a:lnSpc>
            </a:pPr>
            <a:r>
              <a:rPr lang="en-US" sz="2800" b="1" dirty="0">
                <a:latin typeface="Calibri" panose="020F0502020204030204" pitchFamily="34" charset="0"/>
                <a:cs typeface="Calibri" panose="020F0502020204030204" pitchFamily="34" charset="0"/>
              </a:rPr>
              <a:t>Why this matters</a:t>
            </a:r>
          </a:p>
          <a:p>
            <a:pPr>
              <a:lnSpc>
                <a:spcPct val="150000"/>
              </a:lnSpc>
            </a:pPr>
            <a:r>
              <a:rPr lang="en-US" sz="2800" dirty="0">
                <a:latin typeface="Calibri" panose="020F0502020204030204" pitchFamily="34" charset="0"/>
                <a:cs typeface="Calibri" panose="020F0502020204030204" pitchFamily="34" charset="0"/>
              </a:rPr>
              <a:t>Today, almost everything uses data:</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Banking systems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Hospitals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Online shopping</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Social media</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Government systems</a:t>
            </a:r>
          </a:p>
        </p:txBody>
      </p:sp>
    </p:spTree>
    <p:extLst>
      <p:ext uri="{BB962C8B-B14F-4D97-AF65-F5344CB8AC3E}">
        <p14:creationId xmlns:p14="http://schemas.microsoft.com/office/powerpoint/2010/main" val="269520472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FCE8B9BA-98C2-D1B1-3938-ED314BEA67FE}"/>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525572D4-D940-DD08-5146-5BD7C9BB58D7}"/>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839DC38F-53ED-0F8F-7F9E-B8AA8D555561}"/>
              </a:ext>
            </a:extLst>
          </p:cNvPr>
          <p:cNvSpPr>
            <a:spLocks noGrp="1"/>
          </p:cNvSpPr>
          <p:nvPr>
            <p:ph type="sldNum" sz="quarter" idx="4"/>
          </p:nvPr>
        </p:nvSpPr>
        <p:spPr/>
        <p:txBody>
          <a:bodyPr/>
          <a:lstStyle/>
          <a:p>
            <a:fld id="{16A89BA3-132D-40E1-AAB4-CDCD0A14C216}" type="slidenum">
              <a:rPr lang="en-AU" smtClean="0"/>
              <a:pPr/>
              <a:t>7</a:t>
            </a:fld>
            <a:r>
              <a:rPr lang="en-AU"/>
              <a:t>  |</a:t>
            </a:r>
            <a:endParaRPr lang="en-AU" dirty="0"/>
          </a:p>
        </p:txBody>
      </p:sp>
      <p:sp>
        <p:nvSpPr>
          <p:cNvPr id="9" name="Text Placeholder 3">
            <a:extLst>
              <a:ext uri="{FF2B5EF4-FFF2-40B4-BE49-F238E27FC236}">
                <a16:creationId xmlns:a16="http://schemas.microsoft.com/office/drawing/2014/main" id="{31ED9409-5A16-3F1D-1896-744EDB306CF2}"/>
              </a:ext>
            </a:extLst>
          </p:cNvPr>
          <p:cNvSpPr>
            <a:spLocks noGrp="1"/>
          </p:cNvSpPr>
          <p:nvPr>
            <p:ph type="body" sz="quarter" idx="16"/>
          </p:nvPr>
        </p:nvSpPr>
        <p:spPr>
          <a:xfrm>
            <a:off x="0" y="0"/>
            <a:ext cx="7849590" cy="451262"/>
          </a:xfrm>
        </p:spPr>
        <p:txBody>
          <a:bodyPr>
            <a:noAutofit/>
          </a:bodyPr>
          <a:lstStyle/>
          <a:p>
            <a:r>
              <a:rPr lang="en-US" sz="3200" dirty="0"/>
              <a:t>What this module is about</a:t>
            </a:r>
            <a:endParaRPr lang="en-AU" sz="3000" dirty="0">
              <a:latin typeface="Calibri" panose="020F0502020204030204" pitchFamily="34" charset="0"/>
              <a:cs typeface="Calibri" panose="020F0502020204030204" pitchFamily="34" charset="0"/>
            </a:endParaRPr>
          </a:p>
        </p:txBody>
      </p:sp>
      <p:sp>
        <p:nvSpPr>
          <p:cNvPr id="13" name="TextBox 12">
            <a:extLst>
              <a:ext uri="{FF2B5EF4-FFF2-40B4-BE49-F238E27FC236}">
                <a16:creationId xmlns:a16="http://schemas.microsoft.com/office/drawing/2014/main" id="{68DF1A8F-B5D5-5690-7677-4AFA9299932F}"/>
              </a:ext>
            </a:extLst>
          </p:cNvPr>
          <p:cNvSpPr txBox="1"/>
          <p:nvPr/>
        </p:nvSpPr>
        <p:spPr>
          <a:xfrm>
            <a:off x="0" y="1154082"/>
            <a:ext cx="9120249" cy="3257174"/>
          </a:xfrm>
          <a:prstGeom prst="rect">
            <a:avLst/>
          </a:prstGeom>
          <a:noFill/>
        </p:spPr>
        <p:txBody>
          <a:bodyPr wrap="square">
            <a:spAutoFit/>
          </a:bodyPr>
          <a:lstStyle/>
          <a:p>
            <a:pPr>
              <a:lnSpc>
                <a:spcPct val="150000"/>
              </a:lnSpc>
            </a:pPr>
            <a:r>
              <a:rPr lang="en-US" sz="2800" dirty="0">
                <a:latin typeface="Calibri" panose="020F0502020204030204" pitchFamily="34" charset="0"/>
                <a:cs typeface="Calibri" panose="020F0502020204030204" pitchFamily="34" charset="0"/>
              </a:rPr>
              <a:t>Understanding data is the foundation of:</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Programming</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Cyber security</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Data science</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Business systems</a:t>
            </a:r>
          </a:p>
        </p:txBody>
      </p:sp>
    </p:spTree>
    <p:extLst>
      <p:ext uri="{BB962C8B-B14F-4D97-AF65-F5344CB8AC3E}">
        <p14:creationId xmlns:p14="http://schemas.microsoft.com/office/powerpoint/2010/main" val="30371769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57B0C44F-078B-38D3-7CAC-FFACB7E82C1E}"/>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7B405EF3-5BBE-ABD1-4969-AEB8007FB56D}"/>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7CEC3FD6-887D-C71F-DAE7-2EB5E5BA3036}"/>
              </a:ext>
            </a:extLst>
          </p:cNvPr>
          <p:cNvSpPr>
            <a:spLocks noGrp="1"/>
          </p:cNvSpPr>
          <p:nvPr>
            <p:ph type="sldNum" sz="quarter" idx="4"/>
          </p:nvPr>
        </p:nvSpPr>
        <p:spPr/>
        <p:txBody>
          <a:bodyPr/>
          <a:lstStyle/>
          <a:p>
            <a:fld id="{16A89BA3-132D-40E1-AAB4-CDCD0A14C216}" type="slidenum">
              <a:rPr lang="en-AU" smtClean="0"/>
              <a:pPr/>
              <a:t>8</a:t>
            </a:fld>
            <a:r>
              <a:rPr lang="en-AU"/>
              <a:t>  |</a:t>
            </a:r>
            <a:endParaRPr lang="en-AU" dirty="0"/>
          </a:p>
        </p:txBody>
      </p:sp>
      <p:sp>
        <p:nvSpPr>
          <p:cNvPr id="9" name="Text Placeholder 3">
            <a:extLst>
              <a:ext uri="{FF2B5EF4-FFF2-40B4-BE49-F238E27FC236}">
                <a16:creationId xmlns:a16="http://schemas.microsoft.com/office/drawing/2014/main" id="{AE601981-A421-F56A-1115-A12235648658}"/>
              </a:ext>
            </a:extLst>
          </p:cNvPr>
          <p:cNvSpPr>
            <a:spLocks noGrp="1"/>
          </p:cNvSpPr>
          <p:nvPr>
            <p:ph type="body" sz="quarter" idx="16"/>
          </p:nvPr>
        </p:nvSpPr>
        <p:spPr>
          <a:xfrm>
            <a:off x="0" y="0"/>
            <a:ext cx="7849590" cy="451262"/>
          </a:xfrm>
        </p:spPr>
        <p:txBody>
          <a:bodyPr>
            <a:noAutofit/>
          </a:bodyPr>
          <a:lstStyle/>
          <a:p>
            <a:r>
              <a:rPr lang="en-US" sz="3200" dirty="0"/>
              <a:t>What is Data?</a:t>
            </a:r>
            <a:endParaRPr lang="en-AU" sz="3000" dirty="0">
              <a:latin typeface="Calibri" panose="020F0502020204030204" pitchFamily="34" charset="0"/>
              <a:cs typeface="Calibri" panose="020F0502020204030204" pitchFamily="34" charset="0"/>
            </a:endParaRPr>
          </a:p>
        </p:txBody>
      </p:sp>
      <p:sp>
        <p:nvSpPr>
          <p:cNvPr id="13" name="TextBox 12">
            <a:extLst>
              <a:ext uri="{FF2B5EF4-FFF2-40B4-BE49-F238E27FC236}">
                <a16:creationId xmlns:a16="http://schemas.microsoft.com/office/drawing/2014/main" id="{E0BF0F78-61F4-AFCC-5170-1BE0D72940B8}"/>
              </a:ext>
            </a:extLst>
          </p:cNvPr>
          <p:cNvSpPr txBox="1"/>
          <p:nvPr/>
        </p:nvSpPr>
        <p:spPr>
          <a:xfrm>
            <a:off x="0" y="1154082"/>
            <a:ext cx="9120249" cy="4549835"/>
          </a:xfrm>
          <a:prstGeom prst="rect">
            <a:avLst/>
          </a:prstGeom>
          <a:noFill/>
        </p:spPr>
        <p:txBody>
          <a:bodyPr wrap="square">
            <a:spAutoFit/>
          </a:bodyPr>
          <a:lstStyle/>
          <a:p>
            <a:pPr>
              <a:lnSpc>
                <a:spcPct val="150000"/>
              </a:lnSpc>
            </a:pPr>
            <a:r>
              <a:rPr lang="en-US" sz="2800" b="1" dirty="0">
                <a:latin typeface="Calibri" panose="020F0502020204030204" pitchFamily="34" charset="0"/>
                <a:cs typeface="Calibri" panose="020F0502020204030204" pitchFamily="34" charset="0"/>
              </a:rPr>
              <a:t>Data</a:t>
            </a:r>
            <a:r>
              <a:rPr lang="en-US" sz="2800" dirty="0">
                <a:latin typeface="Calibri" panose="020F0502020204030204" pitchFamily="34" charset="0"/>
                <a:cs typeface="Calibri" panose="020F0502020204030204" pitchFamily="34" charset="0"/>
              </a:rPr>
              <a:t> is raw facts and figures.</a:t>
            </a:r>
          </a:p>
          <a:p>
            <a:pPr>
              <a:lnSpc>
                <a:spcPct val="150000"/>
              </a:lnSpc>
            </a:pPr>
            <a:r>
              <a:rPr lang="en-US" sz="2800" dirty="0">
                <a:latin typeface="Calibri" panose="020F0502020204030204" pitchFamily="34" charset="0"/>
                <a:cs typeface="Calibri" panose="020F0502020204030204" pitchFamily="34" charset="0"/>
              </a:rPr>
              <a:t>Examples: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Name: Ali</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Age: 25</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Temperature: 32°C</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Price: $15.50</a:t>
            </a:r>
          </a:p>
          <a:p>
            <a:pPr>
              <a:lnSpc>
                <a:spcPct val="150000"/>
              </a:lnSpc>
            </a:pPr>
            <a:r>
              <a:rPr lang="en-US" sz="2800" dirty="0">
                <a:latin typeface="Calibri" panose="020F0502020204030204" pitchFamily="34" charset="0"/>
                <a:cs typeface="Calibri" panose="020F0502020204030204" pitchFamily="34" charset="0"/>
              </a:rPr>
              <a:t>Data by itself may not mean much.</a:t>
            </a:r>
          </a:p>
        </p:txBody>
      </p:sp>
    </p:spTree>
    <p:extLst>
      <p:ext uri="{BB962C8B-B14F-4D97-AF65-F5344CB8AC3E}">
        <p14:creationId xmlns:p14="http://schemas.microsoft.com/office/powerpoint/2010/main" val="12592700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000"/>
                                        <p:tgtEl>
                                          <p:spTgt spid="13"/>
                                        </p:tgtEl>
                                      </p:cBhvr>
                                    </p:animEffect>
                                    <p:anim calcmode="lin" valueType="num">
                                      <p:cBhvr>
                                        <p:cTn id="8" dur="1000" fill="hold"/>
                                        <p:tgtEl>
                                          <p:spTgt spid="13"/>
                                        </p:tgtEl>
                                        <p:attrNameLst>
                                          <p:attrName>ppt_x</p:attrName>
                                        </p:attrNameLst>
                                      </p:cBhvr>
                                      <p:tavLst>
                                        <p:tav tm="0">
                                          <p:val>
                                            <p:strVal val="#ppt_x"/>
                                          </p:val>
                                        </p:tav>
                                        <p:tav tm="100000">
                                          <p:val>
                                            <p:strVal val="#ppt_x"/>
                                          </p:val>
                                        </p:tav>
                                      </p:tavLst>
                                    </p:anim>
                                    <p:anim calcmode="lin" valueType="num">
                                      <p:cBhvr>
                                        <p:cTn id="9" dur="1000" fill="hold"/>
                                        <p:tgtEl>
                                          <p:spTgt spid="1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6AF02045-0884-9397-2F21-070F68D69525}"/>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0BAA9882-4DCD-C85A-A688-56A9A86B4DE2}"/>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D1B524AB-9894-18FC-BFAC-2F9C3397D7AC}"/>
              </a:ext>
            </a:extLst>
          </p:cNvPr>
          <p:cNvSpPr>
            <a:spLocks noGrp="1"/>
          </p:cNvSpPr>
          <p:nvPr>
            <p:ph type="sldNum" sz="quarter" idx="4"/>
          </p:nvPr>
        </p:nvSpPr>
        <p:spPr/>
        <p:txBody>
          <a:bodyPr/>
          <a:lstStyle/>
          <a:p>
            <a:fld id="{16A89BA3-132D-40E1-AAB4-CDCD0A14C216}" type="slidenum">
              <a:rPr lang="en-AU" smtClean="0"/>
              <a:pPr/>
              <a:t>9</a:t>
            </a:fld>
            <a:r>
              <a:rPr lang="en-AU"/>
              <a:t>  |</a:t>
            </a:r>
            <a:endParaRPr lang="en-AU" dirty="0"/>
          </a:p>
        </p:txBody>
      </p:sp>
      <p:sp>
        <p:nvSpPr>
          <p:cNvPr id="9" name="Text Placeholder 3">
            <a:extLst>
              <a:ext uri="{FF2B5EF4-FFF2-40B4-BE49-F238E27FC236}">
                <a16:creationId xmlns:a16="http://schemas.microsoft.com/office/drawing/2014/main" id="{8EAB8337-6B96-0E25-A6A1-840CDFAF32D2}"/>
              </a:ext>
            </a:extLst>
          </p:cNvPr>
          <p:cNvSpPr>
            <a:spLocks noGrp="1"/>
          </p:cNvSpPr>
          <p:nvPr>
            <p:ph type="body" sz="quarter" idx="16"/>
          </p:nvPr>
        </p:nvSpPr>
        <p:spPr>
          <a:xfrm>
            <a:off x="0" y="0"/>
            <a:ext cx="7849590" cy="451262"/>
          </a:xfrm>
        </p:spPr>
        <p:txBody>
          <a:bodyPr>
            <a:noAutofit/>
          </a:bodyPr>
          <a:lstStyle/>
          <a:p>
            <a:r>
              <a:rPr lang="en-US" sz="3200" dirty="0"/>
              <a:t>What is Information?</a:t>
            </a:r>
            <a:endParaRPr lang="en-AU" sz="3000" dirty="0">
              <a:latin typeface="Calibri" panose="020F0502020204030204" pitchFamily="34" charset="0"/>
              <a:cs typeface="Calibri" panose="020F0502020204030204" pitchFamily="34" charset="0"/>
            </a:endParaRPr>
          </a:p>
        </p:txBody>
      </p:sp>
      <p:sp>
        <p:nvSpPr>
          <p:cNvPr id="13" name="TextBox 12">
            <a:extLst>
              <a:ext uri="{FF2B5EF4-FFF2-40B4-BE49-F238E27FC236}">
                <a16:creationId xmlns:a16="http://schemas.microsoft.com/office/drawing/2014/main" id="{B465D2D5-C6A2-CD45-17EA-076C31909049}"/>
              </a:ext>
            </a:extLst>
          </p:cNvPr>
          <p:cNvSpPr txBox="1"/>
          <p:nvPr/>
        </p:nvSpPr>
        <p:spPr>
          <a:xfrm>
            <a:off x="0" y="1154082"/>
            <a:ext cx="9120249" cy="3257174"/>
          </a:xfrm>
          <a:prstGeom prst="rect">
            <a:avLst/>
          </a:prstGeom>
          <a:noFill/>
        </p:spPr>
        <p:txBody>
          <a:bodyPr wrap="square">
            <a:spAutoFit/>
          </a:bodyPr>
          <a:lstStyle/>
          <a:p>
            <a:pPr>
              <a:lnSpc>
                <a:spcPct val="150000"/>
              </a:lnSpc>
            </a:pPr>
            <a:r>
              <a:rPr lang="en-US" sz="2800" b="1" dirty="0">
                <a:latin typeface="Calibri" panose="020F0502020204030204" pitchFamily="34" charset="0"/>
                <a:cs typeface="Calibri" panose="020F0502020204030204" pitchFamily="34" charset="0"/>
              </a:rPr>
              <a:t>Information</a:t>
            </a:r>
            <a:r>
              <a:rPr lang="en-US" sz="2800" dirty="0">
                <a:latin typeface="Calibri" panose="020F0502020204030204" pitchFamily="34" charset="0"/>
                <a:cs typeface="Calibri" panose="020F0502020204030204" pitchFamily="34" charset="0"/>
              </a:rPr>
              <a:t> is processed data that has meaning.</a:t>
            </a:r>
          </a:p>
          <a:p>
            <a:pPr>
              <a:lnSpc>
                <a:spcPct val="150000"/>
              </a:lnSpc>
            </a:pPr>
            <a:r>
              <a:rPr lang="en-US" sz="2800" dirty="0">
                <a:latin typeface="Calibri" panose="020F0502020204030204" pitchFamily="34" charset="0"/>
                <a:cs typeface="Calibri" panose="020F0502020204030204" pitchFamily="34" charset="0"/>
              </a:rPr>
              <a:t>Example:</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Data: 32, 34, 36, 38</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Information: “The temperature is increasing.”</a:t>
            </a:r>
          </a:p>
          <a:p>
            <a:pPr>
              <a:lnSpc>
                <a:spcPct val="150000"/>
              </a:lnSpc>
            </a:pPr>
            <a:r>
              <a:rPr lang="en-US" sz="2800" dirty="0">
                <a:latin typeface="Calibri" panose="020F0502020204030204" pitchFamily="34" charset="0"/>
                <a:cs typeface="Calibri" panose="020F0502020204030204" pitchFamily="34" charset="0"/>
              </a:rPr>
              <a:t>Data → Processed → Information</a:t>
            </a:r>
          </a:p>
        </p:txBody>
      </p:sp>
    </p:spTree>
    <p:extLst>
      <p:ext uri="{BB962C8B-B14F-4D97-AF65-F5344CB8AC3E}">
        <p14:creationId xmlns:p14="http://schemas.microsoft.com/office/powerpoint/2010/main" val="32702746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barn(inVertical)">
                                      <p:cBhvr>
                                        <p:cTn id="7"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D6E375E5-6D5F-7C35-8812-B0A4C825731A}"/>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78944F33-C879-D556-DBD7-5B632622548B}"/>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AEFF2A3D-32AA-0A94-C4E7-FB94E12C05B4}"/>
              </a:ext>
            </a:extLst>
          </p:cNvPr>
          <p:cNvSpPr>
            <a:spLocks noGrp="1"/>
          </p:cNvSpPr>
          <p:nvPr>
            <p:ph type="sldNum" sz="quarter" idx="4"/>
          </p:nvPr>
        </p:nvSpPr>
        <p:spPr/>
        <p:txBody>
          <a:bodyPr/>
          <a:lstStyle/>
          <a:p>
            <a:fld id="{16A89BA3-132D-40E1-AAB4-CDCD0A14C216}" type="slidenum">
              <a:rPr lang="en-AU" smtClean="0"/>
              <a:pPr/>
              <a:t>10</a:t>
            </a:fld>
            <a:r>
              <a:rPr lang="en-AU"/>
              <a:t>  |</a:t>
            </a:r>
            <a:endParaRPr lang="en-AU" dirty="0"/>
          </a:p>
        </p:txBody>
      </p:sp>
      <p:sp>
        <p:nvSpPr>
          <p:cNvPr id="9" name="Text Placeholder 3">
            <a:extLst>
              <a:ext uri="{FF2B5EF4-FFF2-40B4-BE49-F238E27FC236}">
                <a16:creationId xmlns:a16="http://schemas.microsoft.com/office/drawing/2014/main" id="{CFD6D763-CA91-8FA1-9339-5F68E2E0DD65}"/>
              </a:ext>
            </a:extLst>
          </p:cNvPr>
          <p:cNvSpPr>
            <a:spLocks noGrp="1"/>
          </p:cNvSpPr>
          <p:nvPr>
            <p:ph type="body" sz="quarter" idx="16"/>
          </p:nvPr>
        </p:nvSpPr>
        <p:spPr>
          <a:xfrm>
            <a:off x="0" y="0"/>
            <a:ext cx="7849590" cy="451262"/>
          </a:xfrm>
        </p:spPr>
        <p:txBody>
          <a:bodyPr>
            <a:noAutofit/>
          </a:bodyPr>
          <a:lstStyle/>
          <a:p>
            <a:r>
              <a:rPr lang="en-US" sz="3200" dirty="0"/>
              <a:t>Why Data is important?</a:t>
            </a:r>
            <a:endParaRPr lang="en-AU" sz="3000" dirty="0">
              <a:latin typeface="Calibri" panose="020F0502020204030204" pitchFamily="34" charset="0"/>
              <a:cs typeface="Calibri" panose="020F0502020204030204" pitchFamily="34" charset="0"/>
            </a:endParaRPr>
          </a:p>
        </p:txBody>
      </p:sp>
      <p:sp>
        <p:nvSpPr>
          <p:cNvPr id="13" name="TextBox 12">
            <a:extLst>
              <a:ext uri="{FF2B5EF4-FFF2-40B4-BE49-F238E27FC236}">
                <a16:creationId xmlns:a16="http://schemas.microsoft.com/office/drawing/2014/main" id="{53B08B01-A669-A04A-BD3E-9D4CE3F33910}"/>
              </a:ext>
            </a:extLst>
          </p:cNvPr>
          <p:cNvSpPr txBox="1"/>
          <p:nvPr/>
        </p:nvSpPr>
        <p:spPr>
          <a:xfrm>
            <a:off x="0" y="882783"/>
            <a:ext cx="9120249" cy="5196166"/>
          </a:xfrm>
          <a:prstGeom prst="rect">
            <a:avLst/>
          </a:prstGeom>
          <a:noFill/>
        </p:spPr>
        <p:txBody>
          <a:bodyPr wrap="square">
            <a:spAutoFit/>
          </a:bodyPr>
          <a:lstStyle/>
          <a:p>
            <a:pPr>
              <a:lnSpc>
                <a:spcPct val="150000"/>
              </a:lnSpc>
            </a:pPr>
            <a:r>
              <a:rPr lang="en-US" sz="2800" dirty="0">
                <a:latin typeface="Calibri" panose="020F0502020204030204" pitchFamily="34" charset="0"/>
                <a:cs typeface="Calibri" panose="020F0502020204030204" pitchFamily="34" charset="0"/>
              </a:rPr>
              <a:t>Organizations use data to:</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Make decisions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Track performance</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Predict trends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Improve services</a:t>
            </a:r>
          </a:p>
          <a:p>
            <a:pPr>
              <a:lnSpc>
                <a:spcPct val="150000"/>
              </a:lnSpc>
            </a:pPr>
            <a:r>
              <a:rPr lang="en-US" sz="2800" dirty="0">
                <a:latin typeface="Calibri" panose="020F0502020204030204" pitchFamily="34" charset="0"/>
                <a:cs typeface="Calibri" panose="020F0502020204030204" pitchFamily="34" charset="0"/>
              </a:rPr>
              <a:t>Example:</a:t>
            </a:r>
            <a:br>
              <a:rPr lang="en-US" sz="2800" dirty="0">
                <a:latin typeface="Calibri" panose="020F0502020204030204" pitchFamily="34" charset="0"/>
                <a:cs typeface="Calibri" panose="020F0502020204030204" pitchFamily="34" charset="0"/>
              </a:rPr>
            </a:br>
            <a:r>
              <a:rPr lang="en-US" sz="2800" dirty="0">
                <a:latin typeface="Calibri" panose="020F0502020204030204" pitchFamily="34" charset="0"/>
                <a:cs typeface="Calibri" panose="020F0502020204030204" pitchFamily="34" charset="0"/>
              </a:rPr>
              <a:t>A supermarket uses sales data to decide what products to restock.</a:t>
            </a:r>
          </a:p>
        </p:txBody>
      </p:sp>
    </p:spTree>
    <p:extLst>
      <p:ext uri="{BB962C8B-B14F-4D97-AF65-F5344CB8AC3E}">
        <p14:creationId xmlns:p14="http://schemas.microsoft.com/office/powerpoint/2010/main" val="20034513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000"/>
                                        <p:tgtEl>
                                          <p:spTgt spid="13"/>
                                        </p:tgtEl>
                                      </p:cBhvr>
                                    </p:animEffect>
                                    <p:anim calcmode="lin" valueType="num">
                                      <p:cBhvr>
                                        <p:cTn id="8" dur="1000" fill="hold"/>
                                        <p:tgtEl>
                                          <p:spTgt spid="13"/>
                                        </p:tgtEl>
                                        <p:attrNameLst>
                                          <p:attrName>ppt_x</p:attrName>
                                        </p:attrNameLst>
                                      </p:cBhvr>
                                      <p:tavLst>
                                        <p:tav tm="0">
                                          <p:val>
                                            <p:strVal val="#ppt_x"/>
                                          </p:val>
                                        </p:tav>
                                        <p:tav tm="100000">
                                          <p:val>
                                            <p:strVal val="#ppt_x"/>
                                          </p:val>
                                        </p:tav>
                                      </p:tavLst>
                                    </p:anim>
                                    <p:anim calcmode="lin" valueType="num">
                                      <p:cBhvr>
                                        <p:cTn id="9" dur="1000" fill="hold"/>
                                        <p:tgtEl>
                                          <p:spTgt spid="1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0CBB8423-98E1-B859-CDDF-38E02AE67E64}"/>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3C13924C-9A1D-814F-045D-4EC70B2CC593}"/>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6F4B28A0-D5C6-55A3-3652-F314A431C094}"/>
              </a:ext>
            </a:extLst>
          </p:cNvPr>
          <p:cNvSpPr>
            <a:spLocks noGrp="1"/>
          </p:cNvSpPr>
          <p:nvPr>
            <p:ph type="sldNum" sz="quarter" idx="4"/>
          </p:nvPr>
        </p:nvSpPr>
        <p:spPr/>
        <p:txBody>
          <a:bodyPr/>
          <a:lstStyle/>
          <a:p>
            <a:fld id="{16A89BA3-132D-40E1-AAB4-CDCD0A14C216}" type="slidenum">
              <a:rPr lang="en-AU" smtClean="0"/>
              <a:pPr/>
              <a:t>11</a:t>
            </a:fld>
            <a:r>
              <a:rPr lang="en-AU"/>
              <a:t>  |</a:t>
            </a:r>
            <a:endParaRPr lang="en-AU" dirty="0"/>
          </a:p>
        </p:txBody>
      </p:sp>
      <p:sp>
        <p:nvSpPr>
          <p:cNvPr id="9" name="Text Placeholder 3">
            <a:extLst>
              <a:ext uri="{FF2B5EF4-FFF2-40B4-BE49-F238E27FC236}">
                <a16:creationId xmlns:a16="http://schemas.microsoft.com/office/drawing/2014/main" id="{85B0C136-F8F0-CEBF-C467-E243A7E5F1E1}"/>
              </a:ext>
            </a:extLst>
          </p:cNvPr>
          <p:cNvSpPr>
            <a:spLocks noGrp="1"/>
          </p:cNvSpPr>
          <p:nvPr>
            <p:ph type="body" sz="quarter" idx="16"/>
          </p:nvPr>
        </p:nvSpPr>
        <p:spPr>
          <a:xfrm>
            <a:off x="0" y="0"/>
            <a:ext cx="7849590" cy="451262"/>
          </a:xfrm>
        </p:spPr>
        <p:txBody>
          <a:bodyPr>
            <a:noAutofit/>
          </a:bodyPr>
          <a:lstStyle/>
          <a:p>
            <a:r>
              <a:rPr lang="en-US" sz="3200" dirty="0"/>
              <a:t>Analogy</a:t>
            </a:r>
            <a:endParaRPr lang="en-AU" sz="3000" dirty="0">
              <a:latin typeface="Calibri" panose="020F0502020204030204" pitchFamily="34" charset="0"/>
              <a:cs typeface="Calibri" panose="020F0502020204030204" pitchFamily="34" charset="0"/>
            </a:endParaRPr>
          </a:p>
        </p:txBody>
      </p:sp>
      <p:sp>
        <p:nvSpPr>
          <p:cNvPr id="13" name="TextBox 12">
            <a:extLst>
              <a:ext uri="{FF2B5EF4-FFF2-40B4-BE49-F238E27FC236}">
                <a16:creationId xmlns:a16="http://schemas.microsoft.com/office/drawing/2014/main" id="{07BD46CE-A464-9300-52A8-D4044765110D}"/>
              </a:ext>
            </a:extLst>
          </p:cNvPr>
          <p:cNvSpPr txBox="1"/>
          <p:nvPr/>
        </p:nvSpPr>
        <p:spPr>
          <a:xfrm>
            <a:off x="0" y="1642891"/>
            <a:ext cx="9120249" cy="3903504"/>
          </a:xfrm>
          <a:prstGeom prst="rect">
            <a:avLst/>
          </a:prstGeom>
          <a:noFill/>
        </p:spPr>
        <p:txBody>
          <a:bodyPr wrap="square">
            <a:spAutoFit/>
          </a:bodyPr>
          <a:lstStyle/>
          <a:p>
            <a:pPr lvl="0" eaLnBrk="0" fontAlgn="base" hangingPunct="0">
              <a:lnSpc>
                <a:spcPct val="150000"/>
              </a:lnSpc>
              <a:spcBef>
                <a:spcPct val="0"/>
              </a:spcBef>
              <a:spcAft>
                <a:spcPct val="0"/>
              </a:spcAft>
            </a:pPr>
            <a:r>
              <a:rPr lang="en-US" altLang="en-US" sz="2800" dirty="0">
                <a:latin typeface="Calibri" panose="020F0502020204030204" pitchFamily="34" charset="0"/>
                <a:cs typeface="Calibri" panose="020F0502020204030204" pitchFamily="34" charset="0"/>
              </a:rPr>
              <a:t>Data is like ingredients (flour, eggs, sugar).</a:t>
            </a:r>
            <a:br>
              <a:rPr lang="en-US" altLang="en-US" sz="2800" dirty="0">
                <a:latin typeface="Calibri" panose="020F0502020204030204" pitchFamily="34" charset="0"/>
                <a:cs typeface="Calibri" panose="020F0502020204030204" pitchFamily="34" charset="0"/>
              </a:rPr>
            </a:br>
            <a:r>
              <a:rPr lang="en-US" altLang="en-US" sz="2800" dirty="0">
                <a:latin typeface="Calibri" panose="020F0502020204030204" pitchFamily="34" charset="0"/>
                <a:cs typeface="Calibri" panose="020F0502020204030204" pitchFamily="34" charset="0"/>
              </a:rPr>
              <a:t>Information is the cake you bake using those ingredients!</a:t>
            </a:r>
          </a:p>
          <a:p>
            <a:pPr lvl="0" eaLnBrk="0" fontAlgn="base" hangingPunct="0">
              <a:lnSpc>
                <a:spcPct val="150000"/>
              </a:lnSpc>
              <a:spcBef>
                <a:spcPct val="0"/>
              </a:spcBef>
              <a:spcAft>
                <a:spcPct val="0"/>
              </a:spcAft>
            </a:pPr>
            <a:r>
              <a:rPr lang="en-US" altLang="en-US" sz="2800" b="1" dirty="0">
                <a:latin typeface="Calibri" panose="020F0502020204030204" pitchFamily="34" charset="0"/>
                <a:cs typeface="Calibri" panose="020F0502020204030204" pitchFamily="34" charset="0"/>
              </a:rPr>
              <a:t>Australian Example:</a:t>
            </a:r>
            <a:br>
              <a:rPr lang="en-US" altLang="en-US" sz="2800" dirty="0">
                <a:latin typeface="Calibri" panose="020F0502020204030204" pitchFamily="34" charset="0"/>
                <a:cs typeface="Calibri" panose="020F0502020204030204" pitchFamily="34" charset="0"/>
              </a:rPr>
            </a:br>
            <a:r>
              <a:rPr lang="en-US" altLang="en-US" sz="2800" dirty="0">
                <a:latin typeface="Calibri" panose="020F0502020204030204" pitchFamily="34" charset="0"/>
                <a:cs typeface="Calibri" panose="020F0502020204030204" pitchFamily="34" charset="0"/>
              </a:rPr>
              <a:t>Data: 24°C, 60% humidity</a:t>
            </a:r>
            <a:br>
              <a:rPr lang="en-US" altLang="en-US" sz="2800" dirty="0">
                <a:latin typeface="Calibri" panose="020F0502020204030204" pitchFamily="34" charset="0"/>
                <a:cs typeface="Calibri" panose="020F0502020204030204" pitchFamily="34" charset="0"/>
              </a:rPr>
            </a:br>
            <a:r>
              <a:rPr lang="en-US" altLang="en-US" sz="2800" dirty="0">
                <a:latin typeface="Calibri" panose="020F0502020204030204" pitchFamily="34" charset="0"/>
                <a:cs typeface="Calibri" panose="020F0502020204030204" pitchFamily="34" charset="0"/>
              </a:rPr>
              <a:t>Information: "It’s a warm and slightly humid day in Melbourne – wear light clothing."</a:t>
            </a:r>
          </a:p>
        </p:txBody>
      </p:sp>
    </p:spTree>
    <p:extLst>
      <p:ext uri="{BB962C8B-B14F-4D97-AF65-F5344CB8AC3E}">
        <p14:creationId xmlns:p14="http://schemas.microsoft.com/office/powerpoint/2010/main" val="70264598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A35CE4FF-6EFB-1791-E51A-B916C9CD84CD}"/>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2CF83C8A-528B-D029-765C-FE80914668F4}"/>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262D2013-F97F-6F0A-0F40-4E3741F960C5}"/>
              </a:ext>
            </a:extLst>
          </p:cNvPr>
          <p:cNvSpPr>
            <a:spLocks noGrp="1"/>
          </p:cNvSpPr>
          <p:nvPr>
            <p:ph type="sldNum" sz="quarter" idx="4"/>
          </p:nvPr>
        </p:nvSpPr>
        <p:spPr/>
        <p:txBody>
          <a:bodyPr/>
          <a:lstStyle/>
          <a:p>
            <a:fld id="{16A89BA3-132D-40E1-AAB4-CDCD0A14C216}" type="slidenum">
              <a:rPr lang="en-AU" smtClean="0"/>
              <a:pPr/>
              <a:t>12</a:t>
            </a:fld>
            <a:r>
              <a:rPr lang="en-AU"/>
              <a:t>  |</a:t>
            </a:r>
            <a:endParaRPr lang="en-AU" dirty="0"/>
          </a:p>
        </p:txBody>
      </p:sp>
      <p:sp>
        <p:nvSpPr>
          <p:cNvPr id="9" name="Text Placeholder 3">
            <a:extLst>
              <a:ext uri="{FF2B5EF4-FFF2-40B4-BE49-F238E27FC236}">
                <a16:creationId xmlns:a16="http://schemas.microsoft.com/office/drawing/2014/main" id="{658CA9E3-9FB2-E9A5-836D-FEAA746B845F}"/>
              </a:ext>
            </a:extLst>
          </p:cNvPr>
          <p:cNvSpPr>
            <a:spLocks noGrp="1"/>
          </p:cNvSpPr>
          <p:nvPr>
            <p:ph type="body" sz="quarter" idx="16"/>
          </p:nvPr>
        </p:nvSpPr>
        <p:spPr>
          <a:xfrm>
            <a:off x="0" y="0"/>
            <a:ext cx="7849590" cy="451262"/>
          </a:xfrm>
        </p:spPr>
        <p:txBody>
          <a:bodyPr>
            <a:noAutofit/>
          </a:bodyPr>
          <a:lstStyle/>
          <a:p>
            <a:r>
              <a:rPr lang="en-US" sz="3200" dirty="0"/>
              <a:t>Basic Concepts</a:t>
            </a:r>
            <a:endParaRPr lang="en-AU" sz="3000" dirty="0">
              <a:latin typeface="Calibri" panose="020F0502020204030204" pitchFamily="34" charset="0"/>
              <a:cs typeface="Calibri" panose="020F0502020204030204" pitchFamily="34" charset="0"/>
            </a:endParaRPr>
          </a:p>
        </p:txBody>
      </p:sp>
      <p:sp>
        <p:nvSpPr>
          <p:cNvPr id="13" name="TextBox 12">
            <a:extLst>
              <a:ext uri="{FF2B5EF4-FFF2-40B4-BE49-F238E27FC236}">
                <a16:creationId xmlns:a16="http://schemas.microsoft.com/office/drawing/2014/main" id="{E497DBE5-E96A-1E66-A505-0962834A1969}"/>
              </a:ext>
            </a:extLst>
          </p:cNvPr>
          <p:cNvSpPr txBox="1"/>
          <p:nvPr/>
        </p:nvSpPr>
        <p:spPr>
          <a:xfrm>
            <a:off x="0" y="882783"/>
            <a:ext cx="9120249" cy="1964512"/>
          </a:xfrm>
          <a:prstGeom prst="rect">
            <a:avLst/>
          </a:prstGeom>
          <a:noFill/>
        </p:spPr>
        <p:txBody>
          <a:bodyPr wrap="square">
            <a:spAutoFit/>
          </a:bodyPr>
          <a:lstStyle/>
          <a:p>
            <a:pPr>
              <a:lnSpc>
                <a:spcPct val="150000"/>
              </a:lnSpc>
            </a:pPr>
            <a:r>
              <a:rPr lang="en-US" sz="2800" b="1" dirty="0">
                <a:latin typeface="Calibri" panose="020F0502020204030204" pitchFamily="34" charset="0"/>
                <a:cs typeface="Calibri" panose="020F0502020204030204" pitchFamily="34" charset="0"/>
              </a:rPr>
              <a:t>1. Data vs Information</a:t>
            </a:r>
          </a:p>
          <a:p>
            <a:pPr marL="914400" lvl="1" indent="-457200">
              <a:lnSpc>
                <a:spcPct val="150000"/>
              </a:lnSpc>
              <a:buFont typeface="Arial" panose="020B0604020202020204" pitchFamily="34" charset="0"/>
              <a:buChar char="•"/>
            </a:pPr>
            <a:r>
              <a:rPr lang="en-US" sz="2800" b="1" dirty="0">
                <a:latin typeface="Calibri" panose="020F0502020204030204" pitchFamily="34" charset="0"/>
                <a:cs typeface="Calibri" panose="020F0502020204030204" pitchFamily="34" charset="0"/>
              </a:rPr>
              <a:t>Data</a:t>
            </a:r>
            <a:r>
              <a:rPr lang="en-US" sz="2800" dirty="0">
                <a:latin typeface="Calibri" panose="020F0502020204030204" pitchFamily="34" charset="0"/>
                <a:cs typeface="Calibri" panose="020F0502020204030204" pitchFamily="34" charset="0"/>
              </a:rPr>
              <a:t> = raw facts</a:t>
            </a:r>
          </a:p>
          <a:p>
            <a:pPr marL="914400" lvl="1" indent="-457200">
              <a:lnSpc>
                <a:spcPct val="150000"/>
              </a:lnSpc>
              <a:buFont typeface="Arial" panose="020B0604020202020204" pitchFamily="34" charset="0"/>
              <a:buChar char="•"/>
            </a:pPr>
            <a:r>
              <a:rPr lang="en-US" sz="2800" b="1" dirty="0">
                <a:latin typeface="Calibri" panose="020F0502020204030204" pitchFamily="34" charset="0"/>
                <a:cs typeface="Calibri" panose="020F0502020204030204" pitchFamily="34" charset="0"/>
              </a:rPr>
              <a:t>Information</a:t>
            </a:r>
            <a:r>
              <a:rPr lang="en-US" sz="2800" dirty="0">
                <a:latin typeface="Calibri" panose="020F0502020204030204" pitchFamily="34" charset="0"/>
                <a:cs typeface="Calibri" panose="020F0502020204030204" pitchFamily="34" charset="0"/>
              </a:rPr>
              <a:t> = organized, meaningful data</a:t>
            </a:r>
          </a:p>
        </p:txBody>
      </p:sp>
    </p:spTree>
    <p:extLst>
      <p:ext uri="{BB962C8B-B14F-4D97-AF65-F5344CB8AC3E}">
        <p14:creationId xmlns:p14="http://schemas.microsoft.com/office/powerpoint/2010/main" val="300550930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D636308E-5170-4D54-B3B5-AF73C8644BC7}"/>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D492B26A-391C-ACF3-7474-5ABD6CA2C201}"/>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D472C79F-E08B-36F2-5039-A7817EE37662}"/>
              </a:ext>
            </a:extLst>
          </p:cNvPr>
          <p:cNvSpPr>
            <a:spLocks noGrp="1"/>
          </p:cNvSpPr>
          <p:nvPr>
            <p:ph type="sldNum" sz="quarter" idx="4"/>
          </p:nvPr>
        </p:nvSpPr>
        <p:spPr/>
        <p:txBody>
          <a:bodyPr/>
          <a:lstStyle/>
          <a:p>
            <a:fld id="{16A89BA3-132D-40E1-AAB4-CDCD0A14C216}" type="slidenum">
              <a:rPr lang="en-AU" smtClean="0"/>
              <a:pPr/>
              <a:t>13</a:t>
            </a:fld>
            <a:r>
              <a:rPr lang="en-AU"/>
              <a:t>  |</a:t>
            </a:r>
            <a:endParaRPr lang="en-AU" dirty="0"/>
          </a:p>
        </p:txBody>
      </p:sp>
      <p:sp>
        <p:nvSpPr>
          <p:cNvPr id="9" name="Text Placeholder 3">
            <a:extLst>
              <a:ext uri="{FF2B5EF4-FFF2-40B4-BE49-F238E27FC236}">
                <a16:creationId xmlns:a16="http://schemas.microsoft.com/office/drawing/2014/main" id="{F079FA8E-746F-F760-638D-66FE63DFACDE}"/>
              </a:ext>
            </a:extLst>
          </p:cNvPr>
          <p:cNvSpPr>
            <a:spLocks noGrp="1"/>
          </p:cNvSpPr>
          <p:nvPr>
            <p:ph type="body" sz="quarter" idx="16"/>
          </p:nvPr>
        </p:nvSpPr>
        <p:spPr>
          <a:xfrm>
            <a:off x="0" y="0"/>
            <a:ext cx="7849590" cy="451262"/>
          </a:xfrm>
        </p:spPr>
        <p:txBody>
          <a:bodyPr>
            <a:noAutofit/>
          </a:bodyPr>
          <a:lstStyle/>
          <a:p>
            <a:r>
              <a:rPr lang="en-US" sz="3200" dirty="0"/>
              <a:t>Basic Concepts</a:t>
            </a:r>
            <a:endParaRPr lang="en-AU" sz="3000" dirty="0">
              <a:latin typeface="Calibri" panose="020F0502020204030204" pitchFamily="34" charset="0"/>
              <a:cs typeface="Calibri" panose="020F0502020204030204" pitchFamily="34" charset="0"/>
            </a:endParaRPr>
          </a:p>
        </p:txBody>
      </p:sp>
      <p:sp>
        <p:nvSpPr>
          <p:cNvPr id="13" name="TextBox 12">
            <a:extLst>
              <a:ext uri="{FF2B5EF4-FFF2-40B4-BE49-F238E27FC236}">
                <a16:creationId xmlns:a16="http://schemas.microsoft.com/office/drawing/2014/main" id="{86EDDE0F-8DD6-0541-8B7F-26F31723AB00}"/>
              </a:ext>
            </a:extLst>
          </p:cNvPr>
          <p:cNvSpPr txBox="1"/>
          <p:nvPr/>
        </p:nvSpPr>
        <p:spPr>
          <a:xfrm>
            <a:off x="0" y="882783"/>
            <a:ext cx="9120249" cy="2610843"/>
          </a:xfrm>
          <a:prstGeom prst="rect">
            <a:avLst/>
          </a:prstGeom>
          <a:noFill/>
        </p:spPr>
        <p:txBody>
          <a:bodyPr wrap="square">
            <a:spAutoFit/>
          </a:bodyPr>
          <a:lstStyle/>
          <a:p>
            <a:pPr>
              <a:lnSpc>
                <a:spcPct val="150000"/>
              </a:lnSpc>
            </a:pPr>
            <a:r>
              <a:rPr lang="en-US" sz="2800" b="1" dirty="0">
                <a:latin typeface="Calibri" panose="020F0502020204030204" pitchFamily="34" charset="0"/>
                <a:cs typeface="Calibri" panose="020F0502020204030204" pitchFamily="34" charset="0"/>
              </a:rPr>
              <a:t>2. Types of Data</a:t>
            </a:r>
          </a:p>
          <a:p>
            <a:pPr>
              <a:lnSpc>
                <a:spcPct val="150000"/>
              </a:lnSpc>
            </a:pPr>
            <a:r>
              <a:rPr lang="en-US" sz="2800" b="1" dirty="0">
                <a:latin typeface="Calibri" panose="020F0502020204030204" pitchFamily="34" charset="0"/>
                <a:cs typeface="Calibri" panose="020F0502020204030204" pitchFamily="34" charset="0"/>
              </a:rPr>
              <a:t>Structured Data</a:t>
            </a:r>
          </a:p>
          <a:p>
            <a:pPr>
              <a:lnSpc>
                <a:spcPct val="150000"/>
              </a:lnSpc>
            </a:pPr>
            <a:r>
              <a:rPr lang="en-US" sz="2800" dirty="0">
                <a:latin typeface="Calibri" panose="020F0502020204030204" pitchFamily="34" charset="0"/>
                <a:cs typeface="Calibri" panose="020F0502020204030204" pitchFamily="34" charset="0"/>
              </a:rPr>
              <a:t>Organized in rows and columns.</a:t>
            </a:r>
            <a:br>
              <a:rPr lang="en-US" sz="2800" dirty="0">
                <a:latin typeface="Calibri" panose="020F0502020204030204" pitchFamily="34" charset="0"/>
                <a:cs typeface="Calibri" panose="020F0502020204030204" pitchFamily="34" charset="0"/>
              </a:rPr>
            </a:br>
            <a:r>
              <a:rPr lang="en-US" sz="2800" dirty="0">
                <a:latin typeface="Calibri" panose="020F0502020204030204" pitchFamily="34" charset="0"/>
                <a:cs typeface="Calibri" panose="020F0502020204030204" pitchFamily="34" charset="0"/>
              </a:rPr>
              <a:t>Example:</a:t>
            </a:r>
          </a:p>
        </p:txBody>
      </p:sp>
      <p:graphicFrame>
        <p:nvGraphicFramePr>
          <p:cNvPr id="2" name="Table 1">
            <a:extLst>
              <a:ext uri="{FF2B5EF4-FFF2-40B4-BE49-F238E27FC236}">
                <a16:creationId xmlns:a16="http://schemas.microsoft.com/office/drawing/2014/main" id="{F7C2ED0F-D864-1283-07DF-2FA1C2D546F3}"/>
              </a:ext>
            </a:extLst>
          </p:cNvPr>
          <p:cNvGraphicFramePr>
            <a:graphicFrameLocks noGrp="1"/>
          </p:cNvGraphicFramePr>
          <p:nvPr/>
        </p:nvGraphicFramePr>
        <p:xfrm>
          <a:off x="137037" y="3660775"/>
          <a:ext cx="7886700" cy="1036320"/>
        </p:xfrm>
        <a:graphic>
          <a:graphicData uri="http://schemas.openxmlformats.org/drawingml/2006/table">
            <a:tbl>
              <a:tblPr>
                <a:tableStyleId>{ED083AE6-46FA-4A59-8FB0-9F97EB10719F}</a:tableStyleId>
              </a:tblPr>
              <a:tblGrid>
                <a:gridCol w="2628900">
                  <a:extLst>
                    <a:ext uri="{9D8B030D-6E8A-4147-A177-3AD203B41FA5}">
                      <a16:colId xmlns:a16="http://schemas.microsoft.com/office/drawing/2014/main" val="467361558"/>
                    </a:ext>
                  </a:extLst>
                </a:gridCol>
                <a:gridCol w="2628900">
                  <a:extLst>
                    <a:ext uri="{9D8B030D-6E8A-4147-A177-3AD203B41FA5}">
                      <a16:colId xmlns:a16="http://schemas.microsoft.com/office/drawing/2014/main" val="1130186881"/>
                    </a:ext>
                  </a:extLst>
                </a:gridCol>
                <a:gridCol w="2628900">
                  <a:extLst>
                    <a:ext uri="{9D8B030D-6E8A-4147-A177-3AD203B41FA5}">
                      <a16:colId xmlns:a16="http://schemas.microsoft.com/office/drawing/2014/main" val="3456521480"/>
                    </a:ext>
                  </a:extLst>
                </a:gridCol>
              </a:tblGrid>
              <a:tr h="0">
                <a:tc>
                  <a:txBody>
                    <a:bodyPr/>
                    <a:lstStyle/>
                    <a:p>
                      <a:pPr>
                        <a:buNone/>
                      </a:pPr>
                      <a:r>
                        <a:rPr lang="en-US" sz="2800" dirty="0">
                          <a:latin typeface="Calibri" panose="020F0502020204030204" pitchFamily="34" charset="0"/>
                          <a:cs typeface="Calibri" panose="020F0502020204030204" pitchFamily="34" charset="0"/>
                        </a:rPr>
                        <a:t>ID</a:t>
                      </a:r>
                    </a:p>
                  </a:txBody>
                  <a:tcPr anchor="ctr"/>
                </a:tc>
                <a:tc>
                  <a:txBody>
                    <a:bodyPr/>
                    <a:lstStyle/>
                    <a:p>
                      <a:pPr>
                        <a:buNone/>
                      </a:pPr>
                      <a:r>
                        <a:rPr lang="en-US" sz="2800">
                          <a:latin typeface="Calibri" panose="020F0502020204030204" pitchFamily="34" charset="0"/>
                          <a:cs typeface="Calibri" panose="020F0502020204030204" pitchFamily="34" charset="0"/>
                        </a:rPr>
                        <a:t>Name</a:t>
                      </a:r>
                    </a:p>
                  </a:txBody>
                  <a:tcPr anchor="ctr"/>
                </a:tc>
                <a:tc>
                  <a:txBody>
                    <a:bodyPr/>
                    <a:lstStyle/>
                    <a:p>
                      <a:pPr>
                        <a:buNone/>
                      </a:pPr>
                      <a:r>
                        <a:rPr lang="en-US" sz="2800">
                          <a:latin typeface="Calibri" panose="020F0502020204030204" pitchFamily="34" charset="0"/>
                          <a:cs typeface="Calibri" panose="020F0502020204030204" pitchFamily="34" charset="0"/>
                        </a:rPr>
                        <a:t>Age</a:t>
                      </a:r>
                    </a:p>
                  </a:txBody>
                  <a:tcPr anchor="ctr"/>
                </a:tc>
                <a:extLst>
                  <a:ext uri="{0D108BD9-81ED-4DB2-BD59-A6C34878D82A}">
                    <a16:rowId xmlns:a16="http://schemas.microsoft.com/office/drawing/2014/main" val="707729838"/>
                  </a:ext>
                </a:extLst>
              </a:tr>
              <a:tr h="0">
                <a:tc>
                  <a:txBody>
                    <a:bodyPr/>
                    <a:lstStyle/>
                    <a:p>
                      <a:pPr>
                        <a:buNone/>
                      </a:pPr>
                      <a:r>
                        <a:rPr lang="en-US" sz="2800">
                          <a:latin typeface="Calibri" panose="020F0502020204030204" pitchFamily="34" charset="0"/>
                          <a:cs typeface="Calibri" panose="020F0502020204030204" pitchFamily="34" charset="0"/>
                        </a:rPr>
                        <a:t>1</a:t>
                      </a:r>
                    </a:p>
                  </a:txBody>
                  <a:tcPr anchor="ctr"/>
                </a:tc>
                <a:tc>
                  <a:txBody>
                    <a:bodyPr/>
                    <a:lstStyle/>
                    <a:p>
                      <a:pPr>
                        <a:buNone/>
                      </a:pPr>
                      <a:r>
                        <a:rPr lang="en-US" sz="2800">
                          <a:latin typeface="Calibri" panose="020F0502020204030204" pitchFamily="34" charset="0"/>
                          <a:cs typeface="Calibri" panose="020F0502020204030204" pitchFamily="34" charset="0"/>
                        </a:rPr>
                        <a:t>Sara</a:t>
                      </a:r>
                    </a:p>
                  </a:txBody>
                  <a:tcPr anchor="ctr"/>
                </a:tc>
                <a:tc>
                  <a:txBody>
                    <a:bodyPr/>
                    <a:lstStyle/>
                    <a:p>
                      <a:pPr>
                        <a:buNone/>
                      </a:pPr>
                      <a:r>
                        <a:rPr lang="en-US" sz="2800" dirty="0">
                          <a:latin typeface="Calibri" panose="020F0502020204030204" pitchFamily="34" charset="0"/>
                          <a:cs typeface="Calibri" panose="020F0502020204030204" pitchFamily="34" charset="0"/>
                        </a:rPr>
                        <a:t>22</a:t>
                      </a:r>
                    </a:p>
                  </a:txBody>
                  <a:tcPr anchor="ctr"/>
                </a:tc>
                <a:extLst>
                  <a:ext uri="{0D108BD9-81ED-4DB2-BD59-A6C34878D82A}">
                    <a16:rowId xmlns:a16="http://schemas.microsoft.com/office/drawing/2014/main" val="2305770057"/>
                  </a:ext>
                </a:extLst>
              </a:tr>
            </a:tbl>
          </a:graphicData>
        </a:graphic>
      </p:graphicFrame>
      <p:sp>
        <p:nvSpPr>
          <p:cNvPr id="7" name="TextBox 6">
            <a:extLst>
              <a:ext uri="{FF2B5EF4-FFF2-40B4-BE49-F238E27FC236}">
                <a16:creationId xmlns:a16="http://schemas.microsoft.com/office/drawing/2014/main" id="{1CF2216B-1F11-7540-98DD-34C307CEDE26}"/>
              </a:ext>
            </a:extLst>
          </p:cNvPr>
          <p:cNvSpPr txBox="1"/>
          <p:nvPr/>
        </p:nvSpPr>
        <p:spPr>
          <a:xfrm>
            <a:off x="0" y="4937940"/>
            <a:ext cx="4650658" cy="523220"/>
          </a:xfrm>
          <a:prstGeom prst="rect">
            <a:avLst/>
          </a:prstGeom>
          <a:noFill/>
        </p:spPr>
        <p:txBody>
          <a:bodyPr wrap="square">
            <a:spAutoFit/>
          </a:bodyPr>
          <a:lstStyle/>
          <a:p>
            <a:r>
              <a:rPr lang="en-US" sz="2800" dirty="0">
                <a:latin typeface="Calibri" panose="020F0502020204030204" pitchFamily="34" charset="0"/>
                <a:cs typeface="Calibri" panose="020F0502020204030204" pitchFamily="34" charset="0"/>
              </a:rPr>
              <a:t>Used in databases.</a:t>
            </a:r>
          </a:p>
        </p:txBody>
      </p:sp>
    </p:spTree>
    <p:extLst>
      <p:ext uri="{BB962C8B-B14F-4D97-AF65-F5344CB8AC3E}">
        <p14:creationId xmlns:p14="http://schemas.microsoft.com/office/powerpoint/2010/main" val="384090050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2A5FD11A-5A36-AF42-4F4B-1DDEC8E9F29E}"/>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CE0671FA-7975-0440-6E05-41D200039B0A}"/>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C8750A27-7186-5688-BBC3-CA95A8F632B4}"/>
              </a:ext>
            </a:extLst>
          </p:cNvPr>
          <p:cNvSpPr>
            <a:spLocks noGrp="1"/>
          </p:cNvSpPr>
          <p:nvPr>
            <p:ph type="sldNum" sz="quarter" idx="4"/>
          </p:nvPr>
        </p:nvSpPr>
        <p:spPr/>
        <p:txBody>
          <a:bodyPr/>
          <a:lstStyle/>
          <a:p>
            <a:fld id="{16A89BA3-132D-40E1-AAB4-CDCD0A14C216}" type="slidenum">
              <a:rPr lang="en-AU" smtClean="0"/>
              <a:pPr/>
              <a:t>14</a:t>
            </a:fld>
            <a:r>
              <a:rPr lang="en-AU"/>
              <a:t>  |</a:t>
            </a:r>
            <a:endParaRPr lang="en-AU" dirty="0"/>
          </a:p>
        </p:txBody>
      </p:sp>
      <p:sp>
        <p:nvSpPr>
          <p:cNvPr id="9" name="Text Placeholder 3">
            <a:extLst>
              <a:ext uri="{FF2B5EF4-FFF2-40B4-BE49-F238E27FC236}">
                <a16:creationId xmlns:a16="http://schemas.microsoft.com/office/drawing/2014/main" id="{1BDBAC14-F892-6AB8-F6C0-02DA3E78FD5D}"/>
              </a:ext>
            </a:extLst>
          </p:cNvPr>
          <p:cNvSpPr>
            <a:spLocks noGrp="1"/>
          </p:cNvSpPr>
          <p:nvPr>
            <p:ph type="body" sz="quarter" idx="16"/>
          </p:nvPr>
        </p:nvSpPr>
        <p:spPr>
          <a:xfrm>
            <a:off x="0" y="0"/>
            <a:ext cx="7849590" cy="451262"/>
          </a:xfrm>
        </p:spPr>
        <p:txBody>
          <a:bodyPr>
            <a:noAutofit/>
          </a:bodyPr>
          <a:lstStyle/>
          <a:p>
            <a:r>
              <a:rPr lang="en-US" sz="3200" dirty="0"/>
              <a:t>Basic Concepts</a:t>
            </a:r>
            <a:endParaRPr lang="en-AU" sz="3000" dirty="0">
              <a:latin typeface="Calibri" panose="020F0502020204030204" pitchFamily="34" charset="0"/>
              <a:cs typeface="Calibri" panose="020F0502020204030204" pitchFamily="34" charset="0"/>
            </a:endParaRPr>
          </a:p>
        </p:txBody>
      </p:sp>
      <p:sp>
        <p:nvSpPr>
          <p:cNvPr id="13" name="TextBox 12">
            <a:extLst>
              <a:ext uri="{FF2B5EF4-FFF2-40B4-BE49-F238E27FC236}">
                <a16:creationId xmlns:a16="http://schemas.microsoft.com/office/drawing/2014/main" id="{81ADE9D9-4120-E248-E6F3-F26C5A604BCD}"/>
              </a:ext>
            </a:extLst>
          </p:cNvPr>
          <p:cNvSpPr txBox="1"/>
          <p:nvPr/>
        </p:nvSpPr>
        <p:spPr>
          <a:xfrm>
            <a:off x="0" y="882783"/>
            <a:ext cx="9120249" cy="4549835"/>
          </a:xfrm>
          <a:prstGeom prst="rect">
            <a:avLst/>
          </a:prstGeom>
          <a:noFill/>
        </p:spPr>
        <p:txBody>
          <a:bodyPr wrap="square">
            <a:spAutoFit/>
          </a:bodyPr>
          <a:lstStyle/>
          <a:p>
            <a:pPr>
              <a:lnSpc>
                <a:spcPct val="150000"/>
              </a:lnSpc>
            </a:pPr>
            <a:r>
              <a:rPr lang="en-US" sz="2800" b="1" dirty="0">
                <a:latin typeface="Calibri" panose="020F0502020204030204" pitchFamily="34" charset="0"/>
                <a:cs typeface="Calibri" panose="020F0502020204030204" pitchFamily="34" charset="0"/>
              </a:rPr>
              <a:t>Unstructured Data</a:t>
            </a:r>
          </a:p>
          <a:p>
            <a:pPr>
              <a:lnSpc>
                <a:spcPct val="150000"/>
              </a:lnSpc>
            </a:pPr>
            <a:r>
              <a:rPr lang="en-US" sz="2800" dirty="0">
                <a:latin typeface="Calibri" panose="020F0502020204030204" pitchFamily="34" charset="0"/>
                <a:cs typeface="Calibri" panose="020F0502020204030204" pitchFamily="34" charset="0"/>
              </a:rPr>
              <a:t>Not organized in tables.</a:t>
            </a:r>
            <a:br>
              <a:rPr lang="en-US" sz="2800" dirty="0">
                <a:latin typeface="Calibri" panose="020F0502020204030204" pitchFamily="34" charset="0"/>
                <a:cs typeface="Calibri" panose="020F0502020204030204" pitchFamily="34" charset="0"/>
              </a:rPr>
            </a:br>
            <a:r>
              <a:rPr lang="en-US" sz="2800" dirty="0">
                <a:latin typeface="Calibri" panose="020F0502020204030204" pitchFamily="34" charset="0"/>
                <a:cs typeface="Calibri" panose="020F0502020204030204" pitchFamily="34" charset="0"/>
              </a:rPr>
              <a:t>Examples: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Images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Videos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Emails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Social media posts</a:t>
            </a:r>
          </a:p>
        </p:txBody>
      </p:sp>
    </p:spTree>
    <p:extLst>
      <p:ext uri="{BB962C8B-B14F-4D97-AF65-F5344CB8AC3E}">
        <p14:creationId xmlns:p14="http://schemas.microsoft.com/office/powerpoint/2010/main" val="104377247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CCC8CE80-6E63-7797-6A16-79312074F51A}"/>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F4808D5C-29DB-A950-0006-F580FD04C1B1}"/>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3EDB88D5-1CE2-CCB0-D64C-0F5451A4F6F2}"/>
              </a:ext>
            </a:extLst>
          </p:cNvPr>
          <p:cNvSpPr>
            <a:spLocks noGrp="1"/>
          </p:cNvSpPr>
          <p:nvPr>
            <p:ph type="sldNum" sz="quarter" idx="4"/>
          </p:nvPr>
        </p:nvSpPr>
        <p:spPr/>
        <p:txBody>
          <a:bodyPr/>
          <a:lstStyle/>
          <a:p>
            <a:fld id="{16A89BA3-132D-40E1-AAB4-CDCD0A14C216}" type="slidenum">
              <a:rPr lang="en-AU" smtClean="0"/>
              <a:pPr/>
              <a:t>15</a:t>
            </a:fld>
            <a:r>
              <a:rPr lang="en-AU"/>
              <a:t>  |</a:t>
            </a:r>
            <a:endParaRPr lang="en-AU" dirty="0"/>
          </a:p>
        </p:txBody>
      </p:sp>
      <p:sp>
        <p:nvSpPr>
          <p:cNvPr id="9" name="Text Placeholder 3">
            <a:extLst>
              <a:ext uri="{FF2B5EF4-FFF2-40B4-BE49-F238E27FC236}">
                <a16:creationId xmlns:a16="http://schemas.microsoft.com/office/drawing/2014/main" id="{85FDE449-B22C-05CA-7EB1-2DBAB1906F3F}"/>
              </a:ext>
            </a:extLst>
          </p:cNvPr>
          <p:cNvSpPr>
            <a:spLocks noGrp="1"/>
          </p:cNvSpPr>
          <p:nvPr>
            <p:ph type="body" sz="quarter" idx="16"/>
          </p:nvPr>
        </p:nvSpPr>
        <p:spPr>
          <a:xfrm>
            <a:off x="0" y="0"/>
            <a:ext cx="7849590" cy="451262"/>
          </a:xfrm>
        </p:spPr>
        <p:txBody>
          <a:bodyPr>
            <a:noAutofit/>
          </a:bodyPr>
          <a:lstStyle/>
          <a:p>
            <a:r>
              <a:rPr lang="en-US" sz="3200" dirty="0"/>
              <a:t>Basic Concepts</a:t>
            </a:r>
            <a:endParaRPr lang="en-AU" sz="3000" dirty="0">
              <a:latin typeface="Calibri" panose="020F0502020204030204" pitchFamily="34" charset="0"/>
              <a:cs typeface="Calibri" panose="020F0502020204030204" pitchFamily="34" charset="0"/>
            </a:endParaRPr>
          </a:p>
        </p:txBody>
      </p:sp>
      <p:sp>
        <p:nvSpPr>
          <p:cNvPr id="13" name="TextBox 12">
            <a:extLst>
              <a:ext uri="{FF2B5EF4-FFF2-40B4-BE49-F238E27FC236}">
                <a16:creationId xmlns:a16="http://schemas.microsoft.com/office/drawing/2014/main" id="{EE5A1B43-3665-8D18-83CF-644141098200}"/>
              </a:ext>
            </a:extLst>
          </p:cNvPr>
          <p:cNvSpPr txBox="1"/>
          <p:nvPr/>
        </p:nvSpPr>
        <p:spPr>
          <a:xfrm>
            <a:off x="0" y="882783"/>
            <a:ext cx="9120249" cy="3903504"/>
          </a:xfrm>
          <a:prstGeom prst="rect">
            <a:avLst/>
          </a:prstGeom>
          <a:noFill/>
        </p:spPr>
        <p:txBody>
          <a:bodyPr wrap="square">
            <a:spAutoFit/>
          </a:bodyPr>
          <a:lstStyle/>
          <a:p>
            <a:pPr>
              <a:lnSpc>
                <a:spcPct val="150000"/>
              </a:lnSpc>
            </a:pPr>
            <a:r>
              <a:rPr lang="en-US" sz="2800" b="1" dirty="0">
                <a:latin typeface="Calibri" panose="020F0502020204030204" pitchFamily="34" charset="0"/>
                <a:cs typeface="Calibri" panose="020F0502020204030204" pitchFamily="34" charset="0"/>
              </a:rPr>
              <a:t>3. Metadata</a:t>
            </a:r>
          </a:p>
          <a:p>
            <a:pPr>
              <a:lnSpc>
                <a:spcPct val="150000"/>
              </a:lnSpc>
            </a:pPr>
            <a:r>
              <a:rPr lang="en-US" sz="2800" dirty="0">
                <a:latin typeface="Calibri" panose="020F0502020204030204" pitchFamily="34" charset="0"/>
                <a:cs typeface="Calibri" panose="020F0502020204030204" pitchFamily="34" charset="0"/>
              </a:rPr>
              <a:t>Metadata = data about data.</a:t>
            </a:r>
          </a:p>
          <a:p>
            <a:pPr>
              <a:lnSpc>
                <a:spcPct val="150000"/>
              </a:lnSpc>
            </a:pPr>
            <a:r>
              <a:rPr lang="en-US" sz="2800" dirty="0">
                <a:latin typeface="Calibri" panose="020F0502020204030204" pitchFamily="34" charset="0"/>
                <a:cs typeface="Calibri" panose="020F0502020204030204" pitchFamily="34" charset="0"/>
              </a:rPr>
              <a:t>Example:</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File size</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Date created</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Author name</a:t>
            </a:r>
          </a:p>
        </p:txBody>
      </p:sp>
    </p:spTree>
    <p:extLst>
      <p:ext uri="{BB962C8B-B14F-4D97-AF65-F5344CB8AC3E}">
        <p14:creationId xmlns:p14="http://schemas.microsoft.com/office/powerpoint/2010/main" val="266814997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7A01A9A1-CB84-9898-B612-462F960C17FB}"/>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40AEE014-FE15-9B2F-CD57-9669D01F994A}"/>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8496F02A-431A-97E8-ADC3-1B4BE4F854D9}"/>
              </a:ext>
            </a:extLst>
          </p:cNvPr>
          <p:cNvSpPr>
            <a:spLocks noGrp="1"/>
          </p:cNvSpPr>
          <p:nvPr>
            <p:ph type="sldNum" sz="quarter" idx="4"/>
          </p:nvPr>
        </p:nvSpPr>
        <p:spPr/>
        <p:txBody>
          <a:bodyPr/>
          <a:lstStyle/>
          <a:p>
            <a:fld id="{16A89BA3-132D-40E1-AAB4-CDCD0A14C216}" type="slidenum">
              <a:rPr lang="en-AU" smtClean="0"/>
              <a:pPr/>
              <a:t>16</a:t>
            </a:fld>
            <a:r>
              <a:rPr lang="en-AU"/>
              <a:t>  |</a:t>
            </a:r>
            <a:endParaRPr lang="en-AU" dirty="0"/>
          </a:p>
        </p:txBody>
      </p:sp>
      <p:sp>
        <p:nvSpPr>
          <p:cNvPr id="9" name="Text Placeholder 3">
            <a:extLst>
              <a:ext uri="{FF2B5EF4-FFF2-40B4-BE49-F238E27FC236}">
                <a16:creationId xmlns:a16="http://schemas.microsoft.com/office/drawing/2014/main" id="{F5C013B6-005C-CEE9-418D-2A3CC6ACD45D}"/>
              </a:ext>
            </a:extLst>
          </p:cNvPr>
          <p:cNvSpPr>
            <a:spLocks noGrp="1"/>
          </p:cNvSpPr>
          <p:nvPr>
            <p:ph type="body" sz="quarter" idx="16"/>
          </p:nvPr>
        </p:nvSpPr>
        <p:spPr>
          <a:xfrm>
            <a:off x="0" y="0"/>
            <a:ext cx="7849590" cy="451262"/>
          </a:xfrm>
        </p:spPr>
        <p:txBody>
          <a:bodyPr>
            <a:noAutofit/>
          </a:bodyPr>
          <a:lstStyle/>
          <a:p>
            <a:r>
              <a:rPr lang="en-US" sz="3200" dirty="0"/>
              <a:t>Basic Concepts</a:t>
            </a:r>
            <a:endParaRPr lang="en-AU" sz="3000" dirty="0">
              <a:latin typeface="Calibri" panose="020F0502020204030204" pitchFamily="34" charset="0"/>
              <a:cs typeface="Calibri" panose="020F0502020204030204" pitchFamily="34" charset="0"/>
            </a:endParaRPr>
          </a:p>
        </p:txBody>
      </p:sp>
      <p:sp>
        <p:nvSpPr>
          <p:cNvPr id="13" name="TextBox 12">
            <a:extLst>
              <a:ext uri="{FF2B5EF4-FFF2-40B4-BE49-F238E27FC236}">
                <a16:creationId xmlns:a16="http://schemas.microsoft.com/office/drawing/2014/main" id="{71D1E7CE-1E3A-7F80-97A4-5B5840DE21C7}"/>
              </a:ext>
            </a:extLst>
          </p:cNvPr>
          <p:cNvSpPr txBox="1"/>
          <p:nvPr/>
        </p:nvSpPr>
        <p:spPr>
          <a:xfrm>
            <a:off x="0" y="882783"/>
            <a:ext cx="9120249" cy="2610843"/>
          </a:xfrm>
          <a:prstGeom prst="rect">
            <a:avLst/>
          </a:prstGeom>
          <a:noFill/>
        </p:spPr>
        <p:txBody>
          <a:bodyPr wrap="square">
            <a:spAutoFit/>
          </a:bodyPr>
          <a:lstStyle/>
          <a:p>
            <a:pPr>
              <a:lnSpc>
                <a:spcPct val="150000"/>
              </a:lnSpc>
            </a:pPr>
            <a:r>
              <a:rPr lang="en-US" sz="2800" b="1" dirty="0">
                <a:latin typeface="Calibri" panose="020F0502020204030204" pitchFamily="34" charset="0"/>
                <a:cs typeface="Calibri" panose="020F0502020204030204" pitchFamily="34" charset="0"/>
              </a:rPr>
              <a:t>4. Records and Fields</a:t>
            </a:r>
          </a:p>
          <a:p>
            <a:pPr marL="914400" lvl="1" indent="-457200">
              <a:lnSpc>
                <a:spcPct val="150000"/>
              </a:lnSpc>
              <a:buFont typeface="Arial" panose="020B0604020202020204" pitchFamily="34" charset="0"/>
              <a:buChar char="•"/>
            </a:pPr>
            <a:r>
              <a:rPr lang="en-US" sz="2800" b="1" dirty="0">
                <a:latin typeface="Calibri" panose="020F0502020204030204" pitchFamily="34" charset="0"/>
                <a:cs typeface="Calibri" panose="020F0502020204030204" pitchFamily="34" charset="0"/>
              </a:rPr>
              <a:t>Field</a:t>
            </a:r>
            <a:r>
              <a:rPr lang="en-US" sz="2800" dirty="0">
                <a:latin typeface="Calibri" panose="020F0502020204030204" pitchFamily="34" charset="0"/>
                <a:cs typeface="Calibri" panose="020F0502020204030204" pitchFamily="34" charset="0"/>
              </a:rPr>
              <a:t> = one piece of data (e.g., Age)</a:t>
            </a:r>
          </a:p>
          <a:p>
            <a:pPr marL="914400" lvl="1" indent="-457200">
              <a:lnSpc>
                <a:spcPct val="150000"/>
              </a:lnSpc>
              <a:buFont typeface="Arial" panose="020B0604020202020204" pitchFamily="34" charset="0"/>
              <a:buChar char="•"/>
            </a:pPr>
            <a:r>
              <a:rPr lang="en-US" sz="2800" b="1" dirty="0">
                <a:latin typeface="Calibri" panose="020F0502020204030204" pitchFamily="34" charset="0"/>
                <a:cs typeface="Calibri" panose="020F0502020204030204" pitchFamily="34" charset="0"/>
              </a:rPr>
              <a:t>Record</a:t>
            </a:r>
            <a:r>
              <a:rPr lang="en-US" sz="2800" dirty="0">
                <a:latin typeface="Calibri" panose="020F0502020204030204" pitchFamily="34" charset="0"/>
                <a:cs typeface="Calibri" panose="020F0502020204030204" pitchFamily="34" charset="0"/>
              </a:rPr>
              <a:t> = a full row of data (e.g., all details about one student)</a:t>
            </a:r>
          </a:p>
        </p:txBody>
      </p:sp>
    </p:spTree>
    <p:extLst>
      <p:ext uri="{BB962C8B-B14F-4D97-AF65-F5344CB8AC3E}">
        <p14:creationId xmlns:p14="http://schemas.microsoft.com/office/powerpoint/2010/main" val="247370354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5E87ECAA-C66A-EEE8-1C15-00C5307FE8BF}"/>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76493291-4A00-F2C8-5B61-FD173BD71E00}"/>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598F3A1E-6C6D-C54A-76BF-4B144A7CFF79}"/>
              </a:ext>
            </a:extLst>
          </p:cNvPr>
          <p:cNvSpPr>
            <a:spLocks noGrp="1"/>
          </p:cNvSpPr>
          <p:nvPr>
            <p:ph type="sldNum" sz="quarter" idx="4"/>
          </p:nvPr>
        </p:nvSpPr>
        <p:spPr/>
        <p:txBody>
          <a:bodyPr/>
          <a:lstStyle/>
          <a:p>
            <a:fld id="{16A89BA3-132D-40E1-AAB4-CDCD0A14C216}" type="slidenum">
              <a:rPr lang="en-AU" smtClean="0"/>
              <a:pPr/>
              <a:t>17</a:t>
            </a:fld>
            <a:r>
              <a:rPr lang="en-AU"/>
              <a:t>  |</a:t>
            </a:r>
            <a:endParaRPr lang="en-AU" dirty="0"/>
          </a:p>
        </p:txBody>
      </p:sp>
      <p:sp>
        <p:nvSpPr>
          <p:cNvPr id="9" name="Text Placeholder 3">
            <a:extLst>
              <a:ext uri="{FF2B5EF4-FFF2-40B4-BE49-F238E27FC236}">
                <a16:creationId xmlns:a16="http://schemas.microsoft.com/office/drawing/2014/main" id="{02F2DE92-50F3-33D3-4E6E-E5E2CBC6AE8B}"/>
              </a:ext>
            </a:extLst>
          </p:cNvPr>
          <p:cNvSpPr>
            <a:spLocks noGrp="1"/>
          </p:cNvSpPr>
          <p:nvPr>
            <p:ph type="body" sz="quarter" idx="16"/>
          </p:nvPr>
        </p:nvSpPr>
        <p:spPr>
          <a:xfrm>
            <a:off x="0" y="0"/>
            <a:ext cx="7849590" cy="451262"/>
          </a:xfrm>
        </p:spPr>
        <p:txBody>
          <a:bodyPr>
            <a:noAutofit/>
          </a:bodyPr>
          <a:lstStyle/>
          <a:p>
            <a:r>
              <a:rPr lang="en-US" sz="3200" dirty="0"/>
              <a:t>How is Data stored</a:t>
            </a:r>
            <a:endParaRPr lang="en-AU" sz="3000" dirty="0">
              <a:latin typeface="Calibri" panose="020F0502020204030204" pitchFamily="34" charset="0"/>
              <a:cs typeface="Calibri" panose="020F0502020204030204" pitchFamily="34" charset="0"/>
            </a:endParaRPr>
          </a:p>
        </p:txBody>
      </p:sp>
      <p:sp>
        <p:nvSpPr>
          <p:cNvPr id="13" name="TextBox 12">
            <a:extLst>
              <a:ext uri="{FF2B5EF4-FFF2-40B4-BE49-F238E27FC236}">
                <a16:creationId xmlns:a16="http://schemas.microsoft.com/office/drawing/2014/main" id="{601EC878-0068-AD73-FBF0-F982CE46FE96}"/>
              </a:ext>
            </a:extLst>
          </p:cNvPr>
          <p:cNvSpPr txBox="1"/>
          <p:nvPr/>
        </p:nvSpPr>
        <p:spPr>
          <a:xfrm>
            <a:off x="0" y="791084"/>
            <a:ext cx="9120249" cy="5842497"/>
          </a:xfrm>
          <a:prstGeom prst="rect">
            <a:avLst/>
          </a:prstGeom>
          <a:noFill/>
        </p:spPr>
        <p:txBody>
          <a:bodyPr wrap="square">
            <a:spAutoFit/>
          </a:bodyPr>
          <a:lstStyle/>
          <a:p>
            <a:pPr>
              <a:lnSpc>
                <a:spcPct val="150000"/>
              </a:lnSpc>
            </a:pPr>
            <a:r>
              <a:rPr lang="en-US" sz="2800" dirty="0">
                <a:latin typeface="Calibri" panose="020F0502020204030204" pitchFamily="34" charset="0"/>
                <a:cs typeface="Calibri" panose="020F0502020204030204" pitchFamily="34" charset="0"/>
              </a:rPr>
              <a:t>Data storage has evolved over time.</a:t>
            </a:r>
          </a:p>
          <a:p>
            <a:pPr>
              <a:lnSpc>
                <a:spcPct val="150000"/>
              </a:lnSpc>
            </a:pPr>
            <a:r>
              <a:rPr lang="en-US" sz="2800" b="1" dirty="0">
                <a:latin typeface="Calibri" panose="020F0502020204030204" pitchFamily="34" charset="0"/>
                <a:cs typeface="Calibri" panose="020F0502020204030204" pitchFamily="34" charset="0"/>
              </a:rPr>
              <a:t>1. Paper-Based Storage (Old Method)</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Filing cabinets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Paper forms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Books</a:t>
            </a:r>
          </a:p>
          <a:p>
            <a:pPr>
              <a:lnSpc>
                <a:spcPct val="150000"/>
              </a:lnSpc>
            </a:pPr>
            <a:r>
              <a:rPr lang="en-US" sz="2800" dirty="0">
                <a:latin typeface="Calibri" panose="020F0502020204030204" pitchFamily="34" charset="0"/>
                <a:cs typeface="Calibri" panose="020F0502020204030204" pitchFamily="34" charset="0"/>
              </a:rPr>
              <a:t>Problems: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Slow</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Easy to lose</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Hard to search</a:t>
            </a:r>
          </a:p>
        </p:txBody>
      </p:sp>
    </p:spTree>
    <p:extLst>
      <p:ext uri="{BB962C8B-B14F-4D97-AF65-F5344CB8AC3E}">
        <p14:creationId xmlns:p14="http://schemas.microsoft.com/office/powerpoint/2010/main" val="3739272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000"/>
                                        <p:tgtEl>
                                          <p:spTgt spid="13"/>
                                        </p:tgtEl>
                                      </p:cBhvr>
                                    </p:animEffect>
                                    <p:anim calcmode="lin" valueType="num">
                                      <p:cBhvr>
                                        <p:cTn id="8" dur="1000" fill="hold"/>
                                        <p:tgtEl>
                                          <p:spTgt spid="13"/>
                                        </p:tgtEl>
                                        <p:attrNameLst>
                                          <p:attrName>ppt_x</p:attrName>
                                        </p:attrNameLst>
                                      </p:cBhvr>
                                      <p:tavLst>
                                        <p:tav tm="0">
                                          <p:val>
                                            <p:strVal val="#ppt_x"/>
                                          </p:val>
                                        </p:tav>
                                        <p:tav tm="100000">
                                          <p:val>
                                            <p:strVal val="#ppt_x"/>
                                          </p:val>
                                        </p:tav>
                                      </p:tavLst>
                                    </p:anim>
                                    <p:anim calcmode="lin" valueType="num">
                                      <p:cBhvr>
                                        <p:cTn id="9" dur="1000" fill="hold"/>
                                        <p:tgtEl>
                                          <p:spTgt spid="1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96873A08-6BFD-1003-5A13-A068BAF6BB41}"/>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0D6BEFCC-A60A-5FE7-C112-AE1714592EB5}"/>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F26DDDDB-F29C-9A52-8CEE-4C91E1031E6D}"/>
              </a:ext>
            </a:extLst>
          </p:cNvPr>
          <p:cNvSpPr>
            <a:spLocks noGrp="1"/>
          </p:cNvSpPr>
          <p:nvPr>
            <p:ph type="sldNum" sz="quarter" idx="4"/>
          </p:nvPr>
        </p:nvSpPr>
        <p:spPr/>
        <p:txBody>
          <a:bodyPr/>
          <a:lstStyle/>
          <a:p>
            <a:fld id="{16A89BA3-132D-40E1-AAB4-CDCD0A14C216}" type="slidenum">
              <a:rPr lang="en-AU" smtClean="0"/>
              <a:pPr/>
              <a:t>18</a:t>
            </a:fld>
            <a:r>
              <a:rPr lang="en-AU"/>
              <a:t>  |</a:t>
            </a:r>
            <a:endParaRPr lang="en-AU" dirty="0"/>
          </a:p>
        </p:txBody>
      </p:sp>
      <p:sp>
        <p:nvSpPr>
          <p:cNvPr id="9" name="Text Placeholder 3">
            <a:extLst>
              <a:ext uri="{FF2B5EF4-FFF2-40B4-BE49-F238E27FC236}">
                <a16:creationId xmlns:a16="http://schemas.microsoft.com/office/drawing/2014/main" id="{60DEF80E-0804-C982-093F-48CF49FDE120}"/>
              </a:ext>
            </a:extLst>
          </p:cNvPr>
          <p:cNvSpPr>
            <a:spLocks noGrp="1"/>
          </p:cNvSpPr>
          <p:nvPr>
            <p:ph type="body" sz="quarter" idx="16"/>
          </p:nvPr>
        </p:nvSpPr>
        <p:spPr>
          <a:xfrm>
            <a:off x="0" y="0"/>
            <a:ext cx="7849590" cy="451262"/>
          </a:xfrm>
        </p:spPr>
        <p:txBody>
          <a:bodyPr>
            <a:noAutofit/>
          </a:bodyPr>
          <a:lstStyle/>
          <a:p>
            <a:r>
              <a:rPr lang="en-US" sz="3200" dirty="0"/>
              <a:t>How is Data stored</a:t>
            </a:r>
            <a:endParaRPr lang="en-AU" sz="3000" dirty="0">
              <a:latin typeface="Calibri" panose="020F0502020204030204" pitchFamily="34" charset="0"/>
              <a:cs typeface="Calibri" panose="020F0502020204030204" pitchFamily="34" charset="0"/>
            </a:endParaRPr>
          </a:p>
        </p:txBody>
      </p:sp>
      <p:sp>
        <p:nvSpPr>
          <p:cNvPr id="13" name="TextBox 12">
            <a:extLst>
              <a:ext uri="{FF2B5EF4-FFF2-40B4-BE49-F238E27FC236}">
                <a16:creationId xmlns:a16="http://schemas.microsoft.com/office/drawing/2014/main" id="{3FF8632D-C0B1-AD53-0836-EE98DC62FBDA}"/>
              </a:ext>
            </a:extLst>
          </p:cNvPr>
          <p:cNvSpPr txBox="1"/>
          <p:nvPr/>
        </p:nvSpPr>
        <p:spPr>
          <a:xfrm>
            <a:off x="23751" y="667974"/>
            <a:ext cx="9120249" cy="5842497"/>
          </a:xfrm>
          <a:prstGeom prst="rect">
            <a:avLst/>
          </a:prstGeom>
          <a:noFill/>
        </p:spPr>
        <p:txBody>
          <a:bodyPr wrap="square">
            <a:spAutoFit/>
          </a:bodyPr>
          <a:lstStyle/>
          <a:p>
            <a:pPr>
              <a:lnSpc>
                <a:spcPct val="150000"/>
              </a:lnSpc>
            </a:pPr>
            <a:r>
              <a:rPr lang="en-US" sz="2800" b="1" dirty="0">
                <a:latin typeface="Calibri" panose="020F0502020204030204" pitchFamily="34" charset="0"/>
                <a:cs typeface="Calibri" panose="020F0502020204030204" pitchFamily="34" charset="0"/>
              </a:rPr>
              <a:t>2. Digital Files</a:t>
            </a:r>
          </a:p>
          <a:p>
            <a:pPr>
              <a:lnSpc>
                <a:spcPct val="150000"/>
              </a:lnSpc>
            </a:pPr>
            <a:r>
              <a:rPr lang="en-US" sz="2800" dirty="0">
                <a:latin typeface="Calibri" panose="020F0502020204030204" pitchFamily="34" charset="0"/>
                <a:cs typeface="Calibri" panose="020F0502020204030204" pitchFamily="34" charset="0"/>
              </a:rPr>
              <a:t>Data stored in:</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Text files (.txt)</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Excel files (.xlsx)</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CSV files (.csv)</a:t>
            </a:r>
          </a:p>
          <a:p>
            <a:pPr>
              <a:lnSpc>
                <a:spcPct val="150000"/>
              </a:lnSpc>
            </a:pPr>
            <a:r>
              <a:rPr lang="en-US" sz="2800" dirty="0">
                <a:latin typeface="Calibri" panose="020F0502020204030204" pitchFamily="34" charset="0"/>
                <a:cs typeface="Calibri" panose="020F0502020204030204" pitchFamily="34" charset="0"/>
              </a:rPr>
              <a:t>Problems: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Hard to manage large data</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Risk of duplication</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No strong security</a:t>
            </a:r>
          </a:p>
        </p:txBody>
      </p:sp>
    </p:spTree>
    <p:extLst>
      <p:ext uri="{BB962C8B-B14F-4D97-AF65-F5344CB8AC3E}">
        <p14:creationId xmlns:p14="http://schemas.microsoft.com/office/powerpoint/2010/main" val="17754193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CA623450-1510-B620-8D36-F0D0651DC8FF}"/>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B0BC517D-8A3C-C828-FE53-D46C17E88F1A}"/>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0D78E37C-5111-63C6-76D8-E815A57798F2}"/>
              </a:ext>
            </a:extLst>
          </p:cNvPr>
          <p:cNvSpPr>
            <a:spLocks noGrp="1"/>
          </p:cNvSpPr>
          <p:nvPr>
            <p:ph type="sldNum" sz="quarter" idx="4"/>
          </p:nvPr>
        </p:nvSpPr>
        <p:spPr/>
        <p:txBody>
          <a:bodyPr/>
          <a:lstStyle/>
          <a:p>
            <a:fld id="{16A89BA3-132D-40E1-AAB4-CDCD0A14C216}" type="slidenum">
              <a:rPr lang="en-AU" smtClean="0"/>
              <a:pPr/>
              <a:t>19</a:t>
            </a:fld>
            <a:r>
              <a:rPr lang="en-AU"/>
              <a:t>  |</a:t>
            </a:r>
            <a:endParaRPr lang="en-AU" dirty="0"/>
          </a:p>
        </p:txBody>
      </p:sp>
      <p:sp>
        <p:nvSpPr>
          <p:cNvPr id="9" name="Text Placeholder 3">
            <a:extLst>
              <a:ext uri="{FF2B5EF4-FFF2-40B4-BE49-F238E27FC236}">
                <a16:creationId xmlns:a16="http://schemas.microsoft.com/office/drawing/2014/main" id="{7F73F1AC-9D31-82CB-0A02-6B7D7992EB75}"/>
              </a:ext>
            </a:extLst>
          </p:cNvPr>
          <p:cNvSpPr>
            <a:spLocks noGrp="1"/>
          </p:cNvSpPr>
          <p:nvPr>
            <p:ph type="body" sz="quarter" idx="16"/>
          </p:nvPr>
        </p:nvSpPr>
        <p:spPr>
          <a:xfrm>
            <a:off x="0" y="0"/>
            <a:ext cx="7849590" cy="451262"/>
          </a:xfrm>
        </p:spPr>
        <p:txBody>
          <a:bodyPr>
            <a:noAutofit/>
          </a:bodyPr>
          <a:lstStyle/>
          <a:p>
            <a:r>
              <a:rPr lang="en-US" sz="3200" dirty="0"/>
              <a:t>How is Data stored</a:t>
            </a:r>
            <a:endParaRPr lang="en-AU" sz="3000" dirty="0">
              <a:latin typeface="Calibri" panose="020F0502020204030204" pitchFamily="34" charset="0"/>
              <a:cs typeface="Calibri" panose="020F0502020204030204" pitchFamily="34" charset="0"/>
            </a:endParaRPr>
          </a:p>
        </p:txBody>
      </p:sp>
      <p:sp>
        <p:nvSpPr>
          <p:cNvPr id="13" name="TextBox 12">
            <a:extLst>
              <a:ext uri="{FF2B5EF4-FFF2-40B4-BE49-F238E27FC236}">
                <a16:creationId xmlns:a16="http://schemas.microsoft.com/office/drawing/2014/main" id="{931EA312-C08F-8A80-B4CC-9E1D19ED36DB}"/>
              </a:ext>
            </a:extLst>
          </p:cNvPr>
          <p:cNvSpPr txBox="1"/>
          <p:nvPr/>
        </p:nvSpPr>
        <p:spPr>
          <a:xfrm>
            <a:off x="0" y="369172"/>
            <a:ext cx="6674069" cy="6488828"/>
          </a:xfrm>
          <a:prstGeom prst="rect">
            <a:avLst/>
          </a:prstGeom>
          <a:solidFill>
            <a:schemeClr val="bg1"/>
          </a:solidFill>
        </p:spPr>
        <p:txBody>
          <a:bodyPr wrap="square">
            <a:spAutoFit/>
          </a:bodyPr>
          <a:lstStyle/>
          <a:p>
            <a:pPr>
              <a:lnSpc>
                <a:spcPct val="150000"/>
              </a:lnSpc>
            </a:pPr>
            <a:r>
              <a:rPr lang="en-US" sz="2800" b="1" dirty="0">
                <a:latin typeface="Calibri" panose="020F0502020204030204" pitchFamily="34" charset="0"/>
                <a:cs typeface="Calibri" panose="020F0502020204030204" pitchFamily="34" charset="0"/>
              </a:rPr>
              <a:t>3. Database Systems (Modern Solution)</a:t>
            </a:r>
          </a:p>
          <a:p>
            <a:pPr>
              <a:lnSpc>
                <a:spcPct val="150000"/>
              </a:lnSpc>
            </a:pPr>
            <a:r>
              <a:rPr lang="en-US" sz="2800" dirty="0">
                <a:latin typeface="Calibri" panose="020F0502020204030204" pitchFamily="34" charset="0"/>
                <a:cs typeface="Calibri" panose="020F0502020204030204" pitchFamily="34" charset="0"/>
              </a:rPr>
              <a:t>Data stored:</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In structured format</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In tables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Managed by software</a:t>
            </a:r>
          </a:p>
          <a:p>
            <a:pPr>
              <a:lnSpc>
                <a:spcPct val="150000"/>
              </a:lnSpc>
            </a:pPr>
            <a:r>
              <a:rPr lang="en-US" sz="2800" dirty="0">
                <a:latin typeface="Calibri" panose="020F0502020204030204" pitchFamily="34" charset="0"/>
                <a:cs typeface="Calibri" panose="020F0502020204030204" pitchFamily="34" charset="0"/>
              </a:rPr>
              <a:t>Advantages: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Fast search</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Secure</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Supports many users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Reduces duplication</a:t>
            </a:r>
          </a:p>
        </p:txBody>
      </p:sp>
    </p:spTree>
    <p:extLst>
      <p:ext uri="{BB962C8B-B14F-4D97-AF65-F5344CB8AC3E}">
        <p14:creationId xmlns:p14="http://schemas.microsoft.com/office/powerpoint/2010/main" val="178297060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B69E4344-7F1B-2423-34BF-7C0234EA94CF}"/>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6B6BCAC2-6D52-B138-D9AF-67A30BA08E35}"/>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0DA6E082-E486-5D07-84E7-943774CBF37C}"/>
              </a:ext>
            </a:extLst>
          </p:cNvPr>
          <p:cNvSpPr>
            <a:spLocks noGrp="1"/>
          </p:cNvSpPr>
          <p:nvPr>
            <p:ph type="sldNum" sz="quarter" idx="4"/>
          </p:nvPr>
        </p:nvSpPr>
        <p:spPr/>
        <p:txBody>
          <a:bodyPr/>
          <a:lstStyle/>
          <a:p>
            <a:fld id="{16A89BA3-132D-40E1-AAB4-CDCD0A14C216}" type="slidenum">
              <a:rPr lang="en-AU" smtClean="0"/>
              <a:pPr/>
              <a:t>20</a:t>
            </a:fld>
            <a:r>
              <a:rPr lang="en-AU"/>
              <a:t>  |</a:t>
            </a:r>
            <a:endParaRPr lang="en-AU" dirty="0"/>
          </a:p>
        </p:txBody>
      </p:sp>
      <p:sp>
        <p:nvSpPr>
          <p:cNvPr id="9" name="Text Placeholder 3">
            <a:extLst>
              <a:ext uri="{FF2B5EF4-FFF2-40B4-BE49-F238E27FC236}">
                <a16:creationId xmlns:a16="http://schemas.microsoft.com/office/drawing/2014/main" id="{B22F0C7D-FB83-D39C-4A5D-849BD1F81FE7}"/>
              </a:ext>
            </a:extLst>
          </p:cNvPr>
          <p:cNvSpPr>
            <a:spLocks noGrp="1"/>
          </p:cNvSpPr>
          <p:nvPr>
            <p:ph type="body" sz="quarter" idx="16"/>
          </p:nvPr>
        </p:nvSpPr>
        <p:spPr>
          <a:xfrm>
            <a:off x="0" y="0"/>
            <a:ext cx="7849590" cy="451262"/>
          </a:xfrm>
        </p:spPr>
        <p:txBody>
          <a:bodyPr>
            <a:noAutofit/>
          </a:bodyPr>
          <a:lstStyle/>
          <a:p>
            <a:r>
              <a:rPr lang="en-US" sz="3200" dirty="0"/>
              <a:t>How is Data stored</a:t>
            </a:r>
            <a:endParaRPr lang="en-AU" sz="3000" dirty="0">
              <a:latin typeface="Calibri" panose="020F0502020204030204" pitchFamily="34" charset="0"/>
              <a:cs typeface="Calibri" panose="020F0502020204030204" pitchFamily="34" charset="0"/>
            </a:endParaRPr>
          </a:p>
        </p:txBody>
      </p:sp>
      <p:sp>
        <p:nvSpPr>
          <p:cNvPr id="13" name="TextBox 12">
            <a:extLst>
              <a:ext uri="{FF2B5EF4-FFF2-40B4-BE49-F238E27FC236}">
                <a16:creationId xmlns:a16="http://schemas.microsoft.com/office/drawing/2014/main" id="{53A13C71-2F55-6A13-6C02-7F5B9A6B76B8}"/>
              </a:ext>
            </a:extLst>
          </p:cNvPr>
          <p:cNvSpPr txBox="1"/>
          <p:nvPr/>
        </p:nvSpPr>
        <p:spPr>
          <a:xfrm>
            <a:off x="0" y="369172"/>
            <a:ext cx="6674069" cy="3257174"/>
          </a:xfrm>
          <a:prstGeom prst="rect">
            <a:avLst/>
          </a:prstGeom>
          <a:solidFill>
            <a:schemeClr val="bg1"/>
          </a:solidFill>
        </p:spPr>
        <p:txBody>
          <a:bodyPr wrap="square">
            <a:spAutoFit/>
          </a:bodyPr>
          <a:lstStyle/>
          <a:p>
            <a:pPr>
              <a:lnSpc>
                <a:spcPct val="150000"/>
              </a:lnSpc>
            </a:pPr>
            <a:r>
              <a:rPr lang="en-US" sz="2800" b="1" dirty="0">
                <a:latin typeface="Calibri" panose="020F0502020204030204" pitchFamily="34" charset="0"/>
                <a:cs typeface="Calibri" panose="020F0502020204030204" pitchFamily="34" charset="0"/>
              </a:rPr>
              <a:t>Storage Devices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Hard drives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SSD</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Cloud storage</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Servers</a:t>
            </a:r>
          </a:p>
        </p:txBody>
      </p:sp>
    </p:spTree>
    <p:extLst>
      <p:ext uri="{BB962C8B-B14F-4D97-AF65-F5344CB8AC3E}">
        <p14:creationId xmlns:p14="http://schemas.microsoft.com/office/powerpoint/2010/main" val="108039051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22A8B440-C67D-6F0B-23FD-BE14698F11F0}"/>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4B4415D9-A89E-69B1-FC1C-4C8C0E1F62DC}"/>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F83A09A2-C386-D609-D9EA-75C897E578FA}"/>
              </a:ext>
            </a:extLst>
          </p:cNvPr>
          <p:cNvSpPr>
            <a:spLocks noGrp="1"/>
          </p:cNvSpPr>
          <p:nvPr>
            <p:ph type="sldNum" sz="quarter" idx="4"/>
          </p:nvPr>
        </p:nvSpPr>
        <p:spPr/>
        <p:txBody>
          <a:bodyPr/>
          <a:lstStyle/>
          <a:p>
            <a:fld id="{16A89BA3-132D-40E1-AAB4-CDCD0A14C216}" type="slidenum">
              <a:rPr lang="en-AU" smtClean="0"/>
              <a:pPr/>
              <a:t>21</a:t>
            </a:fld>
            <a:r>
              <a:rPr lang="en-AU"/>
              <a:t>  |</a:t>
            </a:r>
            <a:endParaRPr lang="en-AU" dirty="0"/>
          </a:p>
        </p:txBody>
      </p:sp>
      <p:sp>
        <p:nvSpPr>
          <p:cNvPr id="9" name="Text Placeholder 3">
            <a:extLst>
              <a:ext uri="{FF2B5EF4-FFF2-40B4-BE49-F238E27FC236}">
                <a16:creationId xmlns:a16="http://schemas.microsoft.com/office/drawing/2014/main" id="{611CD02D-E805-B4A7-F8D6-FA4DE5D32292}"/>
              </a:ext>
            </a:extLst>
          </p:cNvPr>
          <p:cNvSpPr>
            <a:spLocks noGrp="1"/>
          </p:cNvSpPr>
          <p:nvPr>
            <p:ph type="body" sz="quarter" idx="16"/>
          </p:nvPr>
        </p:nvSpPr>
        <p:spPr>
          <a:xfrm>
            <a:off x="0" y="0"/>
            <a:ext cx="7849590" cy="451262"/>
          </a:xfrm>
        </p:spPr>
        <p:txBody>
          <a:bodyPr>
            <a:noAutofit/>
          </a:bodyPr>
          <a:lstStyle/>
          <a:p>
            <a:r>
              <a:rPr lang="en-US" sz="3200" dirty="0"/>
              <a:t>What is a Database?</a:t>
            </a:r>
            <a:endParaRPr lang="en-AU" sz="3000" dirty="0">
              <a:latin typeface="Calibri" panose="020F0502020204030204" pitchFamily="34" charset="0"/>
              <a:cs typeface="Calibri" panose="020F0502020204030204" pitchFamily="34" charset="0"/>
            </a:endParaRPr>
          </a:p>
        </p:txBody>
      </p:sp>
      <p:sp>
        <p:nvSpPr>
          <p:cNvPr id="13" name="TextBox 12">
            <a:extLst>
              <a:ext uri="{FF2B5EF4-FFF2-40B4-BE49-F238E27FC236}">
                <a16:creationId xmlns:a16="http://schemas.microsoft.com/office/drawing/2014/main" id="{637C1B12-EB26-64FE-FCA4-A49CC4DD1BCC}"/>
              </a:ext>
            </a:extLst>
          </p:cNvPr>
          <p:cNvSpPr txBox="1"/>
          <p:nvPr/>
        </p:nvSpPr>
        <p:spPr>
          <a:xfrm>
            <a:off x="0" y="524152"/>
            <a:ext cx="6674069" cy="5196166"/>
          </a:xfrm>
          <a:prstGeom prst="rect">
            <a:avLst/>
          </a:prstGeom>
          <a:solidFill>
            <a:schemeClr val="bg1"/>
          </a:solidFill>
        </p:spPr>
        <p:txBody>
          <a:bodyPr wrap="square">
            <a:spAutoFit/>
          </a:bodyPr>
          <a:lstStyle/>
          <a:p>
            <a:pPr>
              <a:lnSpc>
                <a:spcPct val="150000"/>
              </a:lnSpc>
            </a:pPr>
            <a:r>
              <a:rPr lang="en-US" sz="2800" dirty="0">
                <a:latin typeface="Calibri" panose="020F0502020204030204" pitchFamily="34" charset="0"/>
                <a:cs typeface="Calibri" panose="020F0502020204030204" pitchFamily="34" charset="0"/>
              </a:rPr>
              <a:t>A database is an organized collection of data stored electronically.</a:t>
            </a:r>
          </a:p>
          <a:p>
            <a:pPr>
              <a:lnSpc>
                <a:spcPct val="150000"/>
              </a:lnSpc>
            </a:pPr>
            <a:r>
              <a:rPr lang="en-US" sz="2800" dirty="0">
                <a:latin typeface="Calibri" panose="020F0502020204030204" pitchFamily="34" charset="0"/>
                <a:cs typeface="Calibri" panose="020F0502020204030204" pitchFamily="34" charset="0"/>
              </a:rPr>
              <a:t>Example:</a:t>
            </a:r>
            <a:br>
              <a:rPr lang="en-US" sz="2800" dirty="0">
                <a:latin typeface="Calibri" panose="020F0502020204030204" pitchFamily="34" charset="0"/>
                <a:cs typeface="Calibri" panose="020F0502020204030204" pitchFamily="34" charset="0"/>
              </a:rPr>
            </a:br>
            <a:r>
              <a:rPr lang="en-US" sz="2800" dirty="0">
                <a:latin typeface="Calibri" panose="020F0502020204030204" pitchFamily="34" charset="0"/>
                <a:cs typeface="Calibri" panose="020F0502020204030204" pitchFamily="34" charset="0"/>
              </a:rPr>
              <a:t>A university database stores: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Student records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Courses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Grades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Staff details</a:t>
            </a:r>
          </a:p>
        </p:txBody>
      </p:sp>
    </p:spTree>
    <p:extLst>
      <p:ext uri="{BB962C8B-B14F-4D97-AF65-F5344CB8AC3E}">
        <p14:creationId xmlns:p14="http://schemas.microsoft.com/office/powerpoint/2010/main" val="40850541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13">
                                            <p:txEl>
                                              <p:pRg st="0" end="0"/>
                                            </p:txEl>
                                          </p:spTgt>
                                        </p:tgtEl>
                                        <p:attrNameLst>
                                          <p:attrName>style.visibility</p:attrName>
                                        </p:attrNameLst>
                                      </p:cBhvr>
                                      <p:to>
                                        <p:strVal val="visible"/>
                                      </p:to>
                                    </p:set>
                                    <p:animEffect transition="in" filter="fade">
                                      <p:cBhvr>
                                        <p:cTn id="7" dur="1000"/>
                                        <p:tgtEl>
                                          <p:spTgt spid="13">
                                            <p:txEl>
                                              <p:pRg st="0" end="0"/>
                                            </p:txEl>
                                          </p:spTgt>
                                        </p:tgtEl>
                                      </p:cBhvr>
                                    </p:animEffect>
                                    <p:anim calcmode="lin" valueType="num">
                                      <p:cBhvr>
                                        <p:cTn id="8" dur="1000" fill="hold"/>
                                        <p:tgtEl>
                                          <p:spTgt spid="1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13">
                                            <p:txEl>
                                              <p:pRg st="0" end="0"/>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13">
                                            <p:txEl>
                                              <p:pRg st="1" end="1"/>
                                            </p:txEl>
                                          </p:spTgt>
                                        </p:tgtEl>
                                        <p:attrNameLst>
                                          <p:attrName>style.visibility</p:attrName>
                                        </p:attrNameLst>
                                      </p:cBhvr>
                                      <p:to>
                                        <p:strVal val="visible"/>
                                      </p:to>
                                    </p:set>
                                    <p:animEffect transition="in" filter="fade">
                                      <p:cBhvr>
                                        <p:cTn id="12" dur="1000"/>
                                        <p:tgtEl>
                                          <p:spTgt spid="13">
                                            <p:txEl>
                                              <p:pRg st="1" end="1"/>
                                            </p:txEl>
                                          </p:spTgt>
                                        </p:tgtEl>
                                      </p:cBhvr>
                                    </p:animEffect>
                                    <p:anim calcmode="lin" valueType="num">
                                      <p:cBhvr>
                                        <p:cTn id="13" dur="1000" fill="hold"/>
                                        <p:tgtEl>
                                          <p:spTgt spid="13">
                                            <p:txEl>
                                              <p:pRg st="1" end="1"/>
                                            </p:txEl>
                                          </p:spTgt>
                                        </p:tgtEl>
                                        <p:attrNameLst>
                                          <p:attrName>ppt_x</p:attrName>
                                        </p:attrNameLst>
                                      </p:cBhvr>
                                      <p:tavLst>
                                        <p:tav tm="0">
                                          <p:val>
                                            <p:strVal val="#ppt_x"/>
                                          </p:val>
                                        </p:tav>
                                        <p:tav tm="100000">
                                          <p:val>
                                            <p:strVal val="#ppt_x"/>
                                          </p:val>
                                        </p:tav>
                                      </p:tavLst>
                                    </p:anim>
                                    <p:anim calcmode="lin" valueType="num">
                                      <p:cBhvr>
                                        <p:cTn id="14" dur="1000" fill="hold"/>
                                        <p:tgtEl>
                                          <p:spTgt spid="13">
                                            <p:txEl>
                                              <p:pRg st="1" end="1"/>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13">
                                            <p:txEl>
                                              <p:pRg st="2" end="2"/>
                                            </p:txEl>
                                          </p:spTgt>
                                        </p:tgtEl>
                                        <p:attrNameLst>
                                          <p:attrName>style.visibility</p:attrName>
                                        </p:attrNameLst>
                                      </p:cBhvr>
                                      <p:to>
                                        <p:strVal val="visible"/>
                                      </p:to>
                                    </p:set>
                                    <p:animEffect transition="in" filter="fade">
                                      <p:cBhvr>
                                        <p:cTn id="17" dur="1000"/>
                                        <p:tgtEl>
                                          <p:spTgt spid="13">
                                            <p:txEl>
                                              <p:pRg st="2" end="2"/>
                                            </p:txEl>
                                          </p:spTgt>
                                        </p:tgtEl>
                                      </p:cBhvr>
                                    </p:animEffect>
                                    <p:anim calcmode="lin" valueType="num">
                                      <p:cBhvr>
                                        <p:cTn id="18" dur="1000" fill="hold"/>
                                        <p:tgtEl>
                                          <p:spTgt spid="13">
                                            <p:txEl>
                                              <p:pRg st="2" end="2"/>
                                            </p:txEl>
                                          </p:spTgt>
                                        </p:tgtEl>
                                        <p:attrNameLst>
                                          <p:attrName>ppt_x</p:attrName>
                                        </p:attrNameLst>
                                      </p:cBhvr>
                                      <p:tavLst>
                                        <p:tav tm="0">
                                          <p:val>
                                            <p:strVal val="#ppt_x"/>
                                          </p:val>
                                        </p:tav>
                                        <p:tav tm="100000">
                                          <p:val>
                                            <p:strVal val="#ppt_x"/>
                                          </p:val>
                                        </p:tav>
                                      </p:tavLst>
                                    </p:anim>
                                    <p:anim calcmode="lin" valueType="num">
                                      <p:cBhvr>
                                        <p:cTn id="19" dur="1000" fill="hold"/>
                                        <p:tgtEl>
                                          <p:spTgt spid="13">
                                            <p:txEl>
                                              <p:pRg st="2" end="2"/>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13">
                                            <p:txEl>
                                              <p:pRg st="3" end="3"/>
                                            </p:txEl>
                                          </p:spTgt>
                                        </p:tgtEl>
                                        <p:attrNameLst>
                                          <p:attrName>style.visibility</p:attrName>
                                        </p:attrNameLst>
                                      </p:cBhvr>
                                      <p:to>
                                        <p:strVal val="visible"/>
                                      </p:to>
                                    </p:set>
                                    <p:animEffect transition="in" filter="fade">
                                      <p:cBhvr>
                                        <p:cTn id="22" dur="1000"/>
                                        <p:tgtEl>
                                          <p:spTgt spid="13">
                                            <p:txEl>
                                              <p:pRg st="3" end="3"/>
                                            </p:txEl>
                                          </p:spTgt>
                                        </p:tgtEl>
                                      </p:cBhvr>
                                    </p:animEffect>
                                    <p:anim calcmode="lin" valueType="num">
                                      <p:cBhvr>
                                        <p:cTn id="23" dur="1000" fill="hold"/>
                                        <p:tgtEl>
                                          <p:spTgt spid="13">
                                            <p:txEl>
                                              <p:pRg st="3" end="3"/>
                                            </p:txEl>
                                          </p:spTgt>
                                        </p:tgtEl>
                                        <p:attrNameLst>
                                          <p:attrName>ppt_x</p:attrName>
                                        </p:attrNameLst>
                                      </p:cBhvr>
                                      <p:tavLst>
                                        <p:tav tm="0">
                                          <p:val>
                                            <p:strVal val="#ppt_x"/>
                                          </p:val>
                                        </p:tav>
                                        <p:tav tm="100000">
                                          <p:val>
                                            <p:strVal val="#ppt_x"/>
                                          </p:val>
                                        </p:tav>
                                      </p:tavLst>
                                    </p:anim>
                                    <p:anim calcmode="lin" valueType="num">
                                      <p:cBhvr>
                                        <p:cTn id="24" dur="1000" fill="hold"/>
                                        <p:tgtEl>
                                          <p:spTgt spid="13">
                                            <p:txEl>
                                              <p:pRg st="3" end="3"/>
                                            </p:txEl>
                                          </p:spTgt>
                                        </p:tgtEl>
                                        <p:attrNameLst>
                                          <p:attrName>ppt_y</p:attrName>
                                        </p:attrNameLst>
                                      </p:cBhvr>
                                      <p:tavLst>
                                        <p:tav tm="0">
                                          <p:val>
                                            <p:strVal val="#ppt_y+.1"/>
                                          </p:val>
                                        </p:tav>
                                        <p:tav tm="100000">
                                          <p:val>
                                            <p:strVal val="#ppt_y"/>
                                          </p:val>
                                        </p:tav>
                                      </p:tavLst>
                                    </p:anim>
                                  </p:childTnLst>
                                </p:cTn>
                              </p:par>
                              <p:par>
                                <p:cTn id="25" presetID="42" presetClass="entr" presetSubtype="0" fill="hold" nodeType="withEffect">
                                  <p:stCondLst>
                                    <p:cond delay="0"/>
                                  </p:stCondLst>
                                  <p:childTnLst>
                                    <p:set>
                                      <p:cBhvr>
                                        <p:cTn id="26" dur="1" fill="hold">
                                          <p:stCondLst>
                                            <p:cond delay="0"/>
                                          </p:stCondLst>
                                        </p:cTn>
                                        <p:tgtEl>
                                          <p:spTgt spid="13">
                                            <p:txEl>
                                              <p:pRg st="4" end="4"/>
                                            </p:txEl>
                                          </p:spTgt>
                                        </p:tgtEl>
                                        <p:attrNameLst>
                                          <p:attrName>style.visibility</p:attrName>
                                        </p:attrNameLst>
                                      </p:cBhvr>
                                      <p:to>
                                        <p:strVal val="visible"/>
                                      </p:to>
                                    </p:set>
                                    <p:animEffect transition="in" filter="fade">
                                      <p:cBhvr>
                                        <p:cTn id="27" dur="1000"/>
                                        <p:tgtEl>
                                          <p:spTgt spid="13">
                                            <p:txEl>
                                              <p:pRg st="4" end="4"/>
                                            </p:txEl>
                                          </p:spTgt>
                                        </p:tgtEl>
                                      </p:cBhvr>
                                    </p:animEffect>
                                    <p:anim calcmode="lin" valueType="num">
                                      <p:cBhvr>
                                        <p:cTn id="28" dur="1000" fill="hold"/>
                                        <p:tgtEl>
                                          <p:spTgt spid="13">
                                            <p:txEl>
                                              <p:pRg st="4" end="4"/>
                                            </p:txEl>
                                          </p:spTgt>
                                        </p:tgtEl>
                                        <p:attrNameLst>
                                          <p:attrName>ppt_x</p:attrName>
                                        </p:attrNameLst>
                                      </p:cBhvr>
                                      <p:tavLst>
                                        <p:tav tm="0">
                                          <p:val>
                                            <p:strVal val="#ppt_x"/>
                                          </p:val>
                                        </p:tav>
                                        <p:tav tm="100000">
                                          <p:val>
                                            <p:strVal val="#ppt_x"/>
                                          </p:val>
                                        </p:tav>
                                      </p:tavLst>
                                    </p:anim>
                                    <p:anim calcmode="lin" valueType="num">
                                      <p:cBhvr>
                                        <p:cTn id="29" dur="1000" fill="hold"/>
                                        <p:tgtEl>
                                          <p:spTgt spid="13">
                                            <p:txEl>
                                              <p:pRg st="4" end="4"/>
                                            </p:txEl>
                                          </p:spTgt>
                                        </p:tgtEl>
                                        <p:attrNameLst>
                                          <p:attrName>ppt_y</p:attrName>
                                        </p:attrNameLst>
                                      </p:cBhvr>
                                      <p:tavLst>
                                        <p:tav tm="0">
                                          <p:val>
                                            <p:strVal val="#ppt_y+.1"/>
                                          </p:val>
                                        </p:tav>
                                        <p:tav tm="100000">
                                          <p:val>
                                            <p:strVal val="#ppt_y"/>
                                          </p:val>
                                        </p:tav>
                                      </p:tavLst>
                                    </p:anim>
                                  </p:childTnLst>
                                </p:cTn>
                              </p:par>
                              <p:par>
                                <p:cTn id="30" presetID="42" presetClass="entr" presetSubtype="0" fill="hold" nodeType="withEffect">
                                  <p:stCondLst>
                                    <p:cond delay="0"/>
                                  </p:stCondLst>
                                  <p:childTnLst>
                                    <p:set>
                                      <p:cBhvr>
                                        <p:cTn id="31" dur="1" fill="hold">
                                          <p:stCondLst>
                                            <p:cond delay="0"/>
                                          </p:stCondLst>
                                        </p:cTn>
                                        <p:tgtEl>
                                          <p:spTgt spid="13">
                                            <p:txEl>
                                              <p:pRg st="5" end="5"/>
                                            </p:txEl>
                                          </p:spTgt>
                                        </p:tgtEl>
                                        <p:attrNameLst>
                                          <p:attrName>style.visibility</p:attrName>
                                        </p:attrNameLst>
                                      </p:cBhvr>
                                      <p:to>
                                        <p:strVal val="visible"/>
                                      </p:to>
                                    </p:set>
                                    <p:animEffect transition="in" filter="fade">
                                      <p:cBhvr>
                                        <p:cTn id="32" dur="1000"/>
                                        <p:tgtEl>
                                          <p:spTgt spid="13">
                                            <p:txEl>
                                              <p:pRg st="5" end="5"/>
                                            </p:txEl>
                                          </p:spTgt>
                                        </p:tgtEl>
                                      </p:cBhvr>
                                    </p:animEffect>
                                    <p:anim calcmode="lin" valueType="num">
                                      <p:cBhvr>
                                        <p:cTn id="33" dur="1000" fill="hold"/>
                                        <p:tgtEl>
                                          <p:spTgt spid="13">
                                            <p:txEl>
                                              <p:pRg st="5" end="5"/>
                                            </p:txEl>
                                          </p:spTgt>
                                        </p:tgtEl>
                                        <p:attrNameLst>
                                          <p:attrName>ppt_x</p:attrName>
                                        </p:attrNameLst>
                                      </p:cBhvr>
                                      <p:tavLst>
                                        <p:tav tm="0">
                                          <p:val>
                                            <p:strVal val="#ppt_x"/>
                                          </p:val>
                                        </p:tav>
                                        <p:tav tm="100000">
                                          <p:val>
                                            <p:strVal val="#ppt_x"/>
                                          </p:val>
                                        </p:tav>
                                      </p:tavLst>
                                    </p:anim>
                                    <p:anim calcmode="lin" valueType="num">
                                      <p:cBhvr>
                                        <p:cTn id="34" dur="1000" fill="hold"/>
                                        <p:tgtEl>
                                          <p:spTgt spid="13">
                                            <p:txEl>
                                              <p:pRg st="5" end="5"/>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0F24FDBC-FCE1-853F-8788-1FCF5248D1B4}"/>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B97E54B0-C82E-0FD4-0626-C4F9132E08AB}"/>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A48FDFD6-6195-DCCF-7936-686B35D782E8}"/>
              </a:ext>
            </a:extLst>
          </p:cNvPr>
          <p:cNvSpPr>
            <a:spLocks noGrp="1"/>
          </p:cNvSpPr>
          <p:nvPr>
            <p:ph type="sldNum" sz="quarter" idx="4"/>
          </p:nvPr>
        </p:nvSpPr>
        <p:spPr/>
        <p:txBody>
          <a:bodyPr/>
          <a:lstStyle/>
          <a:p>
            <a:fld id="{16A89BA3-132D-40E1-AAB4-CDCD0A14C216}" type="slidenum">
              <a:rPr lang="en-AU" smtClean="0"/>
              <a:pPr/>
              <a:t>22</a:t>
            </a:fld>
            <a:r>
              <a:rPr lang="en-AU"/>
              <a:t>  |</a:t>
            </a:r>
            <a:endParaRPr lang="en-AU" dirty="0"/>
          </a:p>
        </p:txBody>
      </p:sp>
      <p:sp>
        <p:nvSpPr>
          <p:cNvPr id="9" name="Text Placeholder 3">
            <a:extLst>
              <a:ext uri="{FF2B5EF4-FFF2-40B4-BE49-F238E27FC236}">
                <a16:creationId xmlns:a16="http://schemas.microsoft.com/office/drawing/2014/main" id="{37656267-AB82-2AA4-B01D-4D5FACB2016E}"/>
              </a:ext>
            </a:extLst>
          </p:cNvPr>
          <p:cNvSpPr>
            <a:spLocks noGrp="1"/>
          </p:cNvSpPr>
          <p:nvPr>
            <p:ph type="body" sz="quarter" idx="16"/>
          </p:nvPr>
        </p:nvSpPr>
        <p:spPr>
          <a:xfrm>
            <a:off x="0" y="0"/>
            <a:ext cx="7849590" cy="843148"/>
          </a:xfrm>
        </p:spPr>
        <p:txBody>
          <a:bodyPr>
            <a:noAutofit/>
          </a:bodyPr>
          <a:lstStyle/>
          <a:p>
            <a:r>
              <a:rPr lang="en-US" sz="3200" dirty="0"/>
              <a:t>Why Databases Are Better Than File Systems</a:t>
            </a:r>
            <a:endParaRPr lang="en-AU" sz="3000" dirty="0">
              <a:latin typeface="Calibri" panose="020F0502020204030204" pitchFamily="34" charset="0"/>
              <a:cs typeface="Calibri" panose="020F0502020204030204" pitchFamily="34" charset="0"/>
            </a:endParaRPr>
          </a:p>
        </p:txBody>
      </p:sp>
      <p:sp>
        <p:nvSpPr>
          <p:cNvPr id="13" name="TextBox 12">
            <a:extLst>
              <a:ext uri="{FF2B5EF4-FFF2-40B4-BE49-F238E27FC236}">
                <a16:creationId xmlns:a16="http://schemas.microsoft.com/office/drawing/2014/main" id="{19DC731A-F293-AC92-A8C6-1F39B824F232}"/>
              </a:ext>
            </a:extLst>
          </p:cNvPr>
          <p:cNvSpPr txBox="1"/>
          <p:nvPr/>
        </p:nvSpPr>
        <p:spPr>
          <a:xfrm>
            <a:off x="0" y="1642891"/>
            <a:ext cx="9120249" cy="3903504"/>
          </a:xfrm>
          <a:prstGeom prst="rect">
            <a:avLst/>
          </a:prstGeom>
          <a:noFill/>
        </p:spPr>
        <p:txBody>
          <a:bodyPr wrap="square">
            <a:spAutoFit/>
          </a:bodyPr>
          <a:lstStyle/>
          <a:p>
            <a:pPr>
              <a:lnSpc>
                <a:spcPct val="150000"/>
              </a:lnSpc>
            </a:pPr>
            <a:r>
              <a:rPr lang="en-US" sz="2800" dirty="0">
                <a:latin typeface="Calibri" panose="020F0502020204030204" pitchFamily="34" charset="0"/>
                <a:cs typeface="Calibri" panose="020F0502020204030204" pitchFamily="34" charset="0"/>
              </a:rPr>
              <a:t>From Spreadsheets to Smart Databases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Traditional file systems (e.g., Excel sheets) are like paper folders</a:t>
            </a:r>
            <a:br>
              <a:rPr lang="en-US" sz="2800" dirty="0">
                <a:latin typeface="Calibri" panose="020F0502020204030204" pitchFamily="34" charset="0"/>
                <a:cs typeface="Calibri" panose="020F0502020204030204" pitchFamily="34" charset="0"/>
              </a:rPr>
            </a:br>
            <a:r>
              <a:rPr lang="en-US" sz="2800" dirty="0">
                <a:latin typeface="Calibri" panose="020F0502020204030204" pitchFamily="34" charset="0"/>
                <a:cs typeface="Calibri" panose="020F0502020204030204" pitchFamily="34" charset="0"/>
              </a:rPr>
              <a:t>➤ Easy for small tasks, messy for large operations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Databases are like online banking apps – fast, secure, searchable, multi-user</a:t>
            </a:r>
          </a:p>
        </p:txBody>
      </p:sp>
    </p:spTree>
    <p:extLst>
      <p:ext uri="{BB962C8B-B14F-4D97-AF65-F5344CB8AC3E}">
        <p14:creationId xmlns:p14="http://schemas.microsoft.com/office/powerpoint/2010/main" val="91250865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E30CAE6F-7429-67A5-CE91-26B6774E5A60}"/>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CBB01B06-1828-0D1E-408F-452C145615B5}"/>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B65E81B8-681B-62A7-4D9F-894F8B09AED8}"/>
              </a:ext>
            </a:extLst>
          </p:cNvPr>
          <p:cNvSpPr>
            <a:spLocks noGrp="1"/>
          </p:cNvSpPr>
          <p:nvPr>
            <p:ph type="sldNum" sz="quarter" idx="4"/>
          </p:nvPr>
        </p:nvSpPr>
        <p:spPr/>
        <p:txBody>
          <a:bodyPr/>
          <a:lstStyle/>
          <a:p>
            <a:fld id="{16A89BA3-132D-40E1-AAB4-CDCD0A14C216}" type="slidenum">
              <a:rPr lang="en-AU" smtClean="0"/>
              <a:pPr/>
              <a:t>23</a:t>
            </a:fld>
            <a:r>
              <a:rPr lang="en-AU"/>
              <a:t>  |</a:t>
            </a:r>
            <a:endParaRPr lang="en-AU" dirty="0"/>
          </a:p>
        </p:txBody>
      </p:sp>
      <p:sp>
        <p:nvSpPr>
          <p:cNvPr id="9" name="Text Placeholder 3">
            <a:extLst>
              <a:ext uri="{FF2B5EF4-FFF2-40B4-BE49-F238E27FC236}">
                <a16:creationId xmlns:a16="http://schemas.microsoft.com/office/drawing/2014/main" id="{02734E25-D8B8-463E-FD89-18FB0E23FF0D}"/>
              </a:ext>
            </a:extLst>
          </p:cNvPr>
          <p:cNvSpPr>
            <a:spLocks noGrp="1"/>
          </p:cNvSpPr>
          <p:nvPr>
            <p:ph type="body" sz="quarter" idx="16"/>
          </p:nvPr>
        </p:nvSpPr>
        <p:spPr>
          <a:xfrm>
            <a:off x="0" y="0"/>
            <a:ext cx="7849590" cy="843148"/>
          </a:xfrm>
        </p:spPr>
        <p:txBody>
          <a:bodyPr>
            <a:noAutofit/>
          </a:bodyPr>
          <a:lstStyle/>
          <a:p>
            <a:r>
              <a:rPr lang="en-US" sz="3200" dirty="0"/>
              <a:t>Why Databases Are Better Than File Systems</a:t>
            </a:r>
            <a:endParaRPr lang="en-AU" sz="3000" dirty="0">
              <a:latin typeface="Calibri" panose="020F0502020204030204" pitchFamily="34" charset="0"/>
              <a:cs typeface="Calibri" panose="020F0502020204030204" pitchFamily="34" charset="0"/>
            </a:endParaRPr>
          </a:p>
        </p:txBody>
      </p:sp>
      <p:graphicFrame>
        <p:nvGraphicFramePr>
          <p:cNvPr id="2" name="Table 1">
            <a:extLst>
              <a:ext uri="{FF2B5EF4-FFF2-40B4-BE49-F238E27FC236}">
                <a16:creationId xmlns:a16="http://schemas.microsoft.com/office/drawing/2014/main" id="{9EBCAD35-D54F-540C-1D72-C02F78858BCF}"/>
              </a:ext>
            </a:extLst>
          </p:cNvPr>
          <p:cNvGraphicFramePr>
            <a:graphicFrameLocks noGrp="1"/>
          </p:cNvGraphicFramePr>
          <p:nvPr/>
        </p:nvGraphicFramePr>
        <p:xfrm>
          <a:off x="628650" y="1493520"/>
          <a:ext cx="7886700" cy="3444240"/>
        </p:xfrm>
        <a:graphic>
          <a:graphicData uri="http://schemas.openxmlformats.org/drawingml/2006/table">
            <a:tbl>
              <a:tblPr>
                <a:tableStyleId>{ED083AE6-46FA-4A59-8FB0-9F97EB10719F}</a:tableStyleId>
              </a:tblPr>
              <a:tblGrid>
                <a:gridCol w="2628900">
                  <a:extLst>
                    <a:ext uri="{9D8B030D-6E8A-4147-A177-3AD203B41FA5}">
                      <a16:colId xmlns:a16="http://schemas.microsoft.com/office/drawing/2014/main" val="1368820529"/>
                    </a:ext>
                  </a:extLst>
                </a:gridCol>
                <a:gridCol w="2628900">
                  <a:extLst>
                    <a:ext uri="{9D8B030D-6E8A-4147-A177-3AD203B41FA5}">
                      <a16:colId xmlns:a16="http://schemas.microsoft.com/office/drawing/2014/main" val="2928352506"/>
                    </a:ext>
                  </a:extLst>
                </a:gridCol>
                <a:gridCol w="2628900">
                  <a:extLst>
                    <a:ext uri="{9D8B030D-6E8A-4147-A177-3AD203B41FA5}">
                      <a16:colId xmlns:a16="http://schemas.microsoft.com/office/drawing/2014/main" val="1431186750"/>
                    </a:ext>
                  </a:extLst>
                </a:gridCol>
              </a:tblGrid>
              <a:tr h="0">
                <a:tc>
                  <a:txBody>
                    <a:bodyPr/>
                    <a:lstStyle/>
                    <a:p>
                      <a:r>
                        <a:rPr lang="en-US" sz="2800" dirty="0">
                          <a:latin typeface="Calibri" panose="020F0502020204030204" pitchFamily="34" charset="0"/>
                          <a:cs typeface="Calibri" panose="020F0502020204030204" pitchFamily="34" charset="0"/>
                        </a:rPr>
                        <a:t>Feature</a:t>
                      </a:r>
                    </a:p>
                  </a:txBody>
                  <a:tcPr anchor="ctr">
                    <a:solidFill>
                      <a:schemeClr val="tx1">
                        <a:lumMod val="10000"/>
                        <a:lumOff val="90000"/>
                      </a:schemeClr>
                    </a:solidFill>
                  </a:tcPr>
                </a:tc>
                <a:tc>
                  <a:txBody>
                    <a:bodyPr/>
                    <a:lstStyle/>
                    <a:p>
                      <a:r>
                        <a:rPr lang="en-US" sz="2800" dirty="0">
                          <a:latin typeface="Calibri" panose="020F0502020204030204" pitchFamily="34" charset="0"/>
                          <a:cs typeface="Calibri" panose="020F0502020204030204" pitchFamily="34" charset="0"/>
                        </a:rPr>
                        <a:t>File System</a:t>
                      </a:r>
                    </a:p>
                  </a:txBody>
                  <a:tcPr anchor="ctr">
                    <a:solidFill>
                      <a:schemeClr val="tx1">
                        <a:lumMod val="10000"/>
                        <a:lumOff val="90000"/>
                      </a:schemeClr>
                    </a:solidFill>
                  </a:tcPr>
                </a:tc>
                <a:tc>
                  <a:txBody>
                    <a:bodyPr/>
                    <a:lstStyle/>
                    <a:p>
                      <a:r>
                        <a:rPr lang="en-US" sz="2800" dirty="0">
                          <a:latin typeface="Calibri" panose="020F0502020204030204" pitchFamily="34" charset="0"/>
                          <a:cs typeface="Calibri" panose="020F0502020204030204" pitchFamily="34" charset="0"/>
                        </a:rPr>
                        <a:t>Database ()</a:t>
                      </a:r>
                    </a:p>
                  </a:txBody>
                  <a:tcPr anchor="ctr">
                    <a:solidFill>
                      <a:schemeClr val="tx1">
                        <a:lumMod val="10000"/>
                        <a:lumOff val="90000"/>
                      </a:schemeClr>
                    </a:solidFill>
                  </a:tcPr>
                </a:tc>
                <a:extLst>
                  <a:ext uri="{0D108BD9-81ED-4DB2-BD59-A6C34878D82A}">
                    <a16:rowId xmlns:a16="http://schemas.microsoft.com/office/drawing/2014/main" val="1950778884"/>
                  </a:ext>
                </a:extLst>
              </a:tr>
              <a:tr h="0">
                <a:tc>
                  <a:txBody>
                    <a:bodyPr/>
                    <a:lstStyle/>
                    <a:p>
                      <a:r>
                        <a:rPr lang="en-US" sz="2800">
                          <a:latin typeface="Calibri" panose="020F0502020204030204" pitchFamily="34" charset="0"/>
                          <a:cs typeface="Calibri" panose="020F0502020204030204" pitchFamily="34" charset="0"/>
                        </a:rPr>
                        <a:t>Data Redundancy</a:t>
                      </a:r>
                    </a:p>
                  </a:txBody>
                  <a:tcPr anchor="ctr"/>
                </a:tc>
                <a:tc>
                  <a:txBody>
                    <a:bodyPr/>
                    <a:lstStyle/>
                    <a:p>
                      <a:r>
                        <a:rPr lang="en-US" sz="2800">
                          <a:latin typeface="Calibri" panose="020F0502020204030204" pitchFamily="34" charset="0"/>
                          <a:cs typeface="Calibri" panose="020F0502020204030204" pitchFamily="34" charset="0"/>
                        </a:rPr>
                        <a:t>High</a:t>
                      </a:r>
                    </a:p>
                  </a:txBody>
                  <a:tcPr anchor="ctr"/>
                </a:tc>
                <a:tc>
                  <a:txBody>
                    <a:bodyPr/>
                    <a:lstStyle/>
                    <a:p>
                      <a:r>
                        <a:rPr lang="en-US" sz="2800">
                          <a:latin typeface="Calibri" panose="020F0502020204030204" pitchFamily="34" charset="0"/>
                          <a:cs typeface="Calibri" panose="020F0502020204030204" pitchFamily="34" charset="0"/>
                        </a:rPr>
                        <a:t>Low</a:t>
                      </a:r>
                    </a:p>
                  </a:txBody>
                  <a:tcPr anchor="ctr"/>
                </a:tc>
                <a:extLst>
                  <a:ext uri="{0D108BD9-81ED-4DB2-BD59-A6C34878D82A}">
                    <a16:rowId xmlns:a16="http://schemas.microsoft.com/office/drawing/2014/main" val="1041568126"/>
                  </a:ext>
                </a:extLst>
              </a:tr>
              <a:tr h="0">
                <a:tc>
                  <a:txBody>
                    <a:bodyPr/>
                    <a:lstStyle/>
                    <a:p>
                      <a:r>
                        <a:rPr lang="en-US" sz="2800">
                          <a:latin typeface="Calibri" panose="020F0502020204030204" pitchFamily="34" charset="0"/>
                          <a:cs typeface="Calibri" panose="020F0502020204030204" pitchFamily="34" charset="0"/>
                        </a:rPr>
                        <a:t>Search Speed</a:t>
                      </a:r>
                    </a:p>
                  </a:txBody>
                  <a:tcPr anchor="ctr"/>
                </a:tc>
                <a:tc>
                  <a:txBody>
                    <a:bodyPr/>
                    <a:lstStyle/>
                    <a:p>
                      <a:r>
                        <a:rPr lang="en-US" sz="2800">
                          <a:latin typeface="Calibri" panose="020F0502020204030204" pitchFamily="34" charset="0"/>
                          <a:cs typeface="Calibri" panose="020F0502020204030204" pitchFamily="34" charset="0"/>
                        </a:rPr>
                        <a:t>Slow</a:t>
                      </a:r>
                    </a:p>
                  </a:txBody>
                  <a:tcPr anchor="ctr"/>
                </a:tc>
                <a:tc>
                  <a:txBody>
                    <a:bodyPr/>
                    <a:lstStyle/>
                    <a:p>
                      <a:r>
                        <a:rPr lang="en-US" sz="2800">
                          <a:latin typeface="Calibri" panose="020F0502020204030204" pitchFamily="34" charset="0"/>
                          <a:cs typeface="Calibri" panose="020F0502020204030204" pitchFamily="34" charset="0"/>
                        </a:rPr>
                        <a:t>Fast</a:t>
                      </a:r>
                    </a:p>
                  </a:txBody>
                  <a:tcPr anchor="ctr"/>
                </a:tc>
                <a:extLst>
                  <a:ext uri="{0D108BD9-81ED-4DB2-BD59-A6C34878D82A}">
                    <a16:rowId xmlns:a16="http://schemas.microsoft.com/office/drawing/2014/main" val="4038410637"/>
                  </a:ext>
                </a:extLst>
              </a:tr>
              <a:tr h="0">
                <a:tc>
                  <a:txBody>
                    <a:bodyPr/>
                    <a:lstStyle/>
                    <a:p>
                      <a:r>
                        <a:rPr lang="en-US" sz="2800">
                          <a:latin typeface="Calibri" panose="020F0502020204030204" pitchFamily="34" charset="0"/>
                          <a:cs typeface="Calibri" panose="020F0502020204030204" pitchFamily="34" charset="0"/>
                        </a:rPr>
                        <a:t>Multi-user Access</a:t>
                      </a:r>
                    </a:p>
                  </a:txBody>
                  <a:tcPr anchor="ctr"/>
                </a:tc>
                <a:tc>
                  <a:txBody>
                    <a:bodyPr/>
                    <a:lstStyle/>
                    <a:p>
                      <a:r>
                        <a:rPr lang="en-US" sz="2800">
                          <a:latin typeface="Calibri" panose="020F0502020204030204" pitchFamily="34" charset="0"/>
                          <a:cs typeface="Calibri" panose="020F0502020204030204" pitchFamily="34" charset="0"/>
                        </a:rPr>
                        <a:t>Hard</a:t>
                      </a:r>
                    </a:p>
                  </a:txBody>
                  <a:tcPr anchor="ctr"/>
                </a:tc>
                <a:tc>
                  <a:txBody>
                    <a:bodyPr/>
                    <a:lstStyle/>
                    <a:p>
                      <a:r>
                        <a:rPr lang="en-US" sz="2800">
                          <a:latin typeface="Calibri" panose="020F0502020204030204" pitchFamily="34" charset="0"/>
                          <a:cs typeface="Calibri" panose="020F0502020204030204" pitchFamily="34" charset="0"/>
                        </a:rPr>
                        <a:t>Easy</a:t>
                      </a:r>
                    </a:p>
                  </a:txBody>
                  <a:tcPr anchor="ctr"/>
                </a:tc>
                <a:extLst>
                  <a:ext uri="{0D108BD9-81ED-4DB2-BD59-A6C34878D82A}">
                    <a16:rowId xmlns:a16="http://schemas.microsoft.com/office/drawing/2014/main" val="1810339865"/>
                  </a:ext>
                </a:extLst>
              </a:tr>
              <a:tr h="0">
                <a:tc>
                  <a:txBody>
                    <a:bodyPr/>
                    <a:lstStyle/>
                    <a:p>
                      <a:r>
                        <a:rPr lang="en-US" sz="2800">
                          <a:latin typeface="Calibri" panose="020F0502020204030204" pitchFamily="34" charset="0"/>
                          <a:cs typeface="Calibri" panose="020F0502020204030204" pitchFamily="34" charset="0"/>
                        </a:rPr>
                        <a:t>Security</a:t>
                      </a:r>
                    </a:p>
                  </a:txBody>
                  <a:tcPr anchor="ctr"/>
                </a:tc>
                <a:tc>
                  <a:txBody>
                    <a:bodyPr/>
                    <a:lstStyle/>
                    <a:p>
                      <a:r>
                        <a:rPr lang="en-US" sz="2800">
                          <a:latin typeface="Calibri" panose="020F0502020204030204" pitchFamily="34" charset="0"/>
                          <a:cs typeface="Calibri" panose="020F0502020204030204" pitchFamily="34" charset="0"/>
                        </a:rPr>
                        <a:t>Weak</a:t>
                      </a:r>
                    </a:p>
                  </a:txBody>
                  <a:tcPr anchor="ctr"/>
                </a:tc>
                <a:tc>
                  <a:txBody>
                    <a:bodyPr/>
                    <a:lstStyle/>
                    <a:p>
                      <a:r>
                        <a:rPr lang="en-US" sz="2800" dirty="0">
                          <a:latin typeface="Calibri" panose="020F0502020204030204" pitchFamily="34" charset="0"/>
                          <a:cs typeface="Calibri" panose="020F0502020204030204" pitchFamily="34" charset="0"/>
                        </a:rPr>
                        <a:t>Strong</a:t>
                      </a:r>
                    </a:p>
                  </a:txBody>
                  <a:tcPr anchor="ctr"/>
                </a:tc>
                <a:extLst>
                  <a:ext uri="{0D108BD9-81ED-4DB2-BD59-A6C34878D82A}">
                    <a16:rowId xmlns:a16="http://schemas.microsoft.com/office/drawing/2014/main" val="3465947376"/>
                  </a:ext>
                </a:extLst>
              </a:tr>
            </a:tbl>
          </a:graphicData>
        </a:graphic>
      </p:graphicFrame>
    </p:spTree>
    <p:extLst>
      <p:ext uri="{BB962C8B-B14F-4D97-AF65-F5344CB8AC3E}">
        <p14:creationId xmlns:p14="http://schemas.microsoft.com/office/powerpoint/2010/main" val="28381470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0A905E64-B862-F3FF-B774-D41C941AE5A0}"/>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4340F014-73F7-A62A-1EC7-056A0F3D1D5F}"/>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F2B5CFFF-C727-13EF-0488-0607E9CDE359}"/>
              </a:ext>
            </a:extLst>
          </p:cNvPr>
          <p:cNvSpPr>
            <a:spLocks noGrp="1"/>
          </p:cNvSpPr>
          <p:nvPr>
            <p:ph type="sldNum" sz="quarter" idx="4"/>
          </p:nvPr>
        </p:nvSpPr>
        <p:spPr/>
        <p:txBody>
          <a:bodyPr/>
          <a:lstStyle/>
          <a:p>
            <a:fld id="{16A89BA3-132D-40E1-AAB4-CDCD0A14C216}" type="slidenum">
              <a:rPr lang="en-AU" smtClean="0"/>
              <a:pPr/>
              <a:t>24</a:t>
            </a:fld>
            <a:r>
              <a:rPr lang="en-AU"/>
              <a:t>  |</a:t>
            </a:r>
            <a:endParaRPr lang="en-AU" dirty="0"/>
          </a:p>
        </p:txBody>
      </p:sp>
      <p:sp>
        <p:nvSpPr>
          <p:cNvPr id="9" name="Text Placeholder 3">
            <a:extLst>
              <a:ext uri="{FF2B5EF4-FFF2-40B4-BE49-F238E27FC236}">
                <a16:creationId xmlns:a16="http://schemas.microsoft.com/office/drawing/2014/main" id="{DEE757E1-763A-9142-C034-7CC179C7EF80}"/>
              </a:ext>
            </a:extLst>
          </p:cNvPr>
          <p:cNvSpPr>
            <a:spLocks noGrp="1"/>
          </p:cNvSpPr>
          <p:nvPr>
            <p:ph type="body" sz="quarter" idx="16"/>
          </p:nvPr>
        </p:nvSpPr>
        <p:spPr>
          <a:xfrm>
            <a:off x="0" y="0"/>
            <a:ext cx="7849590" cy="843148"/>
          </a:xfrm>
        </p:spPr>
        <p:txBody>
          <a:bodyPr>
            <a:noAutofit/>
          </a:bodyPr>
          <a:lstStyle/>
          <a:p>
            <a:r>
              <a:rPr lang="en-US" sz="3200" dirty="0"/>
              <a:t>Why Databases Are Better Than File Systems</a:t>
            </a:r>
            <a:endParaRPr lang="en-AU" sz="3000" dirty="0">
              <a:latin typeface="Calibri" panose="020F0502020204030204" pitchFamily="34" charset="0"/>
              <a:cs typeface="Calibri" panose="020F0502020204030204" pitchFamily="34" charset="0"/>
            </a:endParaRPr>
          </a:p>
        </p:txBody>
      </p:sp>
      <p:sp>
        <p:nvSpPr>
          <p:cNvPr id="6" name="TextBox 5">
            <a:extLst>
              <a:ext uri="{FF2B5EF4-FFF2-40B4-BE49-F238E27FC236}">
                <a16:creationId xmlns:a16="http://schemas.microsoft.com/office/drawing/2014/main" id="{512A909B-F024-CA33-08BD-D43F1CBD9E22}"/>
              </a:ext>
            </a:extLst>
          </p:cNvPr>
          <p:cNvSpPr txBox="1"/>
          <p:nvPr/>
        </p:nvSpPr>
        <p:spPr>
          <a:xfrm>
            <a:off x="0" y="2123578"/>
            <a:ext cx="9144000" cy="2610843"/>
          </a:xfrm>
          <a:prstGeom prst="rect">
            <a:avLst/>
          </a:prstGeom>
          <a:noFill/>
        </p:spPr>
        <p:txBody>
          <a:bodyPr wrap="square">
            <a:spAutoFit/>
          </a:bodyPr>
          <a:lstStyle/>
          <a:p>
            <a:pPr>
              <a:lnSpc>
                <a:spcPct val="150000"/>
              </a:lnSpc>
            </a:pPr>
            <a:r>
              <a:rPr lang="en-US" sz="2800" dirty="0">
                <a:latin typeface="Calibri" panose="020F0502020204030204" pitchFamily="34" charset="0"/>
                <a:cs typeface="Calibri" panose="020F0502020204030204" pitchFamily="34" charset="0"/>
              </a:rPr>
              <a:t>Australian Analogy:</a:t>
            </a:r>
            <a:br>
              <a:rPr lang="en-US" sz="2800" dirty="0">
                <a:latin typeface="Calibri" panose="020F0502020204030204" pitchFamily="34" charset="0"/>
                <a:cs typeface="Calibri" panose="020F0502020204030204" pitchFamily="34" charset="0"/>
              </a:rPr>
            </a:br>
            <a:r>
              <a:rPr lang="en-US" sz="2800" dirty="0">
                <a:latin typeface="Calibri" panose="020F0502020204030204" pitchFamily="34" charset="0"/>
                <a:cs typeface="Calibri" panose="020F0502020204030204" pitchFamily="34" charset="0"/>
              </a:rPr>
              <a:t>Think of ATO’s tax records – you can’t manage millions of taxpayer files using Excel. Databases keep it fast, secure, and reliable.</a:t>
            </a:r>
            <a:endParaRPr lang="en-AU" sz="28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20299089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548A7027-E35C-0AAC-9384-F0D9D87003EE}"/>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9AE6D1FA-7A67-6476-E119-1BDC6446A64C}"/>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4559A221-A5A3-7AEF-8DE3-A0D743C2AB2A}"/>
              </a:ext>
            </a:extLst>
          </p:cNvPr>
          <p:cNvSpPr>
            <a:spLocks noGrp="1"/>
          </p:cNvSpPr>
          <p:nvPr>
            <p:ph type="sldNum" sz="quarter" idx="4"/>
          </p:nvPr>
        </p:nvSpPr>
        <p:spPr/>
        <p:txBody>
          <a:bodyPr/>
          <a:lstStyle/>
          <a:p>
            <a:fld id="{16A89BA3-132D-40E1-AAB4-CDCD0A14C216}" type="slidenum">
              <a:rPr lang="en-AU" smtClean="0"/>
              <a:pPr/>
              <a:t>25</a:t>
            </a:fld>
            <a:r>
              <a:rPr lang="en-AU"/>
              <a:t>  |</a:t>
            </a:r>
            <a:endParaRPr lang="en-AU" dirty="0"/>
          </a:p>
        </p:txBody>
      </p:sp>
      <p:sp>
        <p:nvSpPr>
          <p:cNvPr id="9" name="Text Placeholder 3">
            <a:extLst>
              <a:ext uri="{FF2B5EF4-FFF2-40B4-BE49-F238E27FC236}">
                <a16:creationId xmlns:a16="http://schemas.microsoft.com/office/drawing/2014/main" id="{1C251E6F-55AD-0BE4-F385-7B89A1E700CB}"/>
              </a:ext>
            </a:extLst>
          </p:cNvPr>
          <p:cNvSpPr>
            <a:spLocks noGrp="1"/>
          </p:cNvSpPr>
          <p:nvPr>
            <p:ph type="body" sz="quarter" idx="16"/>
          </p:nvPr>
        </p:nvSpPr>
        <p:spPr>
          <a:xfrm>
            <a:off x="0" y="0"/>
            <a:ext cx="7849590" cy="843148"/>
          </a:xfrm>
        </p:spPr>
        <p:txBody>
          <a:bodyPr>
            <a:noAutofit/>
          </a:bodyPr>
          <a:lstStyle/>
          <a:p>
            <a:r>
              <a:rPr lang="en-US" sz="3200" dirty="0"/>
              <a:t>Key Database Concepts – Tables, Records, Fields, Keys</a:t>
            </a:r>
            <a:endParaRPr lang="en-AU" sz="3000" dirty="0">
              <a:latin typeface="Calibri" panose="020F0502020204030204" pitchFamily="34" charset="0"/>
              <a:cs typeface="Calibri" panose="020F0502020204030204" pitchFamily="34" charset="0"/>
            </a:endParaRPr>
          </a:p>
        </p:txBody>
      </p:sp>
      <p:sp>
        <p:nvSpPr>
          <p:cNvPr id="6" name="TextBox 5">
            <a:extLst>
              <a:ext uri="{FF2B5EF4-FFF2-40B4-BE49-F238E27FC236}">
                <a16:creationId xmlns:a16="http://schemas.microsoft.com/office/drawing/2014/main" id="{57B79CE9-448B-7A64-DCCA-8097BBB9002D}"/>
              </a:ext>
            </a:extLst>
          </p:cNvPr>
          <p:cNvSpPr txBox="1"/>
          <p:nvPr/>
        </p:nvSpPr>
        <p:spPr>
          <a:xfrm>
            <a:off x="0" y="1800413"/>
            <a:ext cx="9144000" cy="3257174"/>
          </a:xfrm>
          <a:prstGeom prst="rect">
            <a:avLst/>
          </a:prstGeom>
          <a:noFill/>
        </p:spPr>
        <p:txBody>
          <a:bodyPr wrap="square">
            <a:spAutoFit/>
          </a:bodyPr>
          <a:lstStyle/>
          <a:p>
            <a:pPr>
              <a:lnSpc>
                <a:spcPct val="150000"/>
              </a:lnSpc>
            </a:pPr>
            <a:r>
              <a:rPr lang="en-US" sz="2800" dirty="0">
                <a:latin typeface="Calibri" panose="020F0502020204030204" pitchFamily="34" charset="0"/>
                <a:cs typeface="Calibri" panose="020F0502020204030204" pitchFamily="34" charset="0"/>
              </a:rPr>
              <a:t>Tables, Records, Fields &amp; Keys – The Building Blocks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Table = Like a spreadsheet</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Record (row) = One item (e.g., a student)</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Field (column) = A characteristic (e.g., name, ID)</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Primary Key = A unique ID (e.g., Student ID)</a:t>
            </a:r>
          </a:p>
        </p:txBody>
      </p:sp>
    </p:spTree>
    <p:extLst>
      <p:ext uri="{BB962C8B-B14F-4D97-AF65-F5344CB8AC3E}">
        <p14:creationId xmlns:p14="http://schemas.microsoft.com/office/powerpoint/2010/main" val="185310218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0B800835-8DCA-EFA7-0C01-2D47D70FF279}"/>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91280300-96F2-0394-6E64-C766EDE37F0B}"/>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3248B08A-8153-2D30-8195-1D448BD28590}"/>
              </a:ext>
            </a:extLst>
          </p:cNvPr>
          <p:cNvSpPr>
            <a:spLocks noGrp="1"/>
          </p:cNvSpPr>
          <p:nvPr>
            <p:ph type="sldNum" sz="quarter" idx="4"/>
          </p:nvPr>
        </p:nvSpPr>
        <p:spPr/>
        <p:txBody>
          <a:bodyPr/>
          <a:lstStyle/>
          <a:p>
            <a:fld id="{16A89BA3-132D-40E1-AAB4-CDCD0A14C216}" type="slidenum">
              <a:rPr lang="en-AU" smtClean="0"/>
              <a:pPr/>
              <a:t>26</a:t>
            </a:fld>
            <a:r>
              <a:rPr lang="en-AU"/>
              <a:t>  |</a:t>
            </a:r>
            <a:endParaRPr lang="en-AU" dirty="0"/>
          </a:p>
        </p:txBody>
      </p:sp>
      <p:sp>
        <p:nvSpPr>
          <p:cNvPr id="9" name="Text Placeholder 3">
            <a:extLst>
              <a:ext uri="{FF2B5EF4-FFF2-40B4-BE49-F238E27FC236}">
                <a16:creationId xmlns:a16="http://schemas.microsoft.com/office/drawing/2014/main" id="{E4D9CB4E-8878-54E5-8A48-3B6664B6C2FB}"/>
              </a:ext>
            </a:extLst>
          </p:cNvPr>
          <p:cNvSpPr>
            <a:spLocks noGrp="1"/>
          </p:cNvSpPr>
          <p:nvPr>
            <p:ph type="body" sz="quarter" idx="16"/>
          </p:nvPr>
        </p:nvSpPr>
        <p:spPr>
          <a:xfrm>
            <a:off x="0" y="0"/>
            <a:ext cx="7849590" cy="843148"/>
          </a:xfrm>
        </p:spPr>
        <p:txBody>
          <a:bodyPr>
            <a:noAutofit/>
          </a:bodyPr>
          <a:lstStyle/>
          <a:p>
            <a:r>
              <a:rPr lang="en-US" sz="3200" dirty="0"/>
              <a:t>Key Database Concepts – Tables, Records, Fields, Keys</a:t>
            </a:r>
            <a:endParaRPr lang="en-AU" sz="3000" dirty="0">
              <a:latin typeface="Calibri" panose="020F0502020204030204" pitchFamily="34" charset="0"/>
              <a:cs typeface="Calibri" panose="020F0502020204030204" pitchFamily="34" charset="0"/>
            </a:endParaRPr>
          </a:p>
        </p:txBody>
      </p:sp>
      <p:sp>
        <p:nvSpPr>
          <p:cNvPr id="6" name="TextBox 5">
            <a:extLst>
              <a:ext uri="{FF2B5EF4-FFF2-40B4-BE49-F238E27FC236}">
                <a16:creationId xmlns:a16="http://schemas.microsoft.com/office/drawing/2014/main" id="{6DECCAB8-9769-67C8-049A-09AF2438E49A}"/>
              </a:ext>
            </a:extLst>
          </p:cNvPr>
          <p:cNvSpPr txBox="1"/>
          <p:nvPr/>
        </p:nvSpPr>
        <p:spPr>
          <a:xfrm>
            <a:off x="0" y="1800413"/>
            <a:ext cx="9144000" cy="3257174"/>
          </a:xfrm>
          <a:prstGeom prst="rect">
            <a:avLst/>
          </a:prstGeom>
          <a:noFill/>
        </p:spPr>
        <p:txBody>
          <a:bodyPr wrap="square">
            <a:spAutoFit/>
          </a:bodyPr>
          <a:lstStyle/>
          <a:p>
            <a:pPr>
              <a:lnSpc>
                <a:spcPct val="150000"/>
              </a:lnSpc>
            </a:pPr>
            <a:r>
              <a:rPr lang="en-US" sz="2800" dirty="0">
                <a:latin typeface="Calibri" panose="020F0502020204030204" pitchFamily="34" charset="0"/>
                <a:cs typeface="Calibri" panose="020F0502020204030204" pitchFamily="34" charset="0"/>
              </a:rPr>
              <a:t>Analogy:</a:t>
            </a:r>
            <a:br>
              <a:rPr lang="en-US" sz="2800" dirty="0">
                <a:latin typeface="Calibri" panose="020F0502020204030204" pitchFamily="34" charset="0"/>
                <a:cs typeface="Calibri" panose="020F0502020204030204" pitchFamily="34" charset="0"/>
              </a:rPr>
            </a:br>
            <a:r>
              <a:rPr lang="en-US" sz="2800" dirty="0">
                <a:latin typeface="Calibri" panose="020F0502020204030204" pitchFamily="34" charset="0"/>
                <a:cs typeface="Calibri" panose="020F0502020204030204" pitchFamily="34" charset="0"/>
              </a:rPr>
              <a:t>A student database is like a university class list.</a:t>
            </a:r>
            <a:br>
              <a:rPr lang="en-US" sz="2800" dirty="0">
                <a:latin typeface="Calibri" panose="020F0502020204030204" pitchFamily="34" charset="0"/>
                <a:cs typeface="Calibri" panose="020F0502020204030204" pitchFamily="34" charset="0"/>
              </a:rPr>
            </a:br>
            <a:r>
              <a:rPr lang="en-US" sz="2800" dirty="0">
                <a:latin typeface="Calibri" panose="020F0502020204030204" pitchFamily="34" charset="0"/>
                <a:cs typeface="Calibri" panose="020F0502020204030204" pitchFamily="34" charset="0"/>
              </a:rPr>
              <a:t>Each student = a record</a:t>
            </a:r>
            <a:br>
              <a:rPr lang="en-US" sz="2800" dirty="0">
                <a:latin typeface="Calibri" panose="020F0502020204030204" pitchFamily="34" charset="0"/>
                <a:cs typeface="Calibri" panose="020F0502020204030204" pitchFamily="34" charset="0"/>
              </a:rPr>
            </a:br>
            <a:r>
              <a:rPr lang="en-US" sz="2800" dirty="0">
                <a:latin typeface="Calibri" panose="020F0502020204030204" pitchFamily="34" charset="0"/>
                <a:cs typeface="Calibri" panose="020F0502020204030204" pitchFamily="34" charset="0"/>
              </a:rPr>
              <a:t>Each column = name, major, email</a:t>
            </a:r>
            <a:br>
              <a:rPr lang="en-US" sz="2800" dirty="0">
                <a:latin typeface="Calibri" panose="020F0502020204030204" pitchFamily="34" charset="0"/>
                <a:cs typeface="Calibri" panose="020F0502020204030204" pitchFamily="34" charset="0"/>
              </a:rPr>
            </a:br>
            <a:r>
              <a:rPr lang="en-US" sz="2800" dirty="0">
                <a:latin typeface="Calibri" panose="020F0502020204030204" pitchFamily="34" charset="0"/>
                <a:cs typeface="Calibri" panose="020F0502020204030204" pitchFamily="34" charset="0"/>
              </a:rPr>
              <a:t>The Student ID = primary key to uniquely identify each person</a:t>
            </a:r>
          </a:p>
        </p:txBody>
      </p:sp>
    </p:spTree>
    <p:extLst>
      <p:ext uri="{BB962C8B-B14F-4D97-AF65-F5344CB8AC3E}">
        <p14:creationId xmlns:p14="http://schemas.microsoft.com/office/powerpoint/2010/main" val="144870297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193038EF-930E-4C93-B804-F116E359C49B}"/>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CEE4E682-4AC0-E5CC-D8DA-2B02488AFCA8}"/>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5FFA17BB-1395-A6CC-1660-05EA0014BCB7}"/>
              </a:ext>
            </a:extLst>
          </p:cNvPr>
          <p:cNvSpPr>
            <a:spLocks noGrp="1"/>
          </p:cNvSpPr>
          <p:nvPr>
            <p:ph type="sldNum" sz="quarter" idx="4"/>
          </p:nvPr>
        </p:nvSpPr>
        <p:spPr/>
        <p:txBody>
          <a:bodyPr/>
          <a:lstStyle/>
          <a:p>
            <a:fld id="{16A89BA3-132D-40E1-AAB4-CDCD0A14C216}" type="slidenum">
              <a:rPr lang="en-AU" smtClean="0"/>
              <a:pPr/>
              <a:t>27</a:t>
            </a:fld>
            <a:r>
              <a:rPr lang="en-AU"/>
              <a:t>  |</a:t>
            </a:r>
            <a:endParaRPr lang="en-AU" dirty="0"/>
          </a:p>
        </p:txBody>
      </p:sp>
      <p:sp>
        <p:nvSpPr>
          <p:cNvPr id="9" name="Text Placeholder 3">
            <a:extLst>
              <a:ext uri="{FF2B5EF4-FFF2-40B4-BE49-F238E27FC236}">
                <a16:creationId xmlns:a16="http://schemas.microsoft.com/office/drawing/2014/main" id="{0088733E-5425-FBA0-A5B3-48EACFDABD19}"/>
              </a:ext>
            </a:extLst>
          </p:cNvPr>
          <p:cNvSpPr>
            <a:spLocks noGrp="1"/>
          </p:cNvSpPr>
          <p:nvPr>
            <p:ph type="body" sz="quarter" idx="16"/>
          </p:nvPr>
        </p:nvSpPr>
        <p:spPr>
          <a:xfrm>
            <a:off x="0" y="0"/>
            <a:ext cx="7849590" cy="843148"/>
          </a:xfrm>
        </p:spPr>
        <p:txBody>
          <a:bodyPr>
            <a:noAutofit/>
          </a:bodyPr>
          <a:lstStyle/>
          <a:p>
            <a:r>
              <a:rPr lang="en-US" sz="3200" dirty="0"/>
              <a:t>Key Database Concepts – Tables, Records, Fields, Keys</a:t>
            </a:r>
            <a:endParaRPr lang="en-AU" sz="3000" dirty="0">
              <a:latin typeface="Calibri" panose="020F0502020204030204" pitchFamily="34" charset="0"/>
              <a:cs typeface="Calibri" panose="020F0502020204030204" pitchFamily="34" charset="0"/>
            </a:endParaRPr>
          </a:p>
        </p:txBody>
      </p:sp>
      <p:graphicFrame>
        <p:nvGraphicFramePr>
          <p:cNvPr id="2" name="Table 1">
            <a:extLst>
              <a:ext uri="{FF2B5EF4-FFF2-40B4-BE49-F238E27FC236}">
                <a16:creationId xmlns:a16="http://schemas.microsoft.com/office/drawing/2014/main" id="{B7914895-326A-73C6-650C-BF740446C725}"/>
              </a:ext>
            </a:extLst>
          </p:cNvPr>
          <p:cNvGraphicFramePr>
            <a:graphicFrameLocks noGrp="1"/>
          </p:cNvGraphicFramePr>
          <p:nvPr/>
        </p:nvGraphicFramePr>
        <p:xfrm>
          <a:off x="628650" y="2346103"/>
          <a:ext cx="7886700" cy="1330706"/>
        </p:xfrm>
        <a:graphic>
          <a:graphicData uri="http://schemas.openxmlformats.org/drawingml/2006/table">
            <a:tbl>
              <a:tblPr>
                <a:tableStyleId>{ED083AE6-46FA-4A59-8FB0-9F97EB10719F}</a:tableStyleId>
              </a:tblPr>
              <a:tblGrid>
                <a:gridCol w="2628900">
                  <a:extLst>
                    <a:ext uri="{9D8B030D-6E8A-4147-A177-3AD203B41FA5}">
                      <a16:colId xmlns:a16="http://schemas.microsoft.com/office/drawing/2014/main" val="1987571559"/>
                    </a:ext>
                  </a:extLst>
                </a:gridCol>
                <a:gridCol w="2628900">
                  <a:extLst>
                    <a:ext uri="{9D8B030D-6E8A-4147-A177-3AD203B41FA5}">
                      <a16:colId xmlns:a16="http://schemas.microsoft.com/office/drawing/2014/main" val="89244227"/>
                    </a:ext>
                  </a:extLst>
                </a:gridCol>
                <a:gridCol w="2628900">
                  <a:extLst>
                    <a:ext uri="{9D8B030D-6E8A-4147-A177-3AD203B41FA5}">
                      <a16:colId xmlns:a16="http://schemas.microsoft.com/office/drawing/2014/main" val="680670750"/>
                    </a:ext>
                  </a:extLst>
                </a:gridCol>
              </a:tblGrid>
              <a:tr h="0">
                <a:tc>
                  <a:txBody>
                    <a:bodyPr/>
                    <a:lstStyle/>
                    <a:p>
                      <a:pPr>
                        <a:lnSpc>
                          <a:spcPct val="150000"/>
                        </a:lnSpc>
                      </a:pPr>
                      <a:r>
                        <a:rPr lang="en-US" sz="2800">
                          <a:latin typeface="Calibri" panose="020F0502020204030204" pitchFamily="34" charset="0"/>
                          <a:cs typeface="Calibri" panose="020F0502020204030204" pitchFamily="34" charset="0"/>
                        </a:rPr>
                        <a:t>Student ID</a:t>
                      </a:r>
                    </a:p>
                  </a:txBody>
                  <a:tcPr anchor="ctr"/>
                </a:tc>
                <a:tc>
                  <a:txBody>
                    <a:bodyPr/>
                    <a:lstStyle/>
                    <a:p>
                      <a:pPr>
                        <a:lnSpc>
                          <a:spcPct val="150000"/>
                        </a:lnSpc>
                      </a:pPr>
                      <a:r>
                        <a:rPr lang="en-US" sz="2800">
                          <a:latin typeface="Calibri" panose="020F0502020204030204" pitchFamily="34" charset="0"/>
                          <a:cs typeface="Calibri" panose="020F0502020204030204" pitchFamily="34" charset="0"/>
                        </a:rPr>
                        <a:t>Name</a:t>
                      </a:r>
                    </a:p>
                  </a:txBody>
                  <a:tcPr anchor="ctr"/>
                </a:tc>
                <a:tc>
                  <a:txBody>
                    <a:bodyPr/>
                    <a:lstStyle/>
                    <a:p>
                      <a:pPr>
                        <a:lnSpc>
                          <a:spcPct val="150000"/>
                        </a:lnSpc>
                      </a:pPr>
                      <a:r>
                        <a:rPr lang="en-US" sz="2800">
                          <a:latin typeface="Calibri" panose="020F0502020204030204" pitchFamily="34" charset="0"/>
                          <a:cs typeface="Calibri" panose="020F0502020204030204" pitchFamily="34" charset="0"/>
                        </a:rPr>
                        <a:t>Major</a:t>
                      </a:r>
                    </a:p>
                  </a:txBody>
                  <a:tcPr anchor="ctr"/>
                </a:tc>
                <a:extLst>
                  <a:ext uri="{0D108BD9-81ED-4DB2-BD59-A6C34878D82A}">
                    <a16:rowId xmlns:a16="http://schemas.microsoft.com/office/drawing/2014/main" val="1893736760"/>
                  </a:ext>
                </a:extLst>
              </a:tr>
              <a:tr h="0">
                <a:tc>
                  <a:txBody>
                    <a:bodyPr/>
                    <a:lstStyle/>
                    <a:p>
                      <a:pPr>
                        <a:lnSpc>
                          <a:spcPct val="150000"/>
                        </a:lnSpc>
                      </a:pPr>
                      <a:r>
                        <a:rPr lang="en-US" sz="2800">
                          <a:latin typeface="Calibri" panose="020F0502020204030204" pitchFamily="34" charset="0"/>
                          <a:cs typeface="Calibri" panose="020F0502020204030204" pitchFamily="34" charset="0"/>
                        </a:rPr>
                        <a:t>S123456</a:t>
                      </a:r>
                    </a:p>
                  </a:txBody>
                  <a:tcPr anchor="ctr"/>
                </a:tc>
                <a:tc>
                  <a:txBody>
                    <a:bodyPr/>
                    <a:lstStyle/>
                    <a:p>
                      <a:pPr>
                        <a:lnSpc>
                          <a:spcPct val="150000"/>
                        </a:lnSpc>
                      </a:pPr>
                      <a:r>
                        <a:rPr lang="en-US" sz="2800">
                          <a:latin typeface="Calibri" panose="020F0502020204030204" pitchFamily="34" charset="0"/>
                          <a:cs typeface="Calibri" panose="020F0502020204030204" pitchFamily="34" charset="0"/>
                        </a:rPr>
                        <a:t>Aria Chen</a:t>
                      </a:r>
                    </a:p>
                  </a:txBody>
                  <a:tcPr anchor="ctr"/>
                </a:tc>
                <a:tc>
                  <a:txBody>
                    <a:bodyPr/>
                    <a:lstStyle/>
                    <a:p>
                      <a:pPr>
                        <a:lnSpc>
                          <a:spcPct val="150000"/>
                        </a:lnSpc>
                      </a:pPr>
                      <a:r>
                        <a:rPr lang="en-US" sz="2800" dirty="0">
                          <a:latin typeface="Calibri" panose="020F0502020204030204" pitchFamily="34" charset="0"/>
                          <a:cs typeface="Calibri" panose="020F0502020204030204" pitchFamily="34" charset="0"/>
                        </a:rPr>
                        <a:t>Cybersecurity</a:t>
                      </a:r>
                    </a:p>
                  </a:txBody>
                  <a:tcPr anchor="ctr"/>
                </a:tc>
                <a:extLst>
                  <a:ext uri="{0D108BD9-81ED-4DB2-BD59-A6C34878D82A}">
                    <a16:rowId xmlns:a16="http://schemas.microsoft.com/office/drawing/2014/main" val="3239475507"/>
                  </a:ext>
                </a:extLst>
              </a:tr>
            </a:tbl>
          </a:graphicData>
        </a:graphic>
      </p:graphicFrame>
      <p:sp>
        <p:nvSpPr>
          <p:cNvPr id="5" name="Rectangle 1">
            <a:extLst>
              <a:ext uri="{FF2B5EF4-FFF2-40B4-BE49-F238E27FC236}">
                <a16:creationId xmlns:a16="http://schemas.microsoft.com/office/drawing/2014/main" id="{4E92B5CB-3743-6ACA-9CE9-FF6C0F5437B5}"/>
              </a:ext>
            </a:extLst>
          </p:cNvPr>
          <p:cNvSpPr>
            <a:spLocks noChangeArrowheads="1"/>
          </p:cNvSpPr>
          <p:nvPr/>
        </p:nvSpPr>
        <p:spPr bwMode="auto">
          <a:xfrm>
            <a:off x="0" y="1163116"/>
            <a:ext cx="1549591"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800" b="1" i="0" u="none" strike="noStrike" cap="none" normalizeH="0" baseline="0" dirty="0">
                <a:ln>
                  <a:noFill/>
                </a:ln>
                <a:solidFill>
                  <a:schemeClr val="tx1"/>
                </a:solidFill>
                <a:effectLst/>
                <a:latin typeface="Calibri" panose="020F0502020204030204" pitchFamily="34" charset="0"/>
                <a:cs typeface="Calibri" panose="020F0502020204030204" pitchFamily="34" charset="0"/>
              </a:rPr>
              <a:t>Example:</a:t>
            </a:r>
            <a:endParaRPr kumimoji="0" lang="en-US" altLang="en-US" sz="2800" b="0" i="0" u="none" strike="noStrike" cap="none" normalizeH="0" baseline="0" dirty="0">
              <a:ln>
                <a:noFill/>
              </a:ln>
              <a:solidFill>
                <a:schemeClr val="tx1"/>
              </a:solidFill>
              <a:effectLst/>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95443950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E37DE6D5-D724-4105-A242-9A1FEAA793DA}"/>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22F60854-B653-5050-33BC-669168F6AD8D}"/>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88531C4D-B364-3246-6390-37894F992E99}"/>
              </a:ext>
            </a:extLst>
          </p:cNvPr>
          <p:cNvSpPr>
            <a:spLocks noGrp="1"/>
          </p:cNvSpPr>
          <p:nvPr>
            <p:ph type="sldNum" sz="quarter" idx="4"/>
          </p:nvPr>
        </p:nvSpPr>
        <p:spPr/>
        <p:txBody>
          <a:bodyPr/>
          <a:lstStyle/>
          <a:p>
            <a:fld id="{16A89BA3-132D-40E1-AAB4-CDCD0A14C216}" type="slidenum">
              <a:rPr lang="en-AU" smtClean="0"/>
              <a:pPr/>
              <a:t>28</a:t>
            </a:fld>
            <a:r>
              <a:rPr lang="en-AU"/>
              <a:t>  |</a:t>
            </a:r>
            <a:endParaRPr lang="en-AU" dirty="0"/>
          </a:p>
        </p:txBody>
      </p:sp>
      <p:sp>
        <p:nvSpPr>
          <p:cNvPr id="9" name="Text Placeholder 3">
            <a:extLst>
              <a:ext uri="{FF2B5EF4-FFF2-40B4-BE49-F238E27FC236}">
                <a16:creationId xmlns:a16="http://schemas.microsoft.com/office/drawing/2014/main" id="{2754AB3E-DEEE-30DC-C800-C8432F373890}"/>
              </a:ext>
            </a:extLst>
          </p:cNvPr>
          <p:cNvSpPr>
            <a:spLocks noGrp="1"/>
          </p:cNvSpPr>
          <p:nvPr>
            <p:ph type="body" sz="quarter" idx="16"/>
          </p:nvPr>
        </p:nvSpPr>
        <p:spPr>
          <a:xfrm>
            <a:off x="0" y="0"/>
            <a:ext cx="7704083" cy="851338"/>
          </a:xfrm>
        </p:spPr>
        <p:txBody>
          <a:bodyPr>
            <a:noAutofit/>
          </a:bodyPr>
          <a:lstStyle/>
          <a:p>
            <a:r>
              <a:rPr lang="en-US" sz="3200" dirty="0"/>
              <a:t>What is Database Management System?</a:t>
            </a:r>
            <a:endParaRPr lang="en-AU" sz="3000" dirty="0">
              <a:latin typeface="Calibri" panose="020F0502020204030204" pitchFamily="34" charset="0"/>
              <a:cs typeface="Calibri" panose="020F0502020204030204" pitchFamily="34" charset="0"/>
            </a:endParaRPr>
          </a:p>
        </p:txBody>
      </p:sp>
      <p:sp>
        <p:nvSpPr>
          <p:cNvPr id="13" name="TextBox 12">
            <a:extLst>
              <a:ext uri="{FF2B5EF4-FFF2-40B4-BE49-F238E27FC236}">
                <a16:creationId xmlns:a16="http://schemas.microsoft.com/office/drawing/2014/main" id="{BF01D7AE-D440-5A21-74A6-63676709CA10}"/>
              </a:ext>
            </a:extLst>
          </p:cNvPr>
          <p:cNvSpPr txBox="1"/>
          <p:nvPr/>
        </p:nvSpPr>
        <p:spPr>
          <a:xfrm>
            <a:off x="0" y="1154082"/>
            <a:ext cx="9144000" cy="4549835"/>
          </a:xfrm>
          <a:prstGeom prst="rect">
            <a:avLst/>
          </a:prstGeom>
          <a:solidFill>
            <a:schemeClr val="bg1"/>
          </a:solidFill>
        </p:spPr>
        <p:txBody>
          <a:bodyPr wrap="square">
            <a:spAutoFit/>
          </a:bodyPr>
          <a:lstStyle/>
          <a:p>
            <a:pPr>
              <a:lnSpc>
                <a:spcPct val="150000"/>
              </a:lnSpc>
            </a:pPr>
            <a:r>
              <a:rPr lang="en-US" sz="2800" b="1" dirty="0">
                <a:latin typeface="Calibri" panose="020F0502020204030204" pitchFamily="34" charset="0"/>
                <a:cs typeface="Calibri" panose="020F0502020204030204" pitchFamily="34" charset="0"/>
              </a:rPr>
              <a:t> (Database Management System)</a:t>
            </a:r>
            <a:r>
              <a:rPr lang="en-US" sz="2800" dirty="0">
                <a:latin typeface="Calibri" panose="020F0502020204030204" pitchFamily="34" charset="0"/>
                <a:cs typeface="Calibri" panose="020F0502020204030204" pitchFamily="34" charset="0"/>
              </a:rPr>
              <a:t> is software that manages databases.</a:t>
            </a:r>
          </a:p>
          <a:p>
            <a:pPr>
              <a:lnSpc>
                <a:spcPct val="150000"/>
              </a:lnSpc>
            </a:pPr>
            <a:r>
              <a:rPr lang="en-US" sz="2800" dirty="0">
                <a:latin typeface="Calibri" panose="020F0502020204030204" pitchFamily="34" charset="0"/>
                <a:cs typeface="Calibri" panose="020F0502020204030204" pitchFamily="34" charset="0"/>
              </a:rPr>
              <a:t>Examples: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MySQL</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Oracle</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SQL Server</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PostgreSQL</a:t>
            </a:r>
          </a:p>
        </p:txBody>
      </p:sp>
    </p:spTree>
    <p:extLst>
      <p:ext uri="{BB962C8B-B14F-4D97-AF65-F5344CB8AC3E}">
        <p14:creationId xmlns:p14="http://schemas.microsoft.com/office/powerpoint/2010/main" val="13069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000"/>
                                        <p:tgtEl>
                                          <p:spTgt spid="13"/>
                                        </p:tgtEl>
                                      </p:cBhvr>
                                    </p:animEffect>
                                    <p:anim calcmode="lin" valueType="num">
                                      <p:cBhvr>
                                        <p:cTn id="8" dur="1000" fill="hold"/>
                                        <p:tgtEl>
                                          <p:spTgt spid="13"/>
                                        </p:tgtEl>
                                        <p:attrNameLst>
                                          <p:attrName>ppt_x</p:attrName>
                                        </p:attrNameLst>
                                      </p:cBhvr>
                                      <p:tavLst>
                                        <p:tav tm="0">
                                          <p:val>
                                            <p:strVal val="#ppt_x"/>
                                          </p:val>
                                        </p:tav>
                                        <p:tav tm="100000">
                                          <p:val>
                                            <p:strVal val="#ppt_x"/>
                                          </p:val>
                                        </p:tav>
                                      </p:tavLst>
                                    </p:anim>
                                    <p:anim calcmode="lin" valueType="num">
                                      <p:cBhvr>
                                        <p:cTn id="9" dur="1000" fill="hold"/>
                                        <p:tgtEl>
                                          <p:spTgt spid="1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65A379CA-69DA-0C21-AEAB-5AC248D19B8E}"/>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4E64439C-D93B-2A4D-539C-674EB5E4FF6A}"/>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0B457014-41ED-22B2-6A98-77A815322CC6}"/>
              </a:ext>
            </a:extLst>
          </p:cNvPr>
          <p:cNvSpPr>
            <a:spLocks noGrp="1"/>
          </p:cNvSpPr>
          <p:nvPr>
            <p:ph type="sldNum" sz="quarter" idx="4"/>
          </p:nvPr>
        </p:nvSpPr>
        <p:spPr/>
        <p:txBody>
          <a:bodyPr/>
          <a:lstStyle/>
          <a:p>
            <a:fld id="{16A89BA3-132D-40E1-AAB4-CDCD0A14C216}" type="slidenum">
              <a:rPr lang="en-AU" smtClean="0"/>
              <a:pPr/>
              <a:t>29</a:t>
            </a:fld>
            <a:r>
              <a:rPr lang="en-AU"/>
              <a:t>  |</a:t>
            </a:r>
            <a:endParaRPr lang="en-AU" dirty="0"/>
          </a:p>
        </p:txBody>
      </p:sp>
      <p:sp>
        <p:nvSpPr>
          <p:cNvPr id="13" name="TextBox 12">
            <a:extLst>
              <a:ext uri="{FF2B5EF4-FFF2-40B4-BE49-F238E27FC236}">
                <a16:creationId xmlns:a16="http://schemas.microsoft.com/office/drawing/2014/main" id="{7098B146-725C-261F-C727-EB7190B82374}"/>
              </a:ext>
            </a:extLst>
          </p:cNvPr>
          <p:cNvSpPr txBox="1"/>
          <p:nvPr/>
        </p:nvSpPr>
        <p:spPr>
          <a:xfrm>
            <a:off x="0" y="1070690"/>
            <a:ext cx="6674069" cy="3257174"/>
          </a:xfrm>
          <a:prstGeom prst="rect">
            <a:avLst/>
          </a:prstGeom>
          <a:solidFill>
            <a:schemeClr val="bg1"/>
          </a:solidFill>
        </p:spPr>
        <p:txBody>
          <a:bodyPr wrap="square">
            <a:spAutoFit/>
          </a:bodyPr>
          <a:lstStyle/>
          <a:p>
            <a:pPr>
              <a:lnSpc>
                <a:spcPct val="150000"/>
              </a:lnSpc>
            </a:pPr>
            <a:r>
              <a:rPr lang="en-US" sz="2800" dirty="0">
                <a:latin typeface="Calibri" panose="020F0502020204030204" pitchFamily="34" charset="0"/>
                <a:cs typeface="Calibri" panose="020F0502020204030204" pitchFamily="34" charset="0"/>
              </a:rPr>
              <a:t> allows users to:</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Add data</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Delete data</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Update data</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Search data</a:t>
            </a:r>
          </a:p>
        </p:txBody>
      </p:sp>
      <p:sp>
        <p:nvSpPr>
          <p:cNvPr id="6" name="Text Placeholder 3">
            <a:extLst>
              <a:ext uri="{FF2B5EF4-FFF2-40B4-BE49-F238E27FC236}">
                <a16:creationId xmlns:a16="http://schemas.microsoft.com/office/drawing/2014/main" id="{09A8969B-89CA-3BC3-ED81-1281E0E9AC10}"/>
              </a:ext>
            </a:extLst>
          </p:cNvPr>
          <p:cNvSpPr txBox="1">
            <a:spLocks/>
          </p:cNvSpPr>
          <p:nvPr/>
        </p:nvSpPr>
        <p:spPr>
          <a:xfrm>
            <a:off x="0" y="0"/>
            <a:ext cx="7704083" cy="851338"/>
          </a:xfrm>
          <a:prstGeom prst="rect">
            <a:avLst/>
          </a:prstGeom>
        </p:spPr>
        <p:txBody>
          <a:bodyPr vert="horz" lIns="91440" tIns="45720" rIns="91440" bIns="45720" rtlCol="0" anchor="ctr">
            <a:noAutofit/>
          </a:bodyPr>
          <a:lstStyle>
            <a:lvl1pPr marL="0" indent="0" algn="l" defTabSz="914400" rtl="0" eaLnBrk="1" latinLnBrk="0" hangingPunct="1">
              <a:lnSpc>
                <a:spcPct val="100000"/>
              </a:lnSpc>
              <a:spcBef>
                <a:spcPts val="1000"/>
              </a:spcBef>
              <a:buClr>
                <a:srgbClr val="F2120C"/>
              </a:buClr>
              <a:buFont typeface="Arial" panose="020B0604020202020204" pitchFamily="34" charset="0"/>
              <a:buNone/>
              <a:defRPr sz="1500" b="1" kern="1200">
                <a:solidFill>
                  <a:srgbClr val="3D3935"/>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100000"/>
              </a:lnSpc>
              <a:spcBef>
                <a:spcPts val="500"/>
              </a:spcBef>
              <a:buClr>
                <a:srgbClr val="F2120C"/>
              </a:buClr>
              <a:buFont typeface="Arial" panose="020B0604020202020204" pitchFamily="34" charset="0"/>
              <a:buChar char="•"/>
              <a:defRPr sz="2400" kern="1200">
                <a:solidFill>
                  <a:srgbClr val="3D3935"/>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100000"/>
              </a:lnSpc>
              <a:spcBef>
                <a:spcPts val="500"/>
              </a:spcBef>
              <a:buClr>
                <a:srgbClr val="F2120C"/>
              </a:buClr>
              <a:buFont typeface="Arial" panose="020B0604020202020204" pitchFamily="34" charset="0"/>
              <a:buChar char="•"/>
              <a:defRPr sz="2000" kern="1200">
                <a:solidFill>
                  <a:srgbClr val="3D3935"/>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100000"/>
              </a:lnSpc>
              <a:spcBef>
                <a:spcPts val="500"/>
              </a:spcBef>
              <a:buClr>
                <a:srgbClr val="F2120C"/>
              </a:buClr>
              <a:buFont typeface="Arial" panose="020B0604020202020204" pitchFamily="34" charset="0"/>
              <a:buChar char="•"/>
              <a:defRPr sz="1800" kern="1200">
                <a:solidFill>
                  <a:srgbClr val="3D3935"/>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100000"/>
              </a:lnSpc>
              <a:spcBef>
                <a:spcPts val="500"/>
              </a:spcBef>
              <a:buClr>
                <a:srgbClr val="F2120C"/>
              </a:buClr>
              <a:buFont typeface="Arial" panose="020B0604020202020204" pitchFamily="34" charset="0"/>
              <a:buChar char="•"/>
              <a:defRPr sz="1800" kern="1200">
                <a:solidFill>
                  <a:srgbClr val="3D3935"/>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200" dirty="0"/>
              <a:t>What is Database Management System?</a:t>
            </a:r>
            <a:endParaRPr lang="en-AU" sz="30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65003413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E05C0947-7D8A-34D7-05A8-629ED11A1B8D}"/>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40F94673-0439-1531-1FAF-0ECA6B3EAF7D}"/>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256BFA8D-A00A-DB6C-7C96-6A9CE96F4640}"/>
              </a:ext>
            </a:extLst>
          </p:cNvPr>
          <p:cNvSpPr>
            <a:spLocks noGrp="1"/>
          </p:cNvSpPr>
          <p:nvPr>
            <p:ph type="sldNum" sz="quarter" idx="4"/>
          </p:nvPr>
        </p:nvSpPr>
        <p:spPr/>
        <p:txBody>
          <a:bodyPr/>
          <a:lstStyle/>
          <a:p>
            <a:fld id="{16A89BA3-132D-40E1-AAB4-CDCD0A14C216}" type="slidenum">
              <a:rPr lang="en-AU" smtClean="0"/>
              <a:pPr/>
              <a:t>30</a:t>
            </a:fld>
            <a:r>
              <a:rPr lang="en-AU"/>
              <a:t>  |</a:t>
            </a:r>
            <a:endParaRPr lang="en-AU" dirty="0"/>
          </a:p>
        </p:txBody>
      </p:sp>
      <p:sp>
        <p:nvSpPr>
          <p:cNvPr id="9" name="Text Placeholder 3">
            <a:extLst>
              <a:ext uri="{FF2B5EF4-FFF2-40B4-BE49-F238E27FC236}">
                <a16:creationId xmlns:a16="http://schemas.microsoft.com/office/drawing/2014/main" id="{23E914C6-49B2-CDFF-8533-C8402381D833}"/>
              </a:ext>
            </a:extLst>
          </p:cNvPr>
          <p:cNvSpPr>
            <a:spLocks noGrp="1"/>
          </p:cNvSpPr>
          <p:nvPr>
            <p:ph type="body" sz="quarter" idx="16"/>
          </p:nvPr>
        </p:nvSpPr>
        <p:spPr>
          <a:xfrm>
            <a:off x="0" y="-118754"/>
            <a:ext cx="7849590" cy="843148"/>
          </a:xfrm>
        </p:spPr>
        <p:txBody>
          <a:bodyPr>
            <a:noAutofit/>
          </a:bodyPr>
          <a:lstStyle/>
          <a:p>
            <a:r>
              <a:rPr lang="en-US" sz="3200" dirty="0"/>
              <a:t>Real-World Examples of  Usage</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6027A01F-1F0F-8DB3-87C1-B6B3DC16B75C}"/>
              </a:ext>
            </a:extLst>
          </p:cNvPr>
          <p:cNvSpPr txBox="1"/>
          <p:nvPr/>
        </p:nvSpPr>
        <p:spPr>
          <a:xfrm>
            <a:off x="0" y="532461"/>
            <a:ext cx="9144000" cy="6488828"/>
          </a:xfrm>
          <a:prstGeom prst="rect">
            <a:avLst/>
          </a:prstGeom>
          <a:noFill/>
        </p:spPr>
        <p:txBody>
          <a:bodyPr wrap="square">
            <a:spAutoFit/>
          </a:bodyPr>
          <a:lstStyle/>
          <a:p>
            <a:pPr>
              <a:lnSpc>
                <a:spcPct val="150000"/>
              </a:lnSpc>
            </a:pPr>
            <a:r>
              <a:rPr lang="en-US" sz="2800" dirty="0">
                <a:latin typeface="Calibri" panose="020F0502020204030204" pitchFamily="34" charset="0"/>
                <a:cs typeface="Calibri" panose="020F0502020204030204" pitchFamily="34" charset="0"/>
              </a:rPr>
              <a:t>Where Do We Use Databases in Australia?</a:t>
            </a:r>
          </a:p>
          <a:p>
            <a:pPr>
              <a:lnSpc>
                <a:spcPct val="150000"/>
              </a:lnSpc>
            </a:pPr>
            <a:r>
              <a:rPr lang="en-US" sz="2800" b="1" dirty="0">
                <a:latin typeface="Calibri" panose="020F0502020204030204" pitchFamily="34" charset="0"/>
                <a:cs typeface="Calibri" panose="020F0502020204030204" pitchFamily="34" charset="0"/>
              </a:rPr>
              <a:t>Examples:</a:t>
            </a:r>
            <a:endParaRPr lang="en-US" sz="2800" dirty="0">
              <a:latin typeface="Calibri" panose="020F0502020204030204" pitchFamily="34" charset="0"/>
              <a:cs typeface="Calibri" panose="020F0502020204030204" pitchFamily="34" charset="0"/>
            </a:endParaRPr>
          </a:p>
          <a:p>
            <a:pPr marL="914400" lvl="1" indent="-457200">
              <a:lnSpc>
                <a:spcPct val="150000"/>
              </a:lnSpc>
              <a:buFont typeface="Arial" panose="020B0604020202020204" pitchFamily="34" charset="0"/>
              <a:buChar char="•"/>
            </a:pPr>
            <a:r>
              <a:rPr lang="en-US" sz="2800" b="1" dirty="0">
                <a:latin typeface="Calibri" panose="020F0502020204030204" pitchFamily="34" charset="0"/>
                <a:cs typeface="Calibri" panose="020F0502020204030204" pitchFamily="34" charset="0"/>
              </a:rPr>
              <a:t>Medicare (MyGov)</a:t>
            </a:r>
            <a:r>
              <a:rPr lang="en-US" sz="2800" dirty="0">
                <a:latin typeface="Calibri" panose="020F0502020204030204" pitchFamily="34" charset="0"/>
                <a:cs typeface="Calibri" panose="020F0502020204030204" pitchFamily="34" charset="0"/>
              </a:rPr>
              <a:t> – Patient info, appointments, prescriptions</a:t>
            </a:r>
          </a:p>
          <a:p>
            <a:pPr marL="914400" lvl="1" indent="-457200">
              <a:lnSpc>
                <a:spcPct val="150000"/>
              </a:lnSpc>
              <a:buFont typeface="Arial" panose="020B0604020202020204" pitchFamily="34" charset="0"/>
              <a:buChar char="•"/>
            </a:pPr>
            <a:r>
              <a:rPr lang="en-US" sz="2800" b="1" dirty="0" err="1">
                <a:latin typeface="Calibri" panose="020F0502020204030204" pitchFamily="34" charset="0"/>
                <a:cs typeface="Calibri" panose="020F0502020204030204" pitchFamily="34" charset="0"/>
              </a:rPr>
              <a:t>MyUni</a:t>
            </a:r>
            <a:r>
              <a:rPr lang="en-US" sz="2800" b="1" dirty="0">
                <a:latin typeface="Calibri" panose="020F0502020204030204" pitchFamily="34" charset="0"/>
                <a:cs typeface="Calibri" panose="020F0502020204030204" pitchFamily="34" charset="0"/>
              </a:rPr>
              <a:t> ACU System</a:t>
            </a:r>
            <a:r>
              <a:rPr lang="en-US" sz="2800" dirty="0">
                <a:latin typeface="Calibri" panose="020F0502020204030204" pitchFamily="34" charset="0"/>
                <a:cs typeface="Calibri" panose="020F0502020204030204" pitchFamily="34" charset="0"/>
              </a:rPr>
              <a:t> – Student records, course enrollments, grades</a:t>
            </a:r>
          </a:p>
          <a:p>
            <a:pPr marL="914400" lvl="1" indent="-457200">
              <a:lnSpc>
                <a:spcPct val="150000"/>
              </a:lnSpc>
              <a:buFont typeface="Arial" panose="020B0604020202020204" pitchFamily="34" charset="0"/>
              <a:buChar char="•"/>
            </a:pPr>
            <a:r>
              <a:rPr lang="en-US" sz="2800" b="1" dirty="0">
                <a:latin typeface="Calibri" panose="020F0502020204030204" pitchFamily="34" charset="0"/>
                <a:cs typeface="Calibri" panose="020F0502020204030204" pitchFamily="34" charset="0"/>
              </a:rPr>
              <a:t>Woolworths Rewards</a:t>
            </a:r>
            <a:r>
              <a:rPr lang="en-US" sz="2800" dirty="0">
                <a:latin typeface="Calibri" panose="020F0502020204030204" pitchFamily="34" charset="0"/>
                <a:cs typeface="Calibri" panose="020F0502020204030204" pitchFamily="34" charset="0"/>
              </a:rPr>
              <a:t> – Tracks customer purchases, rewards</a:t>
            </a:r>
          </a:p>
          <a:p>
            <a:pPr marL="914400" lvl="1" indent="-457200">
              <a:lnSpc>
                <a:spcPct val="150000"/>
              </a:lnSpc>
              <a:buFont typeface="Arial" panose="020B0604020202020204" pitchFamily="34" charset="0"/>
              <a:buChar char="•"/>
            </a:pPr>
            <a:r>
              <a:rPr lang="en-US" sz="2800" b="1" dirty="0">
                <a:latin typeface="Calibri" panose="020F0502020204030204" pitchFamily="34" charset="0"/>
                <a:cs typeface="Calibri" panose="020F0502020204030204" pitchFamily="34" charset="0"/>
              </a:rPr>
              <a:t>Centrelink</a:t>
            </a:r>
            <a:r>
              <a:rPr lang="en-US" sz="2800" dirty="0">
                <a:latin typeface="Calibri" panose="020F0502020204030204" pitchFamily="34" charset="0"/>
                <a:cs typeface="Calibri" panose="020F0502020204030204" pitchFamily="34" charset="0"/>
              </a:rPr>
              <a:t> – Client details, payment history, benefit eligibility</a:t>
            </a:r>
          </a:p>
        </p:txBody>
      </p:sp>
    </p:spTree>
    <p:extLst>
      <p:ext uri="{BB962C8B-B14F-4D97-AF65-F5344CB8AC3E}">
        <p14:creationId xmlns:p14="http://schemas.microsoft.com/office/powerpoint/2010/main" val="13167601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animEffect transition="in" filter="fade">
                                      <p:cBhvr>
                                        <p:cTn id="7" dur="1000"/>
                                        <p:tgtEl>
                                          <p:spTgt spid="7">
                                            <p:txEl>
                                              <p:pRg st="1" end="1"/>
                                            </p:txEl>
                                          </p:spTgt>
                                        </p:tgtEl>
                                      </p:cBhvr>
                                    </p:animEffect>
                                    <p:anim calcmode="lin" valueType="num">
                                      <p:cBhvr>
                                        <p:cTn id="8" dur="1000" fill="hold"/>
                                        <p:tgtEl>
                                          <p:spTgt spid="7">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7">
                                            <p:txEl>
                                              <p:pRg st="1" end="1"/>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7">
                                            <p:txEl>
                                              <p:pRg st="2" end="2"/>
                                            </p:txEl>
                                          </p:spTgt>
                                        </p:tgtEl>
                                        <p:attrNameLst>
                                          <p:attrName>style.visibility</p:attrName>
                                        </p:attrNameLst>
                                      </p:cBhvr>
                                      <p:to>
                                        <p:strVal val="visible"/>
                                      </p:to>
                                    </p:set>
                                    <p:animEffect transition="in" filter="fade">
                                      <p:cBhvr>
                                        <p:cTn id="12" dur="1000"/>
                                        <p:tgtEl>
                                          <p:spTgt spid="7">
                                            <p:txEl>
                                              <p:pRg st="2" end="2"/>
                                            </p:txEl>
                                          </p:spTgt>
                                        </p:tgtEl>
                                      </p:cBhvr>
                                    </p:animEffect>
                                    <p:anim calcmode="lin" valueType="num">
                                      <p:cBhvr>
                                        <p:cTn id="13" dur="1000" fill="hold"/>
                                        <p:tgtEl>
                                          <p:spTgt spid="7">
                                            <p:txEl>
                                              <p:pRg st="2" end="2"/>
                                            </p:txEl>
                                          </p:spTgt>
                                        </p:tgtEl>
                                        <p:attrNameLst>
                                          <p:attrName>ppt_x</p:attrName>
                                        </p:attrNameLst>
                                      </p:cBhvr>
                                      <p:tavLst>
                                        <p:tav tm="0">
                                          <p:val>
                                            <p:strVal val="#ppt_x"/>
                                          </p:val>
                                        </p:tav>
                                        <p:tav tm="100000">
                                          <p:val>
                                            <p:strVal val="#ppt_x"/>
                                          </p:val>
                                        </p:tav>
                                      </p:tavLst>
                                    </p:anim>
                                    <p:anim calcmode="lin" valueType="num">
                                      <p:cBhvr>
                                        <p:cTn id="14" dur="1000" fill="hold"/>
                                        <p:tgtEl>
                                          <p:spTgt spid="7">
                                            <p:txEl>
                                              <p:pRg st="2" end="2"/>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7">
                                            <p:txEl>
                                              <p:pRg st="3" end="3"/>
                                            </p:txEl>
                                          </p:spTgt>
                                        </p:tgtEl>
                                        <p:attrNameLst>
                                          <p:attrName>style.visibility</p:attrName>
                                        </p:attrNameLst>
                                      </p:cBhvr>
                                      <p:to>
                                        <p:strVal val="visible"/>
                                      </p:to>
                                    </p:set>
                                    <p:animEffect transition="in" filter="fade">
                                      <p:cBhvr>
                                        <p:cTn id="17" dur="1000"/>
                                        <p:tgtEl>
                                          <p:spTgt spid="7">
                                            <p:txEl>
                                              <p:pRg st="3" end="3"/>
                                            </p:txEl>
                                          </p:spTgt>
                                        </p:tgtEl>
                                      </p:cBhvr>
                                    </p:animEffect>
                                    <p:anim calcmode="lin" valueType="num">
                                      <p:cBhvr>
                                        <p:cTn id="18" dur="1000" fill="hold"/>
                                        <p:tgtEl>
                                          <p:spTgt spid="7">
                                            <p:txEl>
                                              <p:pRg st="3" end="3"/>
                                            </p:txEl>
                                          </p:spTgt>
                                        </p:tgtEl>
                                        <p:attrNameLst>
                                          <p:attrName>ppt_x</p:attrName>
                                        </p:attrNameLst>
                                      </p:cBhvr>
                                      <p:tavLst>
                                        <p:tav tm="0">
                                          <p:val>
                                            <p:strVal val="#ppt_x"/>
                                          </p:val>
                                        </p:tav>
                                        <p:tav tm="100000">
                                          <p:val>
                                            <p:strVal val="#ppt_x"/>
                                          </p:val>
                                        </p:tav>
                                      </p:tavLst>
                                    </p:anim>
                                    <p:anim calcmode="lin" valueType="num">
                                      <p:cBhvr>
                                        <p:cTn id="19" dur="1000" fill="hold"/>
                                        <p:tgtEl>
                                          <p:spTgt spid="7">
                                            <p:txEl>
                                              <p:pRg st="3" end="3"/>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7">
                                            <p:txEl>
                                              <p:pRg st="4" end="4"/>
                                            </p:txEl>
                                          </p:spTgt>
                                        </p:tgtEl>
                                        <p:attrNameLst>
                                          <p:attrName>style.visibility</p:attrName>
                                        </p:attrNameLst>
                                      </p:cBhvr>
                                      <p:to>
                                        <p:strVal val="visible"/>
                                      </p:to>
                                    </p:set>
                                    <p:animEffect transition="in" filter="fade">
                                      <p:cBhvr>
                                        <p:cTn id="22" dur="1000"/>
                                        <p:tgtEl>
                                          <p:spTgt spid="7">
                                            <p:txEl>
                                              <p:pRg st="4" end="4"/>
                                            </p:txEl>
                                          </p:spTgt>
                                        </p:tgtEl>
                                      </p:cBhvr>
                                    </p:animEffect>
                                    <p:anim calcmode="lin" valueType="num">
                                      <p:cBhvr>
                                        <p:cTn id="23" dur="1000" fill="hold"/>
                                        <p:tgtEl>
                                          <p:spTgt spid="7">
                                            <p:txEl>
                                              <p:pRg st="4" end="4"/>
                                            </p:txEl>
                                          </p:spTgt>
                                        </p:tgtEl>
                                        <p:attrNameLst>
                                          <p:attrName>ppt_x</p:attrName>
                                        </p:attrNameLst>
                                      </p:cBhvr>
                                      <p:tavLst>
                                        <p:tav tm="0">
                                          <p:val>
                                            <p:strVal val="#ppt_x"/>
                                          </p:val>
                                        </p:tav>
                                        <p:tav tm="100000">
                                          <p:val>
                                            <p:strVal val="#ppt_x"/>
                                          </p:val>
                                        </p:tav>
                                      </p:tavLst>
                                    </p:anim>
                                    <p:anim calcmode="lin" valueType="num">
                                      <p:cBhvr>
                                        <p:cTn id="24" dur="1000" fill="hold"/>
                                        <p:tgtEl>
                                          <p:spTgt spid="7">
                                            <p:txEl>
                                              <p:pRg st="4" end="4"/>
                                            </p:txEl>
                                          </p:spTgt>
                                        </p:tgtEl>
                                        <p:attrNameLst>
                                          <p:attrName>ppt_y</p:attrName>
                                        </p:attrNameLst>
                                      </p:cBhvr>
                                      <p:tavLst>
                                        <p:tav tm="0">
                                          <p:val>
                                            <p:strVal val="#ppt_y+.1"/>
                                          </p:val>
                                        </p:tav>
                                        <p:tav tm="100000">
                                          <p:val>
                                            <p:strVal val="#ppt_y"/>
                                          </p:val>
                                        </p:tav>
                                      </p:tavLst>
                                    </p:anim>
                                  </p:childTnLst>
                                </p:cTn>
                              </p:par>
                              <p:par>
                                <p:cTn id="25" presetID="42" presetClass="entr" presetSubtype="0" fill="hold" nodeType="withEffect">
                                  <p:stCondLst>
                                    <p:cond delay="0"/>
                                  </p:stCondLst>
                                  <p:childTnLst>
                                    <p:set>
                                      <p:cBhvr>
                                        <p:cTn id="26" dur="1" fill="hold">
                                          <p:stCondLst>
                                            <p:cond delay="0"/>
                                          </p:stCondLst>
                                        </p:cTn>
                                        <p:tgtEl>
                                          <p:spTgt spid="7">
                                            <p:txEl>
                                              <p:pRg st="5" end="5"/>
                                            </p:txEl>
                                          </p:spTgt>
                                        </p:tgtEl>
                                        <p:attrNameLst>
                                          <p:attrName>style.visibility</p:attrName>
                                        </p:attrNameLst>
                                      </p:cBhvr>
                                      <p:to>
                                        <p:strVal val="visible"/>
                                      </p:to>
                                    </p:set>
                                    <p:animEffect transition="in" filter="fade">
                                      <p:cBhvr>
                                        <p:cTn id="27" dur="1000"/>
                                        <p:tgtEl>
                                          <p:spTgt spid="7">
                                            <p:txEl>
                                              <p:pRg st="5" end="5"/>
                                            </p:txEl>
                                          </p:spTgt>
                                        </p:tgtEl>
                                      </p:cBhvr>
                                    </p:animEffect>
                                    <p:anim calcmode="lin" valueType="num">
                                      <p:cBhvr>
                                        <p:cTn id="28" dur="1000" fill="hold"/>
                                        <p:tgtEl>
                                          <p:spTgt spid="7">
                                            <p:txEl>
                                              <p:pRg st="5" end="5"/>
                                            </p:txEl>
                                          </p:spTgt>
                                        </p:tgtEl>
                                        <p:attrNameLst>
                                          <p:attrName>ppt_x</p:attrName>
                                        </p:attrNameLst>
                                      </p:cBhvr>
                                      <p:tavLst>
                                        <p:tav tm="0">
                                          <p:val>
                                            <p:strVal val="#ppt_x"/>
                                          </p:val>
                                        </p:tav>
                                        <p:tav tm="100000">
                                          <p:val>
                                            <p:strVal val="#ppt_x"/>
                                          </p:val>
                                        </p:tav>
                                      </p:tavLst>
                                    </p:anim>
                                    <p:anim calcmode="lin" valueType="num">
                                      <p:cBhvr>
                                        <p:cTn id="29" dur="1000" fill="hold"/>
                                        <p:tgtEl>
                                          <p:spTgt spid="7">
                                            <p:txEl>
                                              <p:pRg st="5" end="5"/>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06188E15-30EB-00A6-8ACF-03D2D65FF038}"/>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443E2365-2286-814A-5289-597B20E5E362}"/>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781B2CE7-7D1F-559C-DBDE-FE763CF0D6D0}"/>
              </a:ext>
            </a:extLst>
          </p:cNvPr>
          <p:cNvSpPr>
            <a:spLocks noGrp="1"/>
          </p:cNvSpPr>
          <p:nvPr>
            <p:ph type="sldNum" sz="quarter" idx="4"/>
          </p:nvPr>
        </p:nvSpPr>
        <p:spPr/>
        <p:txBody>
          <a:bodyPr/>
          <a:lstStyle/>
          <a:p>
            <a:fld id="{16A89BA3-132D-40E1-AAB4-CDCD0A14C216}" type="slidenum">
              <a:rPr lang="en-AU" smtClean="0"/>
              <a:pPr/>
              <a:t>31</a:t>
            </a:fld>
            <a:r>
              <a:rPr lang="en-AU"/>
              <a:t>  |</a:t>
            </a:r>
            <a:endParaRPr lang="en-AU" dirty="0"/>
          </a:p>
        </p:txBody>
      </p:sp>
      <p:sp>
        <p:nvSpPr>
          <p:cNvPr id="9" name="Text Placeholder 3">
            <a:extLst>
              <a:ext uri="{FF2B5EF4-FFF2-40B4-BE49-F238E27FC236}">
                <a16:creationId xmlns:a16="http://schemas.microsoft.com/office/drawing/2014/main" id="{524AAC40-8F2B-7CC9-9D0F-B2316CA4F9B7}"/>
              </a:ext>
            </a:extLst>
          </p:cNvPr>
          <p:cNvSpPr>
            <a:spLocks noGrp="1"/>
          </p:cNvSpPr>
          <p:nvPr>
            <p:ph type="body" sz="quarter" idx="16"/>
          </p:nvPr>
        </p:nvSpPr>
        <p:spPr>
          <a:xfrm>
            <a:off x="0" y="-118754"/>
            <a:ext cx="7849590" cy="843148"/>
          </a:xfrm>
        </p:spPr>
        <p:txBody>
          <a:bodyPr>
            <a:noAutofit/>
          </a:bodyPr>
          <a:lstStyle/>
          <a:p>
            <a:r>
              <a:rPr lang="en-US" sz="3200" dirty="0"/>
              <a:t>Real-World Examples of  Usage</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995BAFD1-60B4-5BE7-1311-2380F88774F3}"/>
              </a:ext>
            </a:extLst>
          </p:cNvPr>
          <p:cNvSpPr txBox="1"/>
          <p:nvPr/>
        </p:nvSpPr>
        <p:spPr>
          <a:xfrm>
            <a:off x="0" y="2636555"/>
            <a:ext cx="9144000" cy="1961755"/>
          </a:xfrm>
          <a:prstGeom prst="rect">
            <a:avLst/>
          </a:prstGeom>
          <a:solidFill>
            <a:schemeClr val="bg1"/>
          </a:solidFill>
        </p:spPr>
        <p:txBody>
          <a:bodyPr wrap="square">
            <a:spAutoFit/>
          </a:bodyPr>
          <a:lstStyle/>
          <a:p>
            <a:pPr>
              <a:lnSpc>
                <a:spcPct val="150000"/>
              </a:lnSpc>
            </a:pPr>
            <a:r>
              <a:rPr lang="en-US" sz="2800" b="1" dirty="0">
                <a:latin typeface="Calibri" panose="020F0502020204030204" pitchFamily="34" charset="0"/>
                <a:cs typeface="Calibri" panose="020F0502020204030204" pitchFamily="34" charset="0"/>
              </a:rPr>
              <a:t>Why It Matters:</a:t>
            </a:r>
            <a:br>
              <a:rPr lang="en-US" sz="2800" dirty="0">
                <a:latin typeface="Calibri" panose="020F0502020204030204" pitchFamily="34" charset="0"/>
                <a:cs typeface="Calibri" panose="020F0502020204030204" pitchFamily="34" charset="0"/>
              </a:rPr>
            </a:br>
            <a:r>
              <a:rPr lang="en-US" sz="2800" dirty="0">
                <a:latin typeface="Calibri" panose="020F0502020204030204" pitchFamily="34" charset="0"/>
                <a:cs typeface="Calibri" panose="020F0502020204030204" pitchFamily="34" charset="0"/>
              </a:rPr>
              <a:t>Good database systems = faster services, fewer errors, better decisions.</a:t>
            </a:r>
          </a:p>
        </p:txBody>
      </p:sp>
    </p:spTree>
    <p:extLst>
      <p:ext uri="{BB962C8B-B14F-4D97-AF65-F5344CB8AC3E}">
        <p14:creationId xmlns:p14="http://schemas.microsoft.com/office/powerpoint/2010/main" val="161968298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260FEC73-1D79-D436-523C-B114A5C2860F}"/>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FE52C70D-6D96-B449-A22B-8319DFC00B90}"/>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2B3ACDCE-2D29-5E6E-6B7C-60D4FA3A6E6C}"/>
              </a:ext>
            </a:extLst>
          </p:cNvPr>
          <p:cNvSpPr>
            <a:spLocks noGrp="1"/>
          </p:cNvSpPr>
          <p:nvPr>
            <p:ph type="sldNum" sz="quarter" idx="4"/>
          </p:nvPr>
        </p:nvSpPr>
        <p:spPr/>
        <p:txBody>
          <a:bodyPr/>
          <a:lstStyle/>
          <a:p>
            <a:fld id="{16A89BA3-132D-40E1-AAB4-CDCD0A14C216}" type="slidenum">
              <a:rPr lang="en-AU" smtClean="0"/>
              <a:pPr/>
              <a:t>32</a:t>
            </a:fld>
            <a:r>
              <a:rPr lang="en-AU"/>
              <a:t>  |</a:t>
            </a:r>
            <a:endParaRPr lang="en-AU" dirty="0"/>
          </a:p>
        </p:txBody>
      </p:sp>
      <p:sp>
        <p:nvSpPr>
          <p:cNvPr id="9" name="Text Placeholder 3">
            <a:extLst>
              <a:ext uri="{FF2B5EF4-FFF2-40B4-BE49-F238E27FC236}">
                <a16:creationId xmlns:a16="http://schemas.microsoft.com/office/drawing/2014/main" id="{F7DD3D57-4EA7-5BB4-8521-F8B7849709DA}"/>
              </a:ext>
            </a:extLst>
          </p:cNvPr>
          <p:cNvSpPr>
            <a:spLocks noGrp="1"/>
          </p:cNvSpPr>
          <p:nvPr>
            <p:ph type="body" sz="quarter" idx="16"/>
          </p:nvPr>
        </p:nvSpPr>
        <p:spPr>
          <a:xfrm>
            <a:off x="0" y="0"/>
            <a:ext cx="7849590" cy="451262"/>
          </a:xfrm>
        </p:spPr>
        <p:txBody>
          <a:bodyPr>
            <a:noAutofit/>
          </a:bodyPr>
          <a:lstStyle/>
          <a:p>
            <a:r>
              <a:rPr lang="en-US" sz="3200" dirty="0">
                <a:latin typeface="Calibri" panose="020F0502020204030204" pitchFamily="34" charset="0"/>
                <a:cs typeface="Calibri" panose="020F0502020204030204" pitchFamily="34" charset="0"/>
              </a:rPr>
              <a:t>Why Use a Database?</a:t>
            </a:r>
            <a:endParaRPr lang="en-AU" sz="3000" dirty="0">
              <a:latin typeface="Calibri" panose="020F0502020204030204" pitchFamily="34" charset="0"/>
              <a:cs typeface="Calibri" panose="020F0502020204030204" pitchFamily="34" charset="0"/>
            </a:endParaRPr>
          </a:p>
        </p:txBody>
      </p:sp>
      <p:sp>
        <p:nvSpPr>
          <p:cNvPr id="13" name="TextBox 12">
            <a:extLst>
              <a:ext uri="{FF2B5EF4-FFF2-40B4-BE49-F238E27FC236}">
                <a16:creationId xmlns:a16="http://schemas.microsoft.com/office/drawing/2014/main" id="{F7D6CE1F-23EF-C8F2-D757-151EF57D3576}"/>
              </a:ext>
            </a:extLst>
          </p:cNvPr>
          <p:cNvSpPr txBox="1"/>
          <p:nvPr/>
        </p:nvSpPr>
        <p:spPr>
          <a:xfrm>
            <a:off x="0" y="524152"/>
            <a:ext cx="6674069" cy="3257174"/>
          </a:xfrm>
          <a:prstGeom prst="rect">
            <a:avLst/>
          </a:prstGeom>
          <a:solidFill>
            <a:schemeClr val="bg1"/>
          </a:solidFill>
        </p:spPr>
        <p:txBody>
          <a:bodyPr wrap="square">
            <a:spAutoFit/>
          </a:bodyPr>
          <a:lstStyle/>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ri" panose="020F0502020204030204" pitchFamily="34" charset="0"/>
                <a:cs typeface="Calibri" panose="020F0502020204030204" pitchFamily="34" charset="0"/>
              </a:rPr>
              <a:t>Better organization</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ri" panose="020F0502020204030204" pitchFamily="34" charset="0"/>
                <a:cs typeface="Calibri" panose="020F0502020204030204" pitchFamily="34" charset="0"/>
              </a:rPr>
              <a:t>Faster access</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ri" panose="020F0502020204030204" pitchFamily="34" charset="0"/>
                <a:cs typeface="Calibri" panose="020F0502020204030204" pitchFamily="34" charset="0"/>
              </a:rPr>
              <a:t>Improved security</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ri" panose="020F0502020204030204" pitchFamily="34" charset="0"/>
                <a:cs typeface="Calibri" panose="020F0502020204030204" pitchFamily="34" charset="0"/>
              </a:rPr>
              <a:t>Backup and recovery</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ri" panose="020F0502020204030204" pitchFamily="34" charset="0"/>
                <a:cs typeface="Calibri" panose="020F0502020204030204" pitchFamily="34" charset="0"/>
              </a:rPr>
              <a:t>Multi-user access</a:t>
            </a:r>
          </a:p>
        </p:txBody>
      </p:sp>
    </p:spTree>
    <p:extLst>
      <p:ext uri="{BB962C8B-B14F-4D97-AF65-F5344CB8AC3E}">
        <p14:creationId xmlns:p14="http://schemas.microsoft.com/office/powerpoint/2010/main" val="17067877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13">
                                            <p:txEl>
                                              <p:pRg st="0" end="0"/>
                                            </p:txEl>
                                          </p:spTgt>
                                        </p:tgtEl>
                                        <p:attrNameLst>
                                          <p:attrName>style.visibility</p:attrName>
                                        </p:attrNameLst>
                                      </p:cBhvr>
                                      <p:to>
                                        <p:strVal val="visible"/>
                                      </p:to>
                                    </p:set>
                                    <p:animEffect transition="in" filter="fade">
                                      <p:cBhvr>
                                        <p:cTn id="7" dur="1000"/>
                                        <p:tgtEl>
                                          <p:spTgt spid="13">
                                            <p:txEl>
                                              <p:pRg st="0" end="0"/>
                                            </p:txEl>
                                          </p:spTgt>
                                        </p:tgtEl>
                                      </p:cBhvr>
                                    </p:animEffect>
                                    <p:anim calcmode="lin" valueType="num">
                                      <p:cBhvr>
                                        <p:cTn id="8" dur="1000" fill="hold"/>
                                        <p:tgtEl>
                                          <p:spTgt spid="1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13">
                                            <p:txEl>
                                              <p:pRg st="0" end="0"/>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13">
                                            <p:txEl>
                                              <p:pRg st="1" end="1"/>
                                            </p:txEl>
                                          </p:spTgt>
                                        </p:tgtEl>
                                        <p:attrNameLst>
                                          <p:attrName>style.visibility</p:attrName>
                                        </p:attrNameLst>
                                      </p:cBhvr>
                                      <p:to>
                                        <p:strVal val="visible"/>
                                      </p:to>
                                    </p:set>
                                    <p:animEffect transition="in" filter="fade">
                                      <p:cBhvr>
                                        <p:cTn id="12" dur="1000"/>
                                        <p:tgtEl>
                                          <p:spTgt spid="13">
                                            <p:txEl>
                                              <p:pRg st="1" end="1"/>
                                            </p:txEl>
                                          </p:spTgt>
                                        </p:tgtEl>
                                      </p:cBhvr>
                                    </p:animEffect>
                                    <p:anim calcmode="lin" valueType="num">
                                      <p:cBhvr>
                                        <p:cTn id="13" dur="1000" fill="hold"/>
                                        <p:tgtEl>
                                          <p:spTgt spid="13">
                                            <p:txEl>
                                              <p:pRg st="1" end="1"/>
                                            </p:txEl>
                                          </p:spTgt>
                                        </p:tgtEl>
                                        <p:attrNameLst>
                                          <p:attrName>ppt_x</p:attrName>
                                        </p:attrNameLst>
                                      </p:cBhvr>
                                      <p:tavLst>
                                        <p:tav tm="0">
                                          <p:val>
                                            <p:strVal val="#ppt_x"/>
                                          </p:val>
                                        </p:tav>
                                        <p:tav tm="100000">
                                          <p:val>
                                            <p:strVal val="#ppt_x"/>
                                          </p:val>
                                        </p:tav>
                                      </p:tavLst>
                                    </p:anim>
                                    <p:anim calcmode="lin" valueType="num">
                                      <p:cBhvr>
                                        <p:cTn id="14" dur="1000" fill="hold"/>
                                        <p:tgtEl>
                                          <p:spTgt spid="13">
                                            <p:txEl>
                                              <p:pRg st="1" end="1"/>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13">
                                            <p:txEl>
                                              <p:pRg st="2" end="2"/>
                                            </p:txEl>
                                          </p:spTgt>
                                        </p:tgtEl>
                                        <p:attrNameLst>
                                          <p:attrName>style.visibility</p:attrName>
                                        </p:attrNameLst>
                                      </p:cBhvr>
                                      <p:to>
                                        <p:strVal val="visible"/>
                                      </p:to>
                                    </p:set>
                                    <p:animEffect transition="in" filter="fade">
                                      <p:cBhvr>
                                        <p:cTn id="17" dur="1000"/>
                                        <p:tgtEl>
                                          <p:spTgt spid="13">
                                            <p:txEl>
                                              <p:pRg st="2" end="2"/>
                                            </p:txEl>
                                          </p:spTgt>
                                        </p:tgtEl>
                                      </p:cBhvr>
                                    </p:animEffect>
                                    <p:anim calcmode="lin" valueType="num">
                                      <p:cBhvr>
                                        <p:cTn id="18" dur="1000" fill="hold"/>
                                        <p:tgtEl>
                                          <p:spTgt spid="13">
                                            <p:txEl>
                                              <p:pRg st="2" end="2"/>
                                            </p:txEl>
                                          </p:spTgt>
                                        </p:tgtEl>
                                        <p:attrNameLst>
                                          <p:attrName>ppt_x</p:attrName>
                                        </p:attrNameLst>
                                      </p:cBhvr>
                                      <p:tavLst>
                                        <p:tav tm="0">
                                          <p:val>
                                            <p:strVal val="#ppt_x"/>
                                          </p:val>
                                        </p:tav>
                                        <p:tav tm="100000">
                                          <p:val>
                                            <p:strVal val="#ppt_x"/>
                                          </p:val>
                                        </p:tav>
                                      </p:tavLst>
                                    </p:anim>
                                    <p:anim calcmode="lin" valueType="num">
                                      <p:cBhvr>
                                        <p:cTn id="19" dur="1000" fill="hold"/>
                                        <p:tgtEl>
                                          <p:spTgt spid="13">
                                            <p:txEl>
                                              <p:pRg st="2" end="2"/>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13">
                                            <p:txEl>
                                              <p:pRg st="3" end="3"/>
                                            </p:txEl>
                                          </p:spTgt>
                                        </p:tgtEl>
                                        <p:attrNameLst>
                                          <p:attrName>style.visibility</p:attrName>
                                        </p:attrNameLst>
                                      </p:cBhvr>
                                      <p:to>
                                        <p:strVal val="visible"/>
                                      </p:to>
                                    </p:set>
                                    <p:animEffect transition="in" filter="fade">
                                      <p:cBhvr>
                                        <p:cTn id="22" dur="1000"/>
                                        <p:tgtEl>
                                          <p:spTgt spid="13">
                                            <p:txEl>
                                              <p:pRg st="3" end="3"/>
                                            </p:txEl>
                                          </p:spTgt>
                                        </p:tgtEl>
                                      </p:cBhvr>
                                    </p:animEffect>
                                    <p:anim calcmode="lin" valueType="num">
                                      <p:cBhvr>
                                        <p:cTn id="23" dur="1000" fill="hold"/>
                                        <p:tgtEl>
                                          <p:spTgt spid="13">
                                            <p:txEl>
                                              <p:pRg st="3" end="3"/>
                                            </p:txEl>
                                          </p:spTgt>
                                        </p:tgtEl>
                                        <p:attrNameLst>
                                          <p:attrName>ppt_x</p:attrName>
                                        </p:attrNameLst>
                                      </p:cBhvr>
                                      <p:tavLst>
                                        <p:tav tm="0">
                                          <p:val>
                                            <p:strVal val="#ppt_x"/>
                                          </p:val>
                                        </p:tav>
                                        <p:tav tm="100000">
                                          <p:val>
                                            <p:strVal val="#ppt_x"/>
                                          </p:val>
                                        </p:tav>
                                      </p:tavLst>
                                    </p:anim>
                                    <p:anim calcmode="lin" valueType="num">
                                      <p:cBhvr>
                                        <p:cTn id="24" dur="1000" fill="hold"/>
                                        <p:tgtEl>
                                          <p:spTgt spid="13">
                                            <p:txEl>
                                              <p:pRg st="3" end="3"/>
                                            </p:txEl>
                                          </p:spTgt>
                                        </p:tgtEl>
                                        <p:attrNameLst>
                                          <p:attrName>ppt_y</p:attrName>
                                        </p:attrNameLst>
                                      </p:cBhvr>
                                      <p:tavLst>
                                        <p:tav tm="0">
                                          <p:val>
                                            <p:strVal val="#ppt_y+.1"/>
                                          </p:val>
                                        </p:tav>
                                        <p:tav tm="100000">
                                          <p:val>
                                            <p:strVal val="#ppt_y"/>
                                          </p:val>
                                        </p:tav>
                                      </p:tavLst>
                                    </p:anim>
                                  </p:childTnLst>
                                </p:cTn>
                              </p:par>
                              <p:par>
                                <p:cTn id="25" presetID="42" presetClass="entr" presetSubtype="0" fill="hold" nodeType="withEffect">
                                  <p:stCondLst>
                                    <p:cond delay="0"/>
                                  </p:stCondLst>
                                  <p:childTnLst>
                                    <p:set>
                                      <p:cBhvr>
                                        <p:cTn id="26" dur="1" fill="hold">
                                          <p:stCondLst>
                                            <p:cond delay="0"/>
                                          </p:stCondLst>
                                        </p:cTn>
                                        <p:tgtEl>
                                          <p:spTgt spid="13">
                                            <p:txEl>
                                              <p:pRg st="4" end="4"/>
                                            </p:txEl>
                                          </p:spTgt>
                                        </p:tgtEl>
                                        <p:attrNameLst>
                                          <p:attrName>style.visibility</p:attrName>
                                        </p:attrNameLst>
                                      </p:cBhvr>
                                      <p:to>
                                        <p:strVal val="visible"/>
                                      </p:to>
                                    </p:set>
                                    <p:animEffect transition="in" filter="fade">
                                      <p:cBhvr>
                                        <p:cTn id="27" dur="1000"/>
                                        <p:tgtEl>
                                          <p:spTgt spid="13">
                                            <p:txEl>
                                              <p:pRg st="4" end="4"/>
                                            </p:txEl>
                                          </p:spTgt>
                                        </p:tgtEl>
                                      </p:cBhvr>
                                    </p:animEffect>
                                    <p:anim calcmode="lin" valueType="num">
                                      <p:cBhvr>
                                        <p:cTn id="28" dur="1000" fill="hold"/>
                                        <p:tgtEl>
                                          <p:spTgt spid="13">
                                            <p:txEl>
                                              <p:pRg st="4" end="4"/>
                                            </p:txEl>
                                          </p:spTgt>
                                        </p:tgtEl>
                                        <p:attrNameLst>
                                          <p:attrName>ppt_x</p:attrName>
                                        </p:attrNameLst>
                                      </p:cBhvr>
                                      <p:tavLst>
                                        <p:tav tm="0">
                                          <p:val>
                                            <p:strVal val="#ppt_x"/>
                                          </p:val>
                                        </p:tav>
                                        <p:tav tm="100000">
                                          <p:val>
                                            <p:strVal val="#ppt_x"/>
                                          </p:val>
                                        </p:tav>
                                      </p:tavLst>
                                    </p:anim>
                                    <p:anim calcmode="lin" valueType="num">
                                      <p:cBhvr>
                                        <p:cTn id="29" dur="1000" fill="hold"/>
                                        <p:tgtEl>
                                          <p:spTgt spid="13">
                                            <p:txEl>
                                              <p:pRg st="4" end="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87F7F38F-D418-FF84-C240-AFD1FA676E50}"/>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7451228E-1DCB-3FF4-04F7-CD5B4BF7A752}"/>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F0853736-6373-52CE-D404-90B57231786E}"/>
              </a:ext>
            </a:extLst>
          </p:cNvPr>
          <p:cNvSpPr>
            <a:spLocks noGrp="1"/>
          </p:cNvSpPr>
          <p:nvPr>
            <p:ph type="sldNum" sz="quarter" idx="4"/>
          </p:nvPr>
        </p:nvSpPr>
        <p:spPr/>
        <p:txBody>
          <a:bodyPr/>
          <a:lstStyle/>
          <a:p>
            <a:fld id="{16A89BA3-132D-40E1-AAB4-CDCD0A14C216}" type="slidenum">
              <a:rPr lang="en-AU" smtClean="0"/>
              <a:pPr/>
              <a:t>33</a:t>
            </a:fld>
            <a:r>
              <a:rPr lang="en-AU"/>
              <a:t>  |</a:t>
            </a:r>
            <a:endParaRPr lang="en-AU" dirty="0"/>
          </a:p>
        </p:txBody>
      </p:sp>
      <p:sp>
        <p:nvSpPr>
          <p:cNvPr id="9" name="Text Placeholder 3">
            <a:extLst>
              <a:ext uri="{FF2B5EF4-FFF2-40B4-BE49-F238E27FC236}">
                <a16:creationId xmlns:a16="http://schemas.microsoft.com/office/drawing/2014/main" id="{B3FB2A63-90A1-1556-B83A-CE1831BAA887}"/>
              </a:ext>
            </a:extLst>
          </p:cNvPr>
          <p:cNvSpPr>
            <a:spLocks noGrp="1"/>
          </p:cNvSpPr>
          <p:nvPr>
            <p:ph type="body" sz="quarter" idx="16"/>
          </p:nvPr>
        </p:nvSpPr>
        <p:spPr>
          <a:xfrm>
            <a:off x="0" y="0"/>
            <a:ext cx="7849590" cy="451262"/>
          </a:xfrm>
        </p:spPr>
        <p:txBody>
          <a:bodyPr>
            <a:noAutofit/>
          </a:bodyPr>
          <a:lstStyle/>
          <a:p>
            <a:r>
              <a:rPr lang="en-US" sz="3200" dirty="0">
                <a:latin typeface="Calibri" panose="020F0502020204030204" pitchFamily="34" charset="0"/>
                <a:cs typeface="Calibri" panose="020F0502020204030204" pitchFamily="34" charset="0"/>
              </a:rPr>
              <a:t>Real-World Examples</a:t>
            </a:r>
            <a:endParaRPr lang="en-AU" sz="3000" dirty="0">
              <a:latin typeface="Calibri" panose="020F0502020204030204" pitchFamily="34" charset="0"/>
              <a:cs typeface="Calibri" panose="020F0502020204030204" pitchFamily="34" charset="0"/>
            </a:endParaRPr>
          </a:p>
        </p:txBody>
      </p:sp>
      <p:sp>
        <p:nvSpPr>
          <p:cNvPr id="13" name="TextBox 12">
            <a:extLst>
              <a:ext uri="{FF2B5EF4-FFF2-40B4-BE49-F238E27FC236}">
                <a16:creationId xmlns:a16="http://schemas.microsoft.com/office/drawing/2014/main" id="{7CD37540-84C5-84EA-DB06-13AB6FD50964}"/>
              </a:ext>
            </a:extLst>
          </p:cNvPr>
          <p:cNvSpPr txBox="1"/>
          <p:nvPr/>
        </p:nvSpPr>
        <p:spPr>
          <a:xfrm>
            <a:off x="0" y="524152"/>
            <a:ext cx="6674069" cy="5196166"/>
          </a:xfrm>
          <a:prstGeom prst="rect">
            <a:avLst/>
          </a:prstGeom>
          <a:solidFill>
            <a:schemeClr val="bg1"/>
          </a:solidFill>
        </p:spPr>
        <p:txBody>
          <a:bodyPr wrap="square">
            <a:spAutoFit/>
          </a:bodyPr>
          <a:lstStyle/>
          <a:p>
            <a:pPr>
              <a:lnSpc>
                <a:spcPct val="150000"/>
              </a:lnSpc>
            </a:pPr>
            <a:r>
              <a:rPr lang="en-US" sz="2800" dirty="0">
                <a:latin typeface="Calibri" panose="020F0502020204030204" pitchFamily="34" charset="0"/>
                <a:cs typeface="Calibri" panose="020F0502020204030204" pitchFamily="34" charset="0"/>
              </a:rPr>
              <a:t>Bank system:</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Customer accounts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Transactions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Loans</a:t>
            </a:r>
          </a:p>
          <a:p>
            <a:pPr>
              <a:lnSpc>
                <a:spcPct val="150000"/>
              </a:lnSpc>
            </a:pPr>
            <a:r>
              <a:rPr lang="en-US" sz="2800" dirty="0">
                <a:latin typeface="Calibri" panose="020F0502020204030204" pitchFamily="34" charset="0"/>
                <a:cs typeface="Calibri" panose="020F0502020204030204" pitchFamily="34" charset="0"/>
              </a:rPr>
              <a:t>Hospital system:</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Patient records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Appointments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Prescriptions</a:t>
            </a:r>
          </a:p>
        </p:txBody>
      </p:sp>
    </p:spTree>
    <p:extLst>
      <p:ext uri="{BB962C8B-B14F-4D97-AF65-F5344CB8AC3E}">
        <p14:creationId xmlns:p14="http://schemas.microsoft.com/office/powerpoint/2010/main" val="27692980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000"/>
                                        <p:tgtEl>
                                          <p:spTgt spid="13"/>
                                        </p:tgtEl>
                                      </p:cBhvr>
                                    </p:animEffect>
                                    <p:anim calcmode="lin" valueType="num">
                                      <p:cBhvr>
                                        <p:cTn id="8" dur="1000" fill="hold"/>
                                        <p:tgtEl>
                                          <p:spTgt spid="13"/>
                                        </p:tgtEl>
                                        <p:attrNameLst>
                                          <p:attrName>ppt_x</p:attrName>
                                        </p:attrNameLst>
                                      </p:cBhvr>
                                      <p:tavLst>
                                        <p:tav tm="0">
                                          <p:val>
                                            <p:strVal val="#ppt_x"/>
                                          </p:val>
                                        </p:tav>
                                        <p:tav tm="100000">
                                          <p:val>
                                            <p:strVal val="#ppt_x"/>
                                          </p:val>
                                        </p:tav>
                                      </p:tavLst>
                                    </p:anim>
                                    <p:anim calcmode="lin" valueType="num">
                                      <p:cBhvr>
                                        <p:cTn id="9" dur="1000" fill="hold"/>
                                        <p:tgtEl>
                                          <p:spTgt spid="1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1E4F943E-B27F-816E-A491-02A164F5E8CE}"/>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F17DF9EF-D6D3-1CC9-AFBE-207FC7573086}"/>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25412E8B-EB02-F55E-FC49-4A6620D04926}"/>
              </a:ext>
            </a:extLst>
          </p:cNvPr>
          <p:cNvSpPr>
            <a:spLocks noGrp="1"/>
          </p:cNvSpPr>
          <p:nvPr>
            <p:ph type="sldNum" sz="quarter" idx="4"/>
          </p:nvPr>
        </p:nvSpPr>
        <p:spPr/>
        <p:txBody>
          <a:bodyPr/>
          <a:lstStyle/>
          <a:p>
            <a:fld id="{16A89BA3-132D-40E1-AAB4-CDCD0A14C216}" type="slidenum">
              <a:rPr lang="en-AU" smtClean="0"/>
              <a:pPr/>
              <a:t>34</a:t>
            </a:fld>
            <a:r>
              <a:rPr lang="en-AU"/>
              <a:t>  |</a:t>
            </a:r>
            <a:endParaRPr lang="en-AU" dirty="0"/>
          </a:p>
        </p:txBody>
      </p:sp>
      <p:sp>
        <p:nvSpPr>
          <p:cNvPr id="9" name="Text Placeholder 3">
            <a:extLst>
              <a:ext uri="{FF2B5EF4-FFF2-40B4-BE49-F238E27FC236}">
                <a16:creationId xmlns:a16="http://schemas.microsoft.com/office/drawing/2014/main" id="{59E7FB70-E593-D958-CBC0-E8058F7F22C6}"/>
              </a:ext>
            </a:extLst>
          </p:cNvPr>
          <p:cNvSpPr>
            <a:spLocks noGrp="1"/>
          </p:cNvSpPr>
          <p:nvPr>
            <p:ph type="body" sz="quarter" idx="16"/>
          </p:nvPr>
        </p:nvSpPr>
        <p:spPr>
          <a:xfrm>
            <a:off x="0" y="0"/>
            <a:ext cx="7849590" cy="451262"/>
          </a:xfrm>
        </p:spPr>
        <p:txBody>
          <a:bodyPr>
            <a:noAutofit/>
          </a:bodyPr>
          <a:lstStyle/>
          <a:p>
            <a:r>
              <a:rPr lang="en-US" sz="3200" dirty="0">
                <a:latin typeface="Calibri" panose="020F0502020204030204" pitchFamily="34" charset="0"/>
                <a:cs typeface="Calibri" panose="020F0502020204030204" pitchFamily="34" charset="0"/>
              </a:rPr>
              <a:t>Real-World Examples</a:t>
            </a:r>
            <a:endParaRPr lang="en-AU" sz="3000" dirty="0">
              <a:latin typeface="Calibri" panose="020F0502020204030204" pitchFamily="34" charset="0"/>
              <a:cs typeface="Calibri" panose="020F0502020204030204" pitchFamily="34" charset="0"/>
            </a:endParaRPr>
          </a:p>
        </p:txBody>
      </p:sp>
      <p:sp>
        <p:nvSpPr>
          <p:cNvPr id="13" name="TextBox 12">
            <a:extLst>
              <a:ext uri="{FF2B5EF4-FFF2-40B4-BE49-F238E27FC236}">
                <a16:creationId xmlns:a16="http://schemas.microsoft.com/office/drawing/2014/main" id="{F59EF029-3EB7-388B-AB70-BCD03F3E9651}"/>
              </a:ext>
            </a:extLst>
          </p:cNvPr>
          <p:cNvSpPr txBox="1"/>
          <p:nvPr/>
        </p:nvSpPr>
        <p:spPr>
          <a:xfrm>
            <a:off x="0" y="524152"/>
            <a:ext cx="6674069" cy="2610843"/>
          </a:xfrm>
          <a:prstGeom prst="rect">
            <a:avLst/>
          </a:prstGeom>
          <a:solidFill>
            <a:schemeClr val="bg1"/>
          </a:solidFill>
        </p:spPr>
        <p:txBody>
          <a:bodyPr wrap="square">
            <a:spAutoFit/>
          </a:bodyPr>
          <a:lstStyle/>
          <a:p>
            <a:pPr>
              <a:lnSpc>
                <a:spcPct val="150000"/>
              </a:lnSpc>
            </a:pPr>
            <a:r>
              <a:rPr lang="en-US" sz="2800" dirty="0">
                <a:latin typeface="Calibri" panose="020F0502020204030204" pitchFamily="34" charset="0"/>
                <a:cs typeface="Calibri" panose="020F0502020204030204" pitchFamily="34" charset="0"/>
              </a:rPr>
              <a:t>E-commerce:</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Products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Orders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Payments</a:t>
            </a:r>
          </a:p>
        </p:txBody>
      </p:sp>
    </p:spTree>
    <p:extLst>
      <p:ext uri="{BB962C8B-B14F-4D97-AF65-F5344CB8AC3E}">
        <p14:creationId xmlns:p14="http://schemas.microsoft.com/office/powerpoint/2010/main" val="218262831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63AC1DBE-C7DC-B438-AB68-340B4DCACAE0}"/>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9A054A4F-7EA7-916E-33AD-29BAD310A774}"/>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1D0823E7-DF41-40FF-37AE-E15E72B7C17E}"/>
              </a:ext>
            </a:extLst>
          </p:cNvPr>
          <p:cNvSpPr>
            <a:spLocks noGrp="1"/>
          </p:cNvSpPr>
          <p:nvPr>
            <p:ph type="sldNum" sz="quarter" idx="4"/>
          </p:nvPr>
        </p:nvSpPr>
        <p:spPr/>
        <p:txBody>
          <a:bodyPr/>
          <a:lstStyle/>
          <a:p>
            <a:fld id="{16A89BA3-132D-40E1-AAB4-CDCD0A14C216}" type="slidenum">
              <a:rPr lang="en-AU" smtClean="0"/>
              <a:pPr/>
              <a:t>35</a:t>
            </a:fld>
            <a:r>
              <a:rPr lang="en-AU"/>
              <a:t>  |</a:t>
            </a:r>
            <a:endParaRPr lang="en-AU" dirty="0"/>
          </a:p>
        </p:txBody>
      </p:sp>
      <p:sp>
        <p:nvSpPr>
          <p:cNvPr id="9" name="Text Placeholder 3">
            <a:extLst>
              <a:ext uri="{FF2B5EF4-FFF2-40B4-BE49-F238E27FC236}">
                <a16:creationId xmlns:a16="http://schemas.microsoft.com/office/drawing/2014/main" id="{CA942598-5137-CA04-79D1-988D9FC8BBF9}"/>
              </a:ext>
            </a:extLst>
          </p:cNvPr>
          <p:cNvSpPr>
            <a:spLocks noGrp="1"/>
          </p:cNvSpPr>
          <p:nvPr>
            <p:ph type="body" sz="quarter" idx="16"/>
          </p:nvPr>
        </p:nvSpPr>
        <p:spPr>
          <a:xfrm>
            <a:off x="0" y="-1"/>
            <a:ext cx="7849590" cy="935421"/>
          </a:xfrm>
        </p:spPr>
        <p:txBody>
          <a:bodyPr>
            <a:noAutofit/>
          </a:bodyPr>
          <a:lstStyle/>
          <a:p>
            <a:r>
              <a:rPr lang="en-US" sz="3200" dirty="0">
                <a:latin typeface="Calibri" panose="020F0502020204030204" pitchFamily="34" charset="0"/>
                <a:cs typeface="Calibri" panose="020F0502020204030204" pitchFamily="34" charset="0"/>
              </a:rPr>
              <a:t>Common Database Platforms Used in Australia</a:t>
            </a:r>
            <a:endParaRPr lang="en-AU" sz="3000" dirty="0">
              <a:latin typeface="Calibri" panose="020F0502020204030204" pitchFamily="34" charset="0"/>
              <a:cs typeface="Calibri" panose="020F0502020204030204" pitchFamily="34" charset="0"/>
            </a:endParaRPr>
          </a:p>
        </p:txBody>
      </p:sp>
      <p:sp>
        <p:nvSpPr>
          <p:cNvPr id="13" name="TextBox 12">
            <a:extLst>
              <a:ext uri="{FF2B5EF4-FFF2-40B4-BE49-F238E27FC236}">
                <a16:creationId xmlns:a16="http://schemas.microsoft.com/office/drawing/2014/main" id="{A93837D7-4411-B654-A6FE-7DD728B9E970}"/>
              </a:ext>
            </a:extLst>
          </p:cNvPr>
          <p:cNvSpPr txBox="1"/>
          <p:nvPr/>
        </p:nvSpPr>
        <p:spPr>
          <a:xfrm>
            <a:off x="0" y="1123242"/>
            <a:ext cx="9144000" cy="1964512"/>
          </a:xfrm>
          <a:prstGeom prst="rect">
            <a:avLst/>
          </a:prstGeom>
          <a:solidFill>
            <a:schemeClr val="bg1"/>
          </a:solidFill>
        </p:spPr>
        <p:txBody>
          <a:bodyPr wrap="square">
            <a:spAutoFit/>
          </a:bodyPr>
          <a:lstStyle/>
          <a:p>
            <a:pPr>
              <a:lnSpc>
                <a:spcPct val="150000"/>
              </a:lnSpc>
            </a:pPr>
            <a:r>
              <a:rPr lang="en-US" sz="2800" dirty="0">
                <a:latin typeface="Calibri" panose="020F0502020204030204" pitchFamily="34" charset="0"/>
                <a:cs typeface="Calibri" panose="020F0502020204030204" pitchFamily="34" charset="0"/>
              </a:rPr>
              <a:t>In Australia, businesses and developers use a mix of database technologies — both traditional relational databases and modern cloud-based systems. Some are especially popular:</a:t>
            </a:r>
          </a:p>
        </p:txBody>
      </p:sp>
    </p:spTree>
    <p:extLst>
      <p:ext uri="{BB962C8B-B14F-4D97-AF65-F5344CB8AC3E}">
        <p14:creationId xmlns:p14="http://schemas.microsoft.com/office/powerpoint/2010/main" val="7104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000"/>
                                        <p:tgtEl>
                                          <p:spTgt spid="13"/>
                                        </p:tgtEl>
                                      </p:cBhvr>
                                    </p:animEffect>
                                    <p:anim calcmode="lin" valueType="num">
                                      <p:cBhvr>
                                        <p:cTn id="8" dur="1000" fill="hold"/>
                                        <p:tgtEl>
                                          <p:spTgt spid="13"/>
                                        </p:tgtEl>
                                        <p:attrNameLst>
                                          <p:attrName>ppt_x</p:attrName>
                                        </p:attrNameLst>
                                      </p:cBhvr>
                                      <p:tavLst>
                                        <p:tav tm="0">
                                          <p:val>
                                            <p:strVal val="#ppt_x"/>
                                          </p:val>
                                        </p:tav>
                                        <p:tav tm="100000">
                                          <p:val>
                                            <p:strVal val="#ppt_x"/>
                                          </p:val>
                                        </p:tav>
                                      </p:tavLst>
                                    </p:anim>
                                    <p:anim calcmode="lin" valueType="num">
                                      <p:cBhvr>
                                        <p:cTn id="9" dur="1000" fill="hold"/>
                                        <p:tgtEl>
                                          <p:spTgt spid="1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C6AEAE77-572C-AF4B-7BFA-0A6984706CAB}"/>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9C745AFE-32E2-DD88-2BD3-C8C9E1F5C201}"/>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4CE19777-EA8B-2CB5-41F7-F1690E2F909A}"/>
              </a:ext>
            </a:extLst>
          </p:cNvPr>
          <p:cNvSpPr>
            <a:spLocks noGrp="1"/>
          </p:cNvSpPr>
          <p:nvPr>
            <p:ph type="sldNum" sz="quarter" idx="4"/>
          </p:nvPr>
        </p:nvSpPr>
        <p:spPr/>
        <p:txBody>
          <a:bodyPr/>
          <a:lstStyle/>
          <a:p>
            <a:fld id="{16A89BA3-132D-40E1-AAB4-CDCD0A14C216}" type="slidenum">
              <a:rPr lang="en-AU" smtClean="0"/>
              <a:pPr/>
              <a:t>36</a:t>
            </a:fld>
            <a:r>
              <a:rPr lang="en-AU"/>
              <a:t>  |</a:t>
            </a:r>
            <a:endParaRPr lang="en-AU" dirty="0"/>
          </a:p>
        </p:txBody>
      </p:sp>
      <p:sp>
        <p:nvSpPr>
          <p:cNvPr id="9" name="Text Placeholder 3">
            <a:extLst>
              <a:ext uri="{FF2B5EF4-FFF2-40B4-BE49-F238E27FC236}">
                <a16:creationId xmlns:a16="http://schemas.microsoft.com/office/drawing/2014/main" id="{2AD70C60-C8E0-D4FB-5AAA-73DD9FC39C97}"/>
              </a:ext>
            </a:extLst>
          </p:cNvPr>
          <p:cNvSpPr>
            <a:spLocks noGrp="1"/>
          </p:cNvSpPr>
          <p:nvPr>
            <p:ph type="body" sz="quarter" idx="16"/>
          </p:nvPr>
        </p:nvSpPr>
        <p:spPr>
          <a:xfrm>
            <a:off x="0" y="-1"/>
            <a:ext cx="7849590" cy="935421"/>
          </a:xfrm>
        </p:spPr>
        <p:txBody>
          <a:bodyPr>
            <a:noAutofit/>
          </a:bodyPr>
          <a:lstStyle/>
          <a:p>
            <a:r>
              <a:rPr lang="en-US" sz="3200" dirty="0">
                <a:latin typeface="Calibri" panose="020F0502020204030204" pitchFamily="34" charset="0"/>
                <a:cs typeface="Calibri" panose="020F0502020204030204" pitchFamily="34" charset="0"/>
              </a:rPr>
              <a:t>Common Database Platforms Used in Australia</a:t>
            </a:r>
            <a:endParaRPr lang="en-AU" sz="3000" dirty="0">
              <a:latin typeface="Calibri" panose="020F0502020204030204" pitchFamily="34" charset="0"/>
              <a:cs typeface="Calibri" panose="020F0502020204030204" pitchFamily="34" charset="0"/>
            </a:endParaRPr>
          </a:p>
        </p:txBody>
      </p:sp>
      <p:sp>
        <p:nvSpPr>
          <p:cNvPr id="13" name="TextBox 12">
            <a:extLst>
              <a:ext uri="{FF2B5EF4-FFF2-40B4-BE49-F238E27FC236}">
                <a16:creationId xmlns:a16="http://schemas.microsoft.com/office/drawing/2014/main" id="{59E83175-38C7-DE5A-ADFB-A577A3F448E9}"/>
              </a:ext>
            </a:extLst>
          </p:cNvPr>
          <p:cNvSpPr txBox="1"/>
          <p:nvPr/>
        </p:nvSpPr>
        <p:spPr>
          <a:xfrm>
            <a:off x="0" y="1123242"/>
            <a:ext cx="9144000" cy="5842497"/>
          </a:xfrm>
          <a:prstGeom prst="rect">
            <a:avLst/>
          </a:prstGeom>
          <a:solidFill>
            <a:schemeClr val="bg1"/>
          </a:solidFill>
        </p:spPr>
        <p:txBody>
          <a:bodyPr wrap="square">
            <a:spAutoFit/>
          </a:bodyPr>
          <a:lstStyle/>
          <a:p>
            <a:pPr>
              <a:lnSpc>
                <a:spcPct val="150000"/>
              </a:lnSpc>
            </a:pPr>
            <a:r>
              <a:rPr lang="en-US" sz="2800" b="1" dirty="0">
                <a:latin typeface="Calibri" panose="020F0502020204030204" pitchFamily="34" charset="0"/>
                <a:cs typeface="Calibri" panose="020F0502020204030204" pitchFamily="34" charset="0"/>
              </a:rPr>
              <a:t>1. MySQL</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One of the most common databases used in websites and many business applications.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It stores data in tables and uses SQL (Structured Query Language).</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Especially popular for small/medium business apps and web platforms.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Reports show MySQL has very high usage on Australian websites.</a:t>
            </a:r>
          </a:p>
        </p:txBody>
      </p:sp>
    </p:spTree>
    <p:extLst>
      <p:ext uri="{BB962C8B-B14F-4D97-AF65-F5344CB8AC3E}">
        <p14:creationId xmlns:p14="http://schemas.microsoft.com/office/powerpoint/2010/main" val="381278989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7BAEC8F0-12A1-97AD-F453-1F4D57157AE1}"/>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EB0A4D9D-38BB-006F-D844-7424FEC4BFB8}"/>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4F973908-81D1-D9B0-2839-13FB03F958EE}"/>
              </a:ext>
            </a:extLst>
          </p:cNvPr>
          <p:cNvSpPr>
            <a:spLocks noGrp="1"/>
          </p:cNvSpPr>
          <p:nvPr>
            <p:ph type="sldNum" sz="quarter" idx="4"/>
          </p:nvPr>
        </p:nvSpPr>
        <p:spPr/>
        <p:txBody>
          <a:bodyPr/>
          <a:lstStyle/>
          <a:p>
            <a:fld id="{16A89BA3-132D-40E1-AAB4-CDCD0A14C216}" type="slidenum">
              <a:rPr lang="en-AU" smtClean="0"/>
              <a:pPr/>
              <a:t>37</a:t>
            </a:fld>
            <a:r>
              <a:rPr lang="en-AU"/>
              <a:t>  |</a:t>
            </a:r>
            <a:endParaRPr lang="en-AU" dirty="0"/>
          </a:p>
        </p:txBody>
      </p:sp>
      <p:sp>
        <p:nvSpPr>
          <p:cNvPr id="9" name="Text Placeholder 3">
            <a:extLst>
              <a:ext uri="{FF2B5EF4-FFF2-40B4-BE49-F238E27FC236}">
                <a16:creationId xmlns:a16="http://schemas.microsoft.com/office/drawing/2014/main" id="{E03AC0FF-1838-013B-7EAC-5BD18385ECA7}"/>
              </a:ext>
            </a:extLst>
          </p:cNvPr>
          <p:cNvSpPr>
            <a:spLocks noGrp="1"/>
          </p:cNvSpPr>
          <p:nvPr>
            <p:ph type="body" sz="quarter" idx="16"/>
          </p:nvPr>
        </p:nvSpPr>
        <p:spPr>
          <a:xfrm>
            <a:off x="0" y="-1"/>
            <a:ext cx="7849590" cy="935421"/>
          </a:xfrm>
        </p:spPr>
        <p:txBody>
          <a:bodyPr>
            <a:noAutofit/>
          </a:bodyPr>
          <a:lstStyle/>
          <a:p>
            <a:r>
              <a:rPr lang="en-US" sz="3200" dirty="0">
                <a:latin typeface="Calibri" panose="020F0502020204030204" pitchFamily="34" charset="0"/>
                <a:cs typeface="Calibri" panose="020F0502020204030204" pitchFamily="34" charset="0"/>
              </a:rPr>
              <a:t>Common Database Platforms Used in Australia</a:t>
            </a:r>
            <a:endParaRPr lang="en-AU" sz="3000" dirty="0">
              <a:latin typeface="Calibri" panose="020F0502020204030204" pitchFamily="34" charset="0"/>
              <a:cs typeface="Calibri" panose="020F0502020204030204" pitchFamily="34" charset="0"/>
            </a:endParaRPr>
          </a:p>
        </p:txBody>
      </p:sp>
      <p:sp>
        <p:nvSpPr>
          <p:cNvPr id="13" name="TextBox 12">
            <a:extLst>
              <a:ext uri="{FF2B5EF4-FFF2-40B4-BE49-F238E27FC236}">
                <a16:creationId xmlns:a16="http://schemas.microsoft.com/office/drawing/2014/main" id="{0273921A-3FB4-BF40-5223-F61D28DBCA4F}"/>
              </a:ext>
            </a:extLst>
          </p:cNvPr>
          <p:cNvSpPr txBox="1"/>
          <p:nvPr/>
        </p:nvSpPr>
        <p:spPr>
          <a:xfrm>
            <a:off x="0" y="1123242"/>
            <a:ext cx="9144000" cy="3903504"/>
          </a:xfrm>
          <a:prstGeom prst="rect">
            <a:avLst/>
          </a:prstGeom>
          <a:solidFill>
            <a:schemeClr val="bg1"/>
          </a:solidFill>
        </p:spPr>
        <p:txBody>
          <a:bodyPr wrap="square">
            <a:spAutoFit/>
          </a:bodyPr>
          <a:lstStyle/>
          <a:p>
            <a:pPr>
              <a:lnSpc>
                <a:spcPct val="150000"/>
              </a:lnSpc>
            </a:pPr>
            <a:r>
              <a:rPr lang="en-US" sz="2800" b="1" dirty="0">
                <a:latin typeface="Calibri" panose="020F0502020204030204" pitchFamily="34" charset="0"/>
                <a:cs typeface="Calibri" panose="020F0502020204030204" pitchFamily="34" charset="0"/>
              </a:rPr>
              <a:t>2. Microsoft SQL Server</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Widely used in larger companies.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Works well with other Microsoft tools and corporate applications.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Good for business systems that need strong support and security.</a:t>
            </a:r>
          </a:p>
        </p:txBody>
      </p:sp>
    </p:spTree>
    <p:extLst>
      <p:ext uri="{BB962C8B-B14F-4D97-AF65-F5344CB8AC3E}">
        <p14:creationId xmlns:p14="http://schemas.microsoft.com/office/powerpoint/2010/main" val="406133288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E3E16768-52A8-B7A5-66DA-3B00AF6F02E5}"/>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E7808FE6-D3CF-0C3F-E75F-C71786D77FE2}"/>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F7502FB0-83DD-E0CF-7B5D-8F060A1D874D}"/>
              </a:ext>
            </a:extLst>
          </p:cNvPr>
          <p:cNvSpPr>
            <a:spLocks noGrp="1"/>
          </p:cNvSpPr>
          <p:nvPr>
            <p:ph type="sldNum" sz="quarter" idx="4"/>
          </p:nvPr>
        </p:nvSpPr>
        <p:spPr/>
        <p:txBody>
          <a:bodyPr/>
          <a:lstStyle/>
          <a:p>
            <a:fld id="{16A89BA3-132D-40E1-AAB4-CDCD0A14C216}" type="slidenum">
              <a:rPr lang="en-AU" smtClean="0"/>
              <a:pPr/>
              <a:t>38</a:t>
            </a:fld>
            <a:r>
              <a:rPr lang="en-AU"/>
              <a:t>  |</a:t>
            </a:r>
            <a:endParaRPr lang="en-AU" dirty="0"/>
          </a:p>
        </p:txBody>
      </p:sp>
      <p:sp>
        <p:nvSpPr>
          <p:cNvPr id="9" name="Text Placeholder 3">
            <a:extLst>
              <a:ext uri="{FF2B5EF4-FFF2-40B4-BE49-F238E27FC236}">
                <a16:creationId xmlns:a16="http://schemas.microsoft.com/office/drawing/2014/main" id="{4B9A0EFA-7C73-D452-A392-27291BEEF17B}"/>
              </a:ext>
            </a:extLst>
          </p:cNvPr>
          <p:cNvSpPr>
            <a:spLocks noGrp="1"/>
          </p:cNvSpPr>
          <p:nvPr>
            <p:ph type="body" sz="quarter" idx="16"/>
          </p:nvPr>
        </p:nvSpPr>
        <p:spPr>
          <a:xfrm>
            <a:off x="0" y="-1"/>
            <a:ext cx="7849590" cy="935421"/>
          </a:xfrm>
        </p:spPr>
        <p:txBody>
          <a:bodyPr>
            <a:noAutofit/>
          </a:bodyPr>
          <a:lstStyle/>
          <a:p>
            <a:r>
              <a:rPr lang="en-US" sz="3200" dirty="0">
                <a:latin typeface="Calibri" panose="020F0502020204030204" pitchFamily="34" charset="0"/>
                <a:cs typeface="Calibri" panose="020F0502020204030204" pitchFamily="34" charset="0"/>
              </a:rPr>
              <a:t>Common Database Platforms Used in Australia</a:t>
            </a:r>
            <a:endParaRPr lang="en-AU" sz="3000" dirty="0">
              <a:latin typeface="Calibri" panose="020F0502020204030204" pitchFamily="34" charset="0"/>
              <a:cs typeface="Calibri" panose="020F0502020204030204" pitchFamily="34" charset="0"/>
            </a:endParaRPr>
          </a:p>
        </p:txBody>
      </p:sp>
      <p:sp>
        <p:nvSpPr>
          <p:cNvPr id="13" name="TextBox 12">
            <a:extLst>
              <a:ext uri="{FF2B5EF4-FFF2-40B4-BE49-F238E27FC236}">
                <a16:creationId xmlns:a16="http://schemas.microsoft.com/office/drawing/2014/main" id="{7BA6A10D-5AD0-D49A-9960-F0E02D5E8BFE}"/>
              </a:ext>
            </a:extLst>
          </p:cNvPr>
          <p:cNvSpPr txBox="1"/>
          <p:nvPr/>
        </p:nvSpPr>
        <p:spPr>
          <a:xfrm>
            <a:off x="0" y="1123242"/>
            <a:ext cx="9144000" cy="2610843"/>
          </a:xfrm>
          <a:prstGeom prst="rect">
            <a:avLst/>
          </a:prstGeom>
          <a:solidFill>
            <a:schemeClr val="bg1"/>
          </a:solidFill>
        </p:spPr>
        <p:txBody>
          <a:bodyPr wrap="square">
            <a:spAutoFit/>
          </a:bodyPr>
          <a:lstStyle/>
          <a:p>
            <a:pPr>
              <a:lnSpc>
                <a:spcPct val="150000"/>
              </a:lnSpc>
            </a:pPr>
            <a:r>
              <a:rPr lang="en-US" sz="2800" b="1" dirty="0">
                <a:latin typeface="Calibri" panose="020F0502020204030204" pitchFamily="34" charset="0"/>
                <a:cs typeface="Calibri" panose="020F0502020204030204" pitchFamily="34" charset="0"/>
              </a:rPr>
              <a:t>3. Oracle Database</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Often used by large enterprises (e.g., banks, government, big </a:t>
            </a:r>
            <a:r>
              <a:rPr lang="en-US" sz="2800" dirty="0" err="1">
                <a:latin typeface="Calibri" panose="020F0502020204030204" pitchFamily="34" charset="0"/>
                <a:cs typeface="Calibri" panose="020F0502020204030204" pitchFamily="34" charset="0"/>
              </a:rPr>
              <a:t>organisations</a:t>
            </a:r>
            <a:r>
              <a:rPr lang="en-US" sz="2800" dirty="0">
                <a:latin typeface="Calibri" panose="020F0502020204030204" pitchFamily="34" charset="0"/>
                <a:cs typeface="Calibri" panose="020F0502020204030204" pitchFamily="34" charset="0"/>
              </a:rPr>
              <a:t>).</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Very powerful and can handle huge amounts of data. </a:t>
            </a:r>
          </a:p>
        </p:txBody>
      </p:sp>
    </p:spTree>
    <p:extLst>
      <p:ext uri="{BB962C8B-B14F-4D97-AF65-F5344CB8AC3E}">
        <p14:creationId xmlns:p14="http://schemas.microsoft.com/office/powerpoint/2010/main" val="100794972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D5F20294-2D01-7279-0A5C-F2BEE9B8FD67}"/>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2E09D20A-AA17-5873-7B57-780FC2F5A575}"/>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23EB5B97-E5EE-ABEB-035E-4CB451E7369B}"/>
              </a:ext>
            </a:extLst>
          </p:cNvPr>
          <p:cNvSpPr>
            <a:spLocks noGrp="1"/>
          </p:cNvSpPr>
          <p:nvPr>
            <p:ph type="sldNum" sz="quarter" idx="4"/>
          </p:nvPr>
        </p:nvSpPr>
        <p:spPr/>
        <p:txBody>
          <a:bodyPr/>
          <a:lstStyle/>
          <a:p>
            <a:fld id="{16A89BA3-132D-40E1-AAB4-CDCD0A14C216}" type="slidenum">
              <a:rPr lang="en-AU" smtClean="0"/>
              <a:pPr/>
              <a:t>39</a:t>
            </a:fld>
            <a:r>
              <a:rPr lang="en-AU"/>
              <a:t>  |</a:t>
            </a:r>
            <a:endParaRPr lang="en-AU" dirty="0"/>
          </a:p>
        </p:txBody>
      </p:sp>
      <p:sp>
        <p:nvSpPr>
          <p:cNvPr id="9" name="Text Placeholder 3">
            <a:extLst>
              <a:ext uri="{FF2B5EF4-FFF2-40B4-BE49-F238E27FC236}">
                <a16:creationId xmlns:a16="http://schemas.microsoft.com/office/drawing/2014/main" id="{D98B257D-CE56-AAE4-1699-67CAA9C770B1}"/>
              </a:ext>
            </a:extLst>
          </p:cNvPr>
          <p:cNvSpPr>
            <a:spLocks noGrp="1"/>
          </p:cNvSpPr>
          <p:nvPr>
            <p:ph type="body" sz="quarter" idx="16"/>
          </p:nvPr>
        </p:nvSpPr>
        <p:spPr>
          <a:xfrm>
            <a:off x="0" y="-1"/>
            <a:ext cx="7849590" cy="935421"/>
          </a:xfrm>
        </p:spPr>
        <p:txBody>
          <a:bodyPr>
            <a:noAutofit/>
          </a:bodyPr>
          <a:lstStyle/>
          <a:p>
            <a:r>
              <a:rPr lang="en-US" sz="3200" dirty="0">
                <a:latin typeface="Calibri" panose="020F0502020204030204" pitchFamily="34" charset="0"/>
                <a:cs typeface="Calibri" panose="020F0502020204030204" pitchFamily="34" charset="0"/>
              </a:rPr>
              <a:t>Common Database Platforms Used in Australia</a:t>
            </a:r>
            <a:endParaRPr lang="en-AU" sz="3000" dirty="0">
              <a:latin typeface="Calibri" panose="020F0502020204030204" pitchFamily="34" charset="0"/>
              <a:cs typeface="Calibri" panose="020F0502020204030204" pitchFamily="34" charset="0"/>
            </a:endParaRPr>
          </a:p>
        </p:txBody>
      </p:sp>
      <p:sp>
        <p:nvSpPr>
          <p:cNvPr id="13" name="TextBox 12">
            <a:extLst>
              <a:ext uri="{FF2B5EF4-FFF2-40B4-BE49-F238E27FC236}">
                <a16:creationId xmlns:a16="http://schemas.microsoft.com/office/drawing/2014/main" id="{B237FE03-EBE7-0D4B-2475-A78D031F1A68}"/>
              </a:ext>
            </a:extLst>
          </p:cNvPr>
          <p:cNvSpPr txBox="1"/>
          <p:nvPr/>
        </p:nvSpPr>
        <p:spPr>
          <a:xfrm>
            <a:off x="0" y="1123242"/>
            <a:ext cx="9144000" cy="5196166"/>
          </a:xfrm>
          <a:prstGeom prst="rect">
            <a:avLst/>
          </a:prstGeom>
          <a:solidFill>
            <a:schemeClr val="bg1"/>
          </a:solidFill>
        </p:spPr>
        <p:txBody>
          <a:bodyPr wrap="square">
            <a:spAutoFit/>
          </a:bodyPr>
          <a:lstStyle/>
          <a:p>
            <a:pPr>
              <a:lnSpc>
                <a:spcPct val="150000"/>
              </a:lnSpc>
            </a:pPr>
            <a:r>
              <a:rPr lang="en-US" sz="2800" dirty="0">
                <a:latin typeface="Calibri" panose="020F0502020204030204" pitchFamily="34" charset="0"/>
                <a:cs typeface="Calibri" panose="020F0502020204030204" pitchFamily="34" charset="0"/>
              </a:rPr>
              <a:t>Cloud-Based Databases Growing in Use</a:t>
            </a:r>
          </a:p>
          <a:p>
            <a:pPr>
              <a:lnSpc>
                <a:spcPct val="150000"/>
              </a:lnSpc>
            </a:pPr>
            <a:r>
              <a:rPr lang="en-US" sz="2800" dirty="0">
                <a:latin typeface="Calibri" panose="020F0502020204030204" pitchFamily="34" charset="0"/>
                <a:cs typeface="Calibri" panose="020F0502020204030204" pitchFamily="34" charset="0"/>
              </a:rPr>
              <a:t>Many Australian companies also use databases hosted in the cloud, such as: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Amazon RDS / AWS database services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Google Cloud SQL</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Snowflake and Redshift for analytics</a:t>
            </a:r>
          </a:p>
          <a:p>
            <a:pPr>
              <a:lnSpc>
                <a:spcPct val="150000"/>
              </a:lnSpc>
            </a:pPr>
            <a:r>
              <a:rPr lang="en-US" sz="2800" dirty="0">
                <a:latin typeface="Calibri" panose="020F0502020204030204" pitchFamily="34" charset="0"/>
                <a:cs typeface="Calibri" panose="020F0502020204030204" pitchFamily="34" charset="0"/>
              </a:rPr>
              <a:t>These make it easier to scale and manage data without owning servers. </a:t>
            </a:r>
          </a:p>
        </p:txBody>
      </p:sp>
    </p:spTree>
    <p:extLst>
      <p:ext uri="{BB962C8B-B14F-4D97-AF65-F5344CB8AC3E}">
        <p14:creationId xmlns:p14="http://schemas.microsoft.com/office/powerpoint/2010/main" val="366169869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31CB0E1D-64F7-2A91-885F-D01E7CBDBF8D}"/>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EB0CB344-6701-1139-44B8-B3CEB23EC544}"/>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7077376D-6CE4-5123-872C-D045C0F017CE}"/>
              </a:ext>
            </a:extLst>
          </p:cNvPr>
          <p:cNvSpPr>
            <a:spLocks noGrp="1"/>
          </p:cNvSpPr>
          <p:nvPr>
            <p:ph type="sldNum" sz="quarter" idx="4"/>
          </p:nvPr>
        </p:nvSpPr>
        <p:spPr/>
        <p:txBody>
          <a:bodyPr/>
          <a:lstStyle/>
          <a:p>
            <a:fld id="{16A89BA3-132D-40E1-AAB4-CDCD0A14C216}" type="slidenum">
              <a:rPr lang="en-AU" smtClean="0"/>
              <a:pPr/>
              <a:t>40</a:t>
            </a:fld>
            <a:r>
              <a:rPr lang="en-AU"/>
              <a:t>  |</a:t>
            </a:r>
            <a:endParaRPr lang="en-AU" dirty="0"/>
          </a:p>
        </p:txBody>
      </p:sp>
      <p:sp>
        <p:nvSpPr>
          <p:cNvPr id="9" name="Text Placeholder 3">
            <a:extLst>
              <a:ext uri="{FF2B5EF4-FFF2-40B4-BE49-F238E27FC236}">
                <a16:creationId xmlns:a16="http://schemas.microsoft.com/office/drawing/2014/main" id="{64F12C08-6D48-0023-798C-809B73DB4086}"/>
              </a:ext>
            </a:extLst>
          </p:cNvPr>
          <p:cNvSpPr>
            <a:spLocks noGrp="1"/>
          </p:cNvSpPr>
          <p:nvPr>
            <p:ph type="body" sz="quarter" idx="16"/>
          </p:nvPr>
        </p:nvSpPr>
        <p:spPr>
          <a:xfrm>
            <a:off x="0" y="-1"/>
            <a:ext cx="7849590" cy="935421"/>
          </a:xfrm>
        </p:spPr>
        <p:txBody>
          <a:bodyPr>
            <a:noAutofit/>
          </a:bodyPr>
          <a:lstStyle/>
          <a:p>
            <a:r>
              <a:rPr lang="en-US" sz="3200" dirty="0">
                <a:latin typeface="Calibri" panose="020F0502020204030204" pitchFamily="34" charset="0"/>
                <a:cs typeface="Calibri" panose="020F0502020204030204" pitchFamily="34" charset="0"/>
              </a:rPr>
              <a:t>Common Database Platforms Used in Australia</a:t>
            </a:r>
            <a:endParaRPr lang="en-AU" sz="3000" dirty="0">
              <a:latin typeface="Calibri" panose="020F0502020204030204" pitchFamily="34" charset="0"/>
              <a:cs typeface="Calibri" panose="020F0502020204030204" pitchFamily="34" charset="0"/>
            </a:endParaRPr>
          </a:p>
        </p:txBody>
      </p:sp>
      <p:graphicFrame>
        <p:nvGraphicFramePr>
          <p:cNvPr id="2" name="Table 1">
            <a:extLst>
              <a:ext uri="{FF2B5EF4-FFF2-40B4-BE49-F238E27FC236}">
                <a16:creationId xmlns:a16="http://schemas.microsoft.com/office/drawing/2014/main" id="{A8647C0F-9E2B-7766-108C-77CFF879DC42}"/>
              </a:ext>
            </a:extLst>
          </p:cNvPr>
          <p:cNvGraphicFramePr>
            <a:graphicFrameLocks noGrp="1"/>
          </p:cNvGraphicFramePr>
          <p:nvPr>
            <p:extLst>
              <p:ext uri="{D42A27DB-BD31-4B8C-83A1-F6EECF244321}">
                <p14:modId xmlns:p14="http://schemas.microsoft.com/office/powerpoint/2010/main" val="3555457222"/>
              </p:ext>
            </p:extLst>
          </p:nvPr>
        </p:nvGraphicFramePr>
        <p:xfrm>
          <a:off x="28690" y="1594258"/>
          <a:ext cx="9086619" cy="5221732"/>
        </p:xfrm>
        <a:graphic>
          <a:graphicData uri="http://schemas.openxmlformats.org/drawingml/2006/table">
            <a:tbl>
              <a:tblPr>
                <a:tableStyleId>{616DA210-FB5B-4158-B5E0-FEB733F419BA}</a:tableStyleId>
              </a:tblPr>
              <a:tblGrid>
                <a:gridCol w="2580695">
                  <a:extLst>
                    <a:ext uri="{9D8B030D-6E8A-4147-A177-3AD203B41FA5}">
                      <a16:colId xmlns:a16="http://schemas.microsoft.com/office/drawing/2014/main" val="178469192"/>
                    </a:ext>
                  </a:extLst>
                </a:gridCol>
                <a:gridCol w="3477051">
                  <a:extLst>
                    <a:ext uri="{9D8B030D-6E8A-4147-A177-3AD203B41FA5}">
                      <a16:colId xmlns:a16="http://schemas.microsoft.com/office/drawing/2014/main" val="3801069618"/>
                    </a:ext>
                  </a:extLst>
                </a:gridCol>
                <a:gridCol w="3028873">
                  <a:extLst>
                    <a:ext uri="{9D8B030D-6E8A-4147-A177-3AD203B41FA5}">
                      <a16:colId xmlns:a16="http://schemas.microsoft.com/office/drawing/2014/main" val="4208332991"/>
                    </a:ext>
                  </a:extLst>
                </a:gridCol>
              </a:tblGrid>
              <a:tr h="0">
                <a:tc>
                  <a:txBody>
                    <a:bodyPr/>
                    <a:lstStyle/>
                    <a:p>
                      <a:pPr>
                        <a:lnSpc>
                          <a:spcPct val="150000"/>
                        </a:lnSpc>
                        <a:buNone/>
                      </a:pPr>
                      <a:r>
                        <a:rPr lang="en-US" sz="2800" b="1" dirty="0">
                          <a:latin typeface="Calibri" panose="020F0502020204030204" pitchFamily="34" charset="0"/>
                          <a:cs typeface="Calibri" panose="020F0502020204030204" pitchFamily="34" charset="0"/>
                        </a:rPr>
                        <a:t>Type</a:t>
                      </a:r>
                    </a:p>
                  </a:txBody>
                  <a:tcPr anchor="ctr">
                    <a:solidFill>
                      <a:schemeClr val="tx1">
                        <a:lumMod val="10000"/>
                        <a:lumOff val="90000"/>
                      </a:schemeClr>
                    </a:solidFill>
                  </a:tcPr>
                </a:tc>
                <a:tc>
                  <a:txBody>
                    <a:bodyPr/>
                    <a:lstStyle/>
                    <a:p>
                      <a:pPr>
                        <a:lnSpc>
                          <a:spcPct val="150000"/>
                        </a:lnSpc>
                        <a:buNone/>
                      </a:pPr>
                      <a:r>
                        <a:rPr lang="en-US" sz="2800" b="1" dirty="0">
                          <a:latin typeface="Calibri" panose="020F0502020204030204" pitchFamily="34" charset="0"/>
                          <a:cs typeface="Calibri" panose="020F0502020204030204" pitchFamily="34" charset="0"/>
                        </a:rPr>
                        <a:t>Common Examples in Australia</a:t>
                      </a:r>
                    </a:p>
                  </a:txBody>
                  <a:tcPr anchor="ctr">
                    <a:solidFill>
                      <a:schemeClr val="tx1">
                        <a:lumMod val="10000"/>
                        <a:lumOff val="90000"/>
                      </a:schemeClr>
                    </a:solidFill>
                  </a:tcPr>
                </a:tc>
                <a:tc>
                  <a:txBody>
                    <a:bodyPr/>
                    <a:lstStyle/>
                    <a:p>
                      <a:pPr>
                        <a:lnSpc>
                          <a:spcPct val="150000"/>
                        </a:lnSpc>
                        <a:buNone/>
                      </a:pPr>
                      <a:r>
                        <a:rPr lang="en-US" sz="2800" b="1" dirty="0">
                          <a:latin typeface="Calibri" panose="020F0502020204030204" pitchFamily="34" charset="0"/>
                          <a:cs typeface="Calibri" panose="020F0502020204030204" pitchFamily="34" charset="0"/>
                        </a:rPr>
                        <a:t>Why used</a:t>
                      </a:r>
                    </a:p>
                  </a:txBody>
                  <a:tcPr anchor="ctr">
                    <a:solidFill>
                      <a:schemeClr val="tx1">
                        <a:lumMod val="10000"/>
                        <a:lumOff val="90000"/>
                      </a:schemeClr>
                    </a:solidFill>
                  </a:tcPr>
                </a:tc>
                <a:extLst>
                  <a:ext uri="{0D108BD9-81ED-4DB2-BD59-A6C34878D82A}">
                    <a16:rowId xmlns:a16="http://schemas.microsoft.com/office/drawing/2014/main" val="528210847"/>
                  </a:ext>
                </a:extLst>
              </a:tr>
              <a:tr h="0">
                <a:tc>
                  <a:txBody>
                    <a:bodyPr/>
                    <a:lstStyle/>
                    <a:p>
                      <a:pPr>
                        <a:lnSpc>
                          <a:spcPct val="150000"/>
                        </a:lnSpc>
                        <a:buNone/>
                      </a:pPr>
                      <a:r>
                        <a:rPr lang="en-US" sz="2800">
                          <a:latin typeface="Calibri" panose="020F0502020204030204" pitchFamily="34" charset="0"/>
                          <a:cs typeface="Calibri" panose="020F0502020204030204" pitchFamily="34" charset="0"/>
                        </a:rPr>
                        <a:t>Relational (SQL)</a:t>
                      </a:r>
                    </a:p>
                  </a:txBody>
                  <a:tcPr anchor="ctr">
                    <a:solidFill>
                      <a:schemeClr val="bg1"/>
                    </a:solidFill>
                  </a:tcPr>
                </a:tc>
                <a:tc>
                  <a:txBody>
                    <a:bodyPr/>
                    <a:lstStyle/>
                    <a:p>
                      <a:pPr>
                        <a:lnSpc>
                          <a:spcPct val="150000"/>
                        </a:lnSpc>
                        <a:buNone/>
                      </a:pPr>
                      <a:r>
                        <a:rPr lang="en-US" sz="2800">
                          <a:latin typeface="Calibri" panose="020F0502020204030204" pitchFamily="34" charset="0"/>
                          <a:cs typeface="Calibri" panose="020F0502020204030204" pitchFamily="34" charset="0"/>
                        </a:rPr>
                        <a:t>MySQL, SQL Server, Oracle</a:t>
                      </a:r>
                    </a:p>
                  </a:txBody>
                  <a:tcPr anchor="ctr">
                    <a:solidFill>
                      <a:schemeClr val="bg1"/>
                    </a:solidFill>
                  </a:tcPr>
                </a:tc>
                <a:tc>
                  <a:txBody>
                    <a:bodyPr/>
                    <a:lstStyle/>
                    <a:p>
                      <a:pPr>
                        <a:lnSpc>
                          <a:spcPct val="150000"/>
                        </a:lnSpc>
                        <a:buNone/>
                      </a:pPr>
                      <a:r>
                        <a:rPr lang="en-US" sz="2800">
                          <a:latin typeface="Calibri" panose="020F0502020204030204" pitchFamily="34" charset="0"/>
                          <a:cs typeface="Calibri" panose="020F0502020204030204" pitchFamily="34" charset="0"/>
                        </a:rPr>
                        <a:t>Organised data, easy reporting</a:t>
                      </a:r>
                    </a:p>
                  </a:txBody>
                  <a:tcPr anchor="ctr">
                    <a:solidFill>
                      <a:schemeClr val="bg1"/>
                    </a:solidFill>
                  </a:tcPr>
                </a:tc>
                <a:extLst>
                  <a:ext uri="{0D108BD9-81ED-4DB2-BD59-A6C34878D82A}">
                    <a16:rowId xmlns:a16="http://schemas.microsoft.com/office/drawing/2014/main" val="922808283"/>
                  </a:ext>
                </a:extLst>
              </a:tr>
              <a:tr h="0">
                <a:tc>
                  <a:txBody>
                    <a:bodyPr/>
                    <a:lstStyle/>
                    <a:p>
                      <a:pPr>
                        <a:lnSpc>
                          <a:spcPct val="150000"/>
                        </a:lnSpc>
                        <a:buNone/>
                      </a:pPr>
                      <a:r>
                        <a:rPr lang="en-US" sz="2800">
                          <a:latin typeface="Calibri" panose="020F0502020204030204" pitchFamily="34" charset="0"/>
                          <a:cs typeface="Calibri" panose="020F0502020204030204" pitchFamily="34" charset="0"/>
                        </a:rPr>
                        <a:t>Cloud Databases</a:t>
                      </a:r>
                    </a:p>
                  </a:txBody>
                  <a:tcPr anchor="ctr">
                    <a:solidFill>
                      <a:schemeClr val="bg1"/>
                    </a:solidFill>
                  </a:tcPr>
                </a:tc>
                <a:tc>
                  <a:txBody>
                    <a:bodyPr/>
                    <a:lstStyle/>
                    <a:p>
                      <a:pPr>
                        <a:lnSpc>
                          <a:spcPct val="150000"/>
                        </a:lnSpc>
                        <a:buNone/>
                      </a:pPr>
                      <a:r>
                        <a:rPr lang="en-US" sz="2800">
                          <a:latin typeface="Calibri" panose="020F0502020204030204" pitchFamily="34" charset="0"/>
                          <a:cs typeface="Calibri" panose="020F0502020204030204" pitchFamily="34" charset="0"/>
                        </a:rPr>
                        <a:t>AWS, Google Cloud, Snowflake</a:t>
                      </a:r>
                    </a:p>
                  </a:txBody>
                  <a:tcPr anchor="ctr">
                    <a:solidFill>
                      <a:schemeClr val="bg1"/>
                    </a:solidFill>
                  </a:tcPr>
                </a:tc>
                <a:tc>
                  <a:txBody>
                    <a:bodyPr/>
                    <a:lstStyle/>
                    <a:p>
                      <a:pPr>
                        <a:lnSpc>
                          <a:spcPct val="150000"/>
                        </a:lnSpc>
                        <a:buNone/>
                      </a:pPr>
                      <a:r>
                        <a:rPr lang="en-US" sz="2800">
                          <a:latin typeface="Calibri" panose="020F0502020204030204" pitchFamily="34" charset="0"/>
                          <a:cs typeface="Calibri" panose="020F0502020204030204" pitchFamily="34" charset="0"/>
                        </a:rPr>
                        <a:t>Flexible, scalable, cheaper setup</a:t>
                      </a:r>
                    </a:p>
                  </a:txBody>
                  <a:tcPr anchor="ctr">
                    <a:solidFill>
                      <a:schemeClr val="bg1"/>
                    </a:solidFill>
                  </a:tcPr>
                </a:tc>
                <a:extLst>
                  <a:ext uri="{0D108BD9-81ED-4DB2-BD59-A6C34878D82A}">
                    <a16:rowId xmlns:a16="http://schemas.microsoft.com/office/drawing/2014/main" val="3634141377"/>
                  </a:ext>
                </a:extLst>
              </a:tr>
              <a:tr h="0">
                <a:tc>
                  <a:txBody>
                    <a:bodyPr/>
                    <a:lstStyle/>
                    <a:p>
                      <a:pPr>
                        <a:lnSpc>
                          <a:spcPct val="150000"/>
                        </a:lnSpc>
                        <a:buNone/>
                      </a:pPr>
                      <a:r>
                        <a:rPr lang="en-US" sz="2800">
                          <a:latin typeface="Calibri" panose="020F0502020204030204" pitchFamily="34" charset="0"/>
                          <a:cs typeface="Calibri" panose="020F0502020204030204" pitchFamily="34" charset="0"/>
                        </a:rPr>
                        <a:t>Analytics Databases</a:t>
                      </a:r>
                    </a:p>
                  </a:txBody>
                  <a:tcPr anchor="ctr">
                    <a:solidFill>
                      <a:schemeClr val="bg1"/>
                    </a:solidFill>
                  </a:tcPr>
                </a:tc>
                <a:tc>
                  <a:txBody>
                    <a:bodyPr/>
                    <a:lstStyle/>
                    <a:p>
                      <a:pPr>
                        <a:lnSpc>
                          <a:spcPct val="150000"/>
                        </a:lnSpc>
                        <a:buNone/>
                      </a:pPr>
                      <a:r>
                        <a:rPr lang="en-US" sz="2800">
                          <a:latin typeface="Calibri" panose="020F0502020204030204" pitchFamily="34" charset="0"/>
                          <a:cs typeface="Calibri" panose="020F0502020204030204" pitchFamily="34" charset="0"/>
                        </a:rPr>
                        <a:t>PostgreSQL, Redshift</a:t>
                      </a:r>
                    </a:p>
                  </a:txBody>
                  <a:tcPr anchor="ctr">
                    <a:solidFill>
                      <a:schemeClr val="bg1"/>
                    </a:solidFill>
                  </a:tcPr>
                </a:tc>
                <a:tc>
                  <a:txBody>
                    <a:bodyPr/>
                    <a:lstStyle/>
                    <a:p>
                      <a:pPr>
                        <a:lnSpc>
                          <a:spcPct val="150000"/>
                        </a:lnSpc>
                        <a:buNone/>
                      </a:pPr>
                      <a:r>
                        <a:rPr lang="en-US" sz="2800" dirty="0">
                          <a:latin typeface="Calibri" panose="020F0502020204030204" pitchFamily="34" charset="0"/>
                          <a:cs typeface="Calibri" panose="020F0502020204030204" pitchFamily="34" charset="0"/>
                        </a:rPr>
                        <a:t>For data analysis and insights</a:t>
                      </a:r>
                    </a:p>
                  </a:txBody>
                  <a:tcPr anchor="ctr">
                    <a:solidFill>
                      <a:schemeClr val="bg1"/>
                    </a:solidFill>
                  </a:tcPr>
                </a:tc>
                <a:extLst>
                  <a:ext uri="{0D108BD9-81ED-4DB2-BD59-A6C34878D82A}">
                    <a16:rowId xmlns:a16="http://schemas.microsoft.com/office/drawing/2014/main" val="581799436"/>
                  </a:ext>
                </a:extLst>
              </a:tr>
            </a:tbl>
          </a:graphicData>
        </a:graphic>
      </p:graphicFrame>
      <p:sp>
        <p:nvSpPr>
          <p:cNvPr id="5" name="Rectangle 1">
            <a:extLst>
              <a:ext uri="{FF2B5EF4-FFF2-40B4-BE49-F238E27FC236}">
                <a16:creationId xmlns:a16="http://schemas.microsoft.com/office/drawing/2014/main" id="{F0C87ED0-C57A-7FD6-02A6-411EC50034C4}"/>
              </a:ext>
            </a:extLst>
          </p:cNvPr>
          <p:cNvSpPr>
            <a:spLocks noChangeArrowheads="1"/>
          </p:cNvSpPr>
          <p:nvPr/>
        </p:nvSpPr>
        <p:spPr bwMode="auto">
          <a:xfrm>
            <a:off x="28690" y="1071038"/>
            <a:ext cx="1608133"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800" b="1" i="0" u="none" strike="noStrike" cap="none" normalizeH="0" baseline="0" dirty="0">
                <a:ln>
                  <a:noFill/>
                </a:ln>
                <a:solidFill>
                  <a:schemeClr val="tx1"/>
                </a:solidFill>
                <a:effectLst/>
                <a:latin typeface="Calibri" panose="020F0502020204030204" pitchFamily="34" charset="0"/>
                <a:cs typeface="Calibri" panose="020F0502020204030204" pitchFamily="34" charset="0"/>
              </a:rPr>
              <a:t>Summary</a:t>
            </a:r>
            <a:endParaRPr kumimoji="0" lang="en-US" altLang="en-US" sz="2800" b="0" i="0" u="none" strike="noStrike" cap="none" normalizeH="0" baseline="0" dirty="0">
              <a:ln>
                <a:noFill/>
              </a:ln>
              <a:solidFill>
                <a:schemeClr val="tx1"/>
              </a:solidFill>
              <a:effectLst/>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86153589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241BF25B-41E2-89FE-1DBB-5AA454295B73}"/>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72B9487C-0DAB-E881-A624-FF45305862FB}"/>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50CF3266-9EDA-6992-DB69-2E95DDD9B8B5}"/>
              </a:ext>
            </a:extLst>
          </p:cNvPr>
          <p:cNvSpPr>
            <a:spLocks noGrp="1"/>
          </p:cNvSpPr>
          <p:nvPr>
            <p:ph type="sldNum" sz="quarter" idx="4"/>
          </p:nvPr>
        </p:nvSpPr>
        <p:spPr/>
        <p:txBody>
          <a:bodyPr/>
          <a:lstStyle/>
          <a:p>
            <a:fld id="{16A89BA3-132D-40E1-AAB4-CDCD0A14C216}" type="slidenum">
              <a:rPr lang="en-AU" smtClean="0"/>
              <a:pPr/>
              <a:t>41</a:t>
            </a:fld>
            <a:r>
              <a:rPr lang="en-AU"/>
              <a:t>  |</a:t>
            </a:r>
            <a:endParaRPr lang="en-AU" dirty="0"/>
          </a:p>
        </p:txBody>
      </p:sp>
      <p:sp>
        <p:nvSpPr>
          <p:cNvPr id="9" name="Text Placeholder 3">
            <a:extLst>
              <a:ext uri="{FF2B5EF4-FFF2-40B4-BE49-F238E27FC236}">
                <a16:creationId xmlns:a16="http://schemas.microsoft.com/office/drawing/2014/main" id="{95E488C2-44A5-20F0-8979-E17897B42CBA}"/>
              </a:ext>
            </a:extLst>
          </p:cNvPr>
          <p:cNvSpPr>
            <a:spLocks noGrp="1"/>
          </p:cNvSpPr>
          <p:nvPr>
            <p:ph type="body" sz="quarter" idx="16"/>
          </p:nvPr>
        </p:nvSpPr>
        <p:spPr>
          <a:xfrm>
            <a:off x="0" y="-1"/>
            <a:ext cx="7849590" cy="935421"/>
          </a:xfrm>
        </p:spPr>
        <p:txBody>
          <a:bodyPr>
            <a:noAutofit/>
          </a:bodyPr>
          <a:lstStyle/>
          <a:p>
            <a:r>
              <a:rPr lang="en-US" sz="3200" dirty="0">
                <a:latin typeface="Calibri" panose="020F0502020204030204" pitchFamily="34" charset="0"/>
                <a:cs typeface="Calibri" panose="020F0502020204030204" pitchFamily="34" charset="0"/>
              </a:rPr>
              <a:t>Common Database Platforms Used in Australia</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A38DE31D-16DC-9542-84D2-201F8565A97B}"/>
              </a:ext>
            </a:extLst>
          </p:cNvPr>
          <p:cNvSpPr txBox="1"/>
          <p:nvPr/>
        </p:nvSpPr>
        <p:spPr>
          <a:xfrm>
            <a:off x="0" y="1338147"/>
            <a:ext cx="8987882" cy="3257174"/>
          </a:xfrm>
          <a:prstGeom prst="rect">
            <a:avLst/>
          </a:prstGeom>
          <a:noFill/>
        </p:spPr>
        <p:txBody>
          <a:bodyPr wrap="square">
            <a:spAutoFit/>
          </a:bodyPr>
          <a:lstStyle/>
          <a:p>
            <a:pPr>
              <a:lnSpc>
                <a:spcPct val="150000"/>
              </a:lnSpc>
              <a:buNone/>
            </a:pPr>
            <a:r>
              <a:rPr lang="en-US" sz="2800" dirty="0">
                <a:latin typeface="Calibri" panose="020F0502020204030204" pitchFamily="34" charset="0"/>
                <a:cs typeface="Calibri" panose="020F0502020204030204" pitchFamily="34" charset="0"/>
              </a:rPr>
              <a:t>What This Means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Small websites and apps → often MySQL</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Business/enterprise systems → often SQL Server or Oracle</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Cloud-first companies → use cloud database services</a:t>
            </a:r>
          </a:p>
        </p:txBody>
      </p:sp>
    </p:spTree>
    <p:extLst>
      <p:ext uri="{BB962C8B-B14F-4D97-AF65-F5344CB8AC3E}">
        <p14:creationId xmlns:p14="http://schemas.microsoft.com/office/powerpoint/2010/main" val="120307204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9096DEC9-88E5-E6C0-138B-678D009C8396}"/>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2CE108E7-6F00-4F67-6481-6A88437F09D5}"/>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801B552F-6E7F-75B0-9B8B-52BB58691BA8}"/>
              </a:ext>
            </a:extLst>
          </p:cNvPr>
          <p:cNvSpPr>
            <a:spLocks noGrp="1"/>
          </p:cNvSpPr>
          <p:nvPr>
            <p:ph type="sldNum" sz="quarter" idx="4"/>
          </p:nvPr>
        </p:nvSpPr>
        <p:spPr/>
        <p:txBody>
          <a:bodyPr/>
          <a:lstStyle/>
          <a:p>
            <a:fld id="{16A89BA3-132D-40E1-AAB4-CDCD0A14C216}" type="slidenum">
              <a:rPr lang="en-AU" smtClean="0"/>
              <a:pPr/>
              <a:t>42</a:t>
            </a:fld>
            <a:r>
              <a:rPr lang="en-AU"/>
              <a:t>  |</a:t>
            </a:r>
            <a:endParaRPr lang="en-AU" dirty="0"/>
          </a:p>
        </p:txBody>
      </p:sp>
      <p:sp>
        <p:nvSpPr>
          <p:cNvPr id="9" name="Text Placeholder 3">
            <a:extLst>
              <a:ext uri="{FF2B5EF4-FFF2-40B4-BE49-F238E27FC236}">
                <a16:creationId xmlns:a16="http://schemas.microsoft.com/office/drawing/2014/main" id="{D6246C1C-2632-25D5-C521-61A0C59DBCF4}"/>
              </a:ext>
            </a:extLst>
          </p:cNvPr>
          <p:cNvSpPr>
            <a:spLocks noGrp="1"/>
          </p:cNvSpPr>
          <p:nvPr>
            <p:ph type="body" sz="quarter" idx="16"/>
          </p:nvPr>
        </p:nvSpPr>
        <p:spPr>
          <a:xfrm>
            <a:off x="0" y="-1"/>
            <a:ext cx="7849590" cy="935421"/>
          </a:xfrm>
        </p:spPr>
        <p:txBody>
          <a:bodyPr>
            <a:noAutofit/>
          </a:bodyPr>
          <a:lstStyle/>
          <a:p>
            <a:r>
              <a:rPr lang="en-US" sz="3200" dirty="0">
                <a:latin typeface="Calibri" panose="020F0502020204030204" pitchFamily="34" charset="0"/>
                <a:cs typeface="Calibri" panose="020F0502020204030204" pitchFamily="34" charset="0"/>
              </a:rPr>
              <a:t>Common Database Platforms Used in Australia</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A03393EF-BA5E-BD2E-AC47-75728FF82DE9}"/>
              </a:ext>
            </a:extLst>
          </p:cNvPr>
          <p:cNvSpPr txBox="1"/>
          <p:nvPr/>
        </p:nvSpPr>
        <p:spPr>
          <a:xfrm>
            <a:off x="0" y="1338147"/>
            <a:ext cx="8987882" cy="2607958"/>
          </a:xfrm>
          <a:prstGeom prst="rect">
            <a:avLst/>
          </a:prstGeom>
          <a:noFill/>
        </p:spPr>
        <p:txBody>
          <a:bodyPr wrap="square">
            <a:spAutoFit/>
          </a:bodyPr>
          <a:lstStyle/>
          <a:p>
            <a:pPr>
              <a:lnSpc>
                <a:spcPct val="150000"/>
              </a:lnSpc>
              <a:buNone/>
            </a:pPr>
            <a:r>
              <a:rPr lang="en-US" sz="2800" dirty="0">
                <a:latin typeface="Calibri" panose="020F0502020204030204" pitchFamily="34" charset="0"/>
                <a:cs typeface="Calibri" panose="020F0502020204030204" pitchFamily="34" charset="0"/>
              </a:rPr>
              <a:t>Companies pick the database based on:</a:t>
            </a:r>
          </a:p>
          <a:p>
            <a:pPr marL="914400" lvl="1" indent="-457200">
              <a:lnSpc>
                <a:spcPct val="150000"/>
              </a:lnSpc>
              <a:buFont typeface="Wingdings" panose="05000000000000000000" pitchFamily="2" charset="2"/>
              <a:buChar char="ü"/>
            </a:pPr>
            <a:r>
              <a:rPr lang="en-US" sz="2800" dirty="0">
                <a:latin typeface="Calibri" panose="020F0502020204030204" pitchFamily="34" charset="0"/>
                <a:cs typeface="Calibri" panose="020F0502020204030204" pitchFamily="34" charset="0"/>
              </a:rPr>
              <a:t>How much data they have</a:t>
            </a:r>
          </a:p>
          <a:p>
            <a:pPr marL="914400" lvl="1" indent="-457200">
              <a:lnSpc>
                <a:spcPct val="150000"/>
              </a:lnSpc>
              <a:buFont typeface="Wingdings" panose="05000000000000000000" pitchFamily="2" charset="2"/>
              <a:buChar char="ü"/>
            </a:pPr>
            <a:r>
              <a:rPr lang="en-US" sz="2800" dirty="0">
                <a:latin typeface="Calibri" panose="020F0502020204030204" pitchFamily="34" charset="0"/>
                <a:cs typeface="Calibri" panose="020F0502020204030204" pitchFamily="34" charset="0"/>
              </a:rPr>
              <a:t>How many users need access</a:t>
            </a:r>
          </a:p>
          <a:p>
            <a:pPr marL="914400" lvl="1" indent="-457200">
              <a:lnSpc>
                <a:spcPct val="150000"/>
              </a:lnSpc>
              <a:buFont typeface="Wingdings" panose="05000000000000000000" pitchFamily="2" charset="2"/>
              <a:buChar char="ü"/>
            </a:pPr>
            <a:r>
              <a:rPr lang="en-US" sz="2800" dirty="0">
                <a:latin typeface="Calibri" panose="020F0502020204030204" pitchFamily="34" charset="0"/>
                <a:cs typeface="Calibri" panose="020F0502020204030204" pitchFamily="34" charset="0"/>
              </a:rPr>
              <a:t>Whether they want on-site servers or cloud setup</a:t>
            </a:r>
          </a:p>
        </p:txBody>
      </p:sp>
    </p:spTree>
    <p:extLst>
      <p:ext uri="{BB962C8B-B14F-4D97-AF65-F5344CB8AC3E}">
        <p14:creationId xmlns:p14="http://schemas.microsoft.com/office/powerpoint/2010/main" val="34607154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DDCCF5CE-0332-2E3E-B4B4-8C70F7EBA736}"/>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4BB1F0C4-E756-6FE2-F626-0E971F67B67E}"/>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58572E53-BF0D-788F-109D-B12CC3E52E82}"/>
              </a:ext>
            </a:extLst>
          </p:cNvPr>
          <p:cNvSpPr>
            <a:spLocks noGrp="1"/>
          </p:cNvSpPr>
          <p:nvPr>
            <p:ph type="sldNum" sz="quarter" idx="4"/>
          </p:nvPr>
        </p:nvSpPr>
        <p:spPr/>
        <p:txBody>
          <a:bodyPr/>
          <a:lstStyle/>
          <a:p>
            <a:fld id="{16A89BA3-132D-40E1-AAB4-CDCD0A14C216}" type="slidenum">
              <a:rPr lang="en-AU" smtClean="0"/>
              <a:pPr/>
              <a:t>43</a:t>
            </a:fld>
            <a:r>
              <a:rPr lang="en-AU"/>
              <a:t>  |</a:t>
            </a:r>
            <a:endParaRPr lang="en-AU" dirty="0"/>
          </a:p>
        </p:txBody>
      </p:sp>
      <p:sp>
        <p:nvSpPr>
          <p:cNvPr id="9" name="Text Placeholder 3">
            <a:extLst>
              <a:ext uri="{FF2B5EF4-FFF2-40B4-BE49-F238E27FC236}">
                <a16:creationId xmlns:a16="http://schemas.microsoft.com/office/drawing/2014/main" id="{5C3456FD-DCCA-C6F3-D3B0-23CE4ED60E70}"/>
              </a:ext>
            </a:extLst>
          </p:cNvPr>
          <p:cNvSpPr>
            <a:spLocks noGrp="1"/>
          </p:cNvSpPr>
          <p:nvPr>
            <p:ph type="body" sz="quarter" idx="16"/>
          </p:nvPr>
        </p:nvSpPr>
        <p:spPr>
          <a:xfrm>
            <a:off x="0" y="0"/>
            <a:ext cx="7849590" cy="840828"/>
          </a:xfrm>
        </p:spPr>
        <p:txBody>
          <a:bodyPr>
            <a:noAutofit/>
          </a:bodyPr>
          <a:lstStyle/>
          <a:p>
            <a:r>
              <a:rPr lang="en-US" sz="3200" dirty="0">
                <a:latin typeface="Calibri" panose="020F0502020204030204" pitchFamily="34" charset="0"/>
                <a:cs typeface="Calibri" panose="020F0502020204030204" pitchFamily="34" charset="0"/>
              </a:rPr>
              <a:t>Career Paths in Data and Database Management</a:t>
            </a:r>
            <a:endParaRPr lang="en-AU" sz="3000" dirty="0">
              <a:latin typeface="Calibri" panose="020F0502020204030204" pitchFamily="34" charset="0"/>
              <a:cs typeface="Calibri" panose="020F0502020204030204" pitchFamily="34" charset="0"/>
            </a:endParaRPr>
          </a:p>
        </p:txBody>
      </p:sp>
      <p:sp>
        <p:nvSpPr>
          <p:cNvPr id="13" name="TextBox 12">
            <a:extLst>
              <a:ext uri="{FF2B5EF4-FFF2-40B4-BE49-F238E27FC236}">
                <a16:creationId xmlns:a16="http://schemas.microsoft.com/office/drawing/2014/main" id="{EEC22CF9-A0F2-88C4-1466-06326AC7292E}"/>
              </a:ext>
            </a:extLst>
          </p:cNvPr>
          <p:cNvSpPr txBox="1"/>
          <p:nvPr/>
        </p:nvSpPr>
        <p:spPr>
          <a:xfrm>
            <a:off x="0" y="1154082"/>
            <a:ext cx="6674069" cy="4549835"/>
          </a:xfrm>
          <a:prstGeom prst="rect">
            <a:avLst/>
          </a:prstGeom>
          <a:solidFill>
            <a:schemeClr val="bg1"/>
          </a:solidFill>
        </p:spPr>
        <p:txBody>
          <a:bodyPr wrap="square">
            <a:spAutoFit/>
          </a:bodyPr>
          <a:lstStyle/>
          <a:p>
            <a:pPr>
              <a:lnSpc>
                <a:spcPct val="150000"/>
              </a:lnSpc>
            </a:pPr>
            <a:r>
              <a:rPr lang="en-US" sz="2800" dirty="0">
                <a:latin typeface="Calibri" panose="020F0502020204030204" pitchFamily="34" charset="0"/>
                <a:cs typeface="Calibri" panose="020F0502020204030204" pitchFamily="34" charset="0"/>
              </a:rPr>
              <a:t>There are many careers in this field.</a:t>
            </a:r>
          </a:p>
          <a:p>
            <a:pPr>
              <a:lnSpc>
                <a:spcPct val="150000"/>
              </a:lnSpc>
            </a:pPr>
            <a:r>
              <a:rPr lang="en-US" sz="2800" b="1" dirty="0">
                <a:latin typeface="Calibri" panose="020F0502020204030204" pitchFamily="34" charset="0"/>
                <a:cs typeface="Calibri" panose="020F0502020204030204" pitchFamily="34" charset="0"/>
              </a:rPr>
              <a:t>1. Database Administrator (DBA)</a:t>
            </a:r>
          </a:p>
          <a:p>
            <a:pPr>
              <a:lnSpc>
                <a:spcPct val="150000"/>
              </a:lnSpc>
            </a:pPr>
            <a:r>
              <a:rPr lang="en-US" sz="2800" dirty="0">
                <a:latin typeface="Calibri" panose="020F0502020204030204" pitchFamily="34" charset="0"/>
                <a:cs typeface="Calibri" panose="020F0502020204030204" pitchFamily="34" charset="0"/>
              </a:rPr>
              <a:t>Responsible for:</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Managing databases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Backup and recovery</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Security</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Performance tuning</a:t>
            </a:r>
          </a:p>
        </p:txBody>
      </p:sp>
    </p:spTree>
    <p:extLst>
      <p:ext uri="{BB962C8B-B14F-4D97-AF65-F5344CB8AC3E}">
        <p14:creationId xmlns:p14="http://schemas.microsoft.com/office/powerpoint/2010/main" val="24075118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000"/>
                                        <p:tgtEl>
                                          <p:spTgt spid="13"/>
                                        </p:tgtEl>
                                      </p:cBhvr>
                                    </p:animEffect>
                                    <p:anim calcmode="lin" valueType="num">
                                      <p:cBhvr>
                                        <p:cTn id="8" dur="1000" fill="hold"/>
                                        <p:tgtEl>
                                          <p:spTgt spid="13"/>
                                        </p:tgtEl>
                                        <p:attrNameLst>
                                          <p:attrName>ppt_x</p:attrName>
                                        </p:attrNameLst>
                                      </p:cBhvr>
                                      <p:tavLst>
                                        <p:tav tm="0">
                                          <p:val>
                                            <p:strVal val="#ppt_x"/>
                                          </p:val>
                                        </p:tav>
                                        <p:tav tm="100000">
                                          <p:val>
                                            <p:strVal val="#ppt_x"/>
                                          </p:val>
                                        </p:tav>
                                      </p:tavLst>
                                    </p:anim>
                                    <p:anim calcmode="lin" valueType="num">
                                      <p:cBhvr>
                                        <p:cTn id="9" dur="1000" fill="hold"/>
                                        <p:tgtEl>
                                          <p:spTgt spid="1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D8A76D82-05BD-0A60-83DB-6D9A2272EE01}"/>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EF67E8B8-88F3-A99A-9F8D-57A79DF8C229}"/>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7CB3E4DC-C096-8F20-21FA-71C6BD5E493D}"/>
              </a:ext>
            </a:extLst>
          </p:cNvPr>
          <p:cNvSpPr>
            <a:spLocks noGrp="1"/>
          </p:cNvSpPr>
          <p:nvPr>
            <p:ph type="sldNum" sz="quarter" idx="4"/>
          </p:nvPr>
        </p:nvSpPr>
        <p:spPr/>
        <p:txBody>
          <a:bodyPr/>
          <a:lstStyle/>
          <a:p>
            <a:fld id="{16A89BA3-132D-40E1-AAB4-CDCD0A14C216}" type="slidenum">
              <a:rPr lang="en-AU" smtClean="0"/>
              <a:pPr/>
              <a:t>44</a:t>
            </a:fld>
            <a:r>
              <a:rPr lang="en-AU"/>
              <a:t>  |</a:t>
            </a:r>
            <a:endParaRPr lang="en-AU" dirty="0"/>
          </a:p>
        </p:txBody>
      </p:sp>
      <p:sp>
        <p:nvSpPr>
          <p:cNvPr id="9" name="Text Placeholder 3">
            <a:extLst>
              <a:ext uri="{FF2B5EF4-FFF2-40B4-BE49-F238E27FC236}">
                <a16:creationId xmlns:a16="http://schemas.microsoft.com/office/drawing/2014/main" id="{B37E1BFB-64C5-B0CC-1A4F-4410F7E65B31}"/>
              </a:ext>
            </a:extLst>
          </p:cNvPr>
          <p:cNvSpPr>
            <a:spLocks noGrp="1"/>
          </p:cNvSpPr>
          <p:nvPr>
            <p:ph type="body" sz="quarter" idx="16"/>
          </p:nvPr>
        </p:nvSpPr>
        <p:spPr>
          <a:xfrm>
            <a:off x="0" y="0"/>
            <a:ext cx="7849590" cy="840828"/>
          </a:xfrm>
        </p:spPr>
        <p:txBody>
          <a:bodyPr>
            <a:noAutofit/>
          </a:bodyPr>
          <a:lstStyle/>
          <a:p>
            <a:r>
              <a:rPr lang="en-US" sz="3200" dirty="0">
                <a:latin typeface="Calibri" panose="020F0502020204030204" pitchFamily="34" charset="0"/>
                <a:cs typeface="Calibri" panose="020F0502020204030204" pitchFamily="34" charset="0"/>
              </a:rPr>
              <a:t>Career Paths in Data and Database Management</a:t>
            </a:r>
            <a:endParaRPr lang="en-AU" sz="3000" dirty="0">
              <a:latin typeface="Calibri" panose="020F0502020204030204" pitchFamily="34" charset="0"/>
              <a:cs typeface="Calibri" panose="020F0502020204030204" pitchFamily="34" charset="0"/>
            </a:endParaRPr>
          </a:p>
        </p:txBody>
      </p:sp>
      <p:sp>
        <p:nvSpPr>
          <p:cNvPr id="13" name="TextBox 12">
            <a:extLst>
              <a:ext uri="{FF2B5EF4-FFF2-40B4-BE49-F238E27FC236}">
                <a16:creationId xmlns:a16="http://schemas.microsoft.com/office/drawing/2014/main" id="{0F770C9E-E9DE-A744-DEAC-D16DB3207E58}"/>
              </a:ext>
            </a:extLst>
          </p:cNvPr>
          <p:cNvSpPr txBox="1"/>
          <p:nvPr/>
        </p:nvSpPr>
        <p:spPr>
          <a:xfrm>
            <a:off x="0" y="1154082"/>
            <a:ext cx="6674069" cy="3257174"/>
          </a:xfrm>
          <a:prstGeom prst="rect">
            <a:avLst/>
          </a:prstGeom>
          <a:solidFill>
            <a:schemeClr val="bg1"/>
          </a:solidFill>
        </p:spPr>
        <p:txBody>
          <a:bodyPr wrap="square">
            <a:spAutoFit/>
          </a:bodyPr>
          <a:lstStyle/>
          <a:p>
            <a:pPr>
              <a:lnSpc>
                <a:spcPct val="150000"/>
              </a:lnSpc>
            </a:pPr>
            <a:r>
              <a:rPr lang="en-US" sz="2800" b="1" dirty="0">
                <a:latin typeface="Calibri" panose="020F0502020204030204" pitchFamily="34" charset="0"/>
                <a:cs typeface="Calibri" panose="020F0502020204030204" pitchFamily="34" charset="0"/>
              </a:rPr>
              <a:t>2. Data Analyst</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Analyzes data</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Creates reports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Finds patterns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Helps decision-making</a:t>
            </a:r>
          </a:p>
        </p:txBody>
      </p:sp>
    </p:spTree>
    <p:extLst>
      <p:ext uri="{BB962C8B-B14F-4D97-AF65-F5344CB8AC3E}">
        <p14:creationId xmlns:p14="http://schemas.microsoft.com/office/powerpoint/2010/main" val="54501770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F0BD57A2-0215-C52B-BC06-FBCC2DE5363D}"/>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22E0FD32-2C5A-E3E4-44C2-85159C24FF3C}"/>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C907F0D1-13B6-0B1E-137C-2AD50698F7C9}"/>
              </a:ext>
            </a:extLst>
          </p:cNvPr>
          <p:cNvSpPr>
            <a:spLocks noGrp="1"/>
          </p:cNvSpPr>
          <p:nvPr>
            <p:ph type="sldNum" sz="quarter" idx="4"/>
          </p:nvPr>
        </p:nvSpPr>
        <p:spPr/>
        <p:txBody>
          <a:bodyPr/>
          <a:lstStyle/>
          <a:p>
            <a:fld id="{16A89BA3-132D-40E1-AAB4-CDCD0A14C216}" type="slidenum">
              <a:rPr lang="en-AU" smtClean="0"/>
              <a:pPr/>
              <a:t>45</a:t>
            </a:fld>
            <a:r>
              <a:rPr lang="en-AU"/>
              <a:t>  |</a:t>
            </a:r>
            <a:endParaRPr lang="en-AU" dirty="0"/>
          </a:p>
        </p:txBody>
      </p:sp>
      <p:sp>
        <p:nvSpPr>
          <p:cNvPr id="9" name="Text Placeholder 3">
            <a:extLst>
              <a:ext uri="{FF2B5EF4-FFF2-40B4-BE49-F238E27FC236}">
                <a16:creationId xmlns:a16="http://schemas.microsoft.com/office/drawing/2014/main" id="{A6265570-A87B-AD2D-5D13-7AF03EE9FAAD}"/>
              </a:ext>
            </a:extLst>
          </p:cNvPr>
          <p:cNvSpPr>
            <a:spLocks noGrp="1"/>
          </p:cNvSpPr>
          <p:nvPr>
            <p:ph type="body" sz="quarter" idx="16"/>
          </p:nvPr>
        </p:nvSpPr>
        <p:spPr>
          <a:xfrm>
            <a:off x="0" y="0"/>
            <a:ext cx="7849590" cy="840828"/>
          </a:xfrm>
        </p:spPr>
        <p:txBody>
          <a:bodyPr>
            <a:noAutofit/>
          </a:bodyPr>
          <a:lstStyle/>
          <a:p>
            <a:r>
              <a:rPr lang="en-US" sz="3200" dirty="0">
                <a:latin typeface="Calibri" panose="020F0502020204030204" pitchFamily="34" charset="0"/>
                <a:cs typeface="Calibri" panose="020F0502020204030204" pitchFamily="34" charset="0"/>
              </a:rPr>
              <a:t>Career Paths in Data and Database Management</a:t>
            </a:r>
            <a:endParaRPr lang="en-AU" sz="3000" dirty="0">
              <a:latin typeface="Calibri" panose="020F0502020204030204" pitchFamily="34" charset="0"/>
              <a:cs typeface="Calibri" panose="020F0502020204030204" pitchFamily="34" charset="0"/>
            </a:endParaRPr>
          </a:p>
        </p:txBody>
      </p:sp>
      <p:sp>
        <p:nvSpPr>
          <p:cNvPr id="13" name="TextBox 12">
            <a:extLst>
              <a:ext uri="{FF2B5EF4-FFF2-40B4-BE49-F238E27FC236}">
                <a16:creationId xmlns:a16="http://schemas.microsoft.com/office/drawing/2014/main" id="{8818C536-54AD-9FE2-3892-BF716AD17979}"/>
              </a:ext>
            </a:extLst>
          </p:cNvPr>
          <p:cNvSpPr txBox="1"/>
          <p:nvPr/>
        </p:nvSpPr>
        <p:spPr>
          <a:xfrm>
            <a:off x="0" y="1154082"/>
            <a:ext cx="6674069" cy="2610843"/>
          </a:xfrm>
          <a:prstGeom prst="rect">
            <a:avLst/>
          </a:prstGeom>
          <a:solidFill>
            <a:schemeClr val="bg1"/>
          </a:solidFill>
        </p:spPr>
        <p:txBody>
          <a:bodyPr wrap="square">
            <a:spAutoFit/>
          </a:bodyPr>
          <a:lstStyle/>
          <a:p>
            <a:pPr>
              <a:lnSpc>
                <a:spcPct val="150000"/>
              </a:lnSpc>
            </a:pPr>
            <a:r>
              <a:rPr lang="en-US" sz="2800" b="1" dirty="0">
                <a:latin typeface="Calibri" panose="020F0502020204030204" pitchFamily="34" charset="0"/>
                <a:cs typeface="Calibri" panose="020F0502020204030204" pitchFamily="34" charset="0"/>
              </a:rPr>
              <a:t>3. Data Scientist</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Uses statistics and machine learning</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Builds prediction models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Works with big data</a:t>
            </a:r>
          </a:p>
        </p:txBody>
      </p:sp>
    </p:spTree>
    <p:extLst>
      <p:ext uri="{BB962C8B-B14F-4D97-AF65-F5344CB8AC3E}">
        <p14:creationId xmlns:p14="http://schemas.microsoft.com/office/powerpoint/2010/main" val="132274714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D80C1EA5-8BF0-F181-246C-280BE28D44CF}"/>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6D23208F-1D1A-3718-8358-B4800F5C2D5A}"/>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B0B213CC-D4D5-601D-AC12-7BACC2C7794E}"/>
              </a:ext>
            </a:extLst>
          </p:cNvPr>
          <p:cNvSpPr>
            <a:spLocks noGrp="1"/>
          </p:cNvSpPr>
          <p:nvPr>
            <p:ph type="sldNum" sz="quarter" idx="4"/>
          </p:nvPr>
        </p:nvSpPr>
        <p:spPr/>
        <p:txBody>
          <a:bodyPr/>
          <a:lstStyle/>
          <a:p>
            <a:fld id="{16A89BA3-132D-40E1-AAB4-CDCD0A14C216}" type="slidenum">
              <a:rPr lang="en-AU" smtClean="0"/>
              <a:pPr/>
              <a:t>46</a:t>
            </a:fld>
            <a:r>
              <a:rPr lang="en-AU"/>
              <a:t>  |</a:t>
            </a:r>
            <a:endParaRPr lang="en-AU" dirty="0"/>
          </a:p>
        </p:txBody>
      </p:sp>
      <p:sp>
        <p:nvSpPr>
          <p:cNvPr id="9" name="Text Placeholder 3">
            <a:extLst>
              <a:ext uri="{FF2B5EF4-FFF2-40B4-BE49-F238E27FC236}">
                <a16:creationId xmlns:a16="http://schemas.microsoft.com/office/drawing/2014/main" id="{0BA043B9-F3EF-557E-CB87-729B38AB64AC}"/>
              </a:ext>
            </a:extLst>
          </p:cNvPr>
          <p:cNvSpPr>
            <a:spLocks noGrp="1"/>
          </p:cNvSpPr>
          <p:nvPr>
            <p:ph type="body" sz="quarter" idx="16"/>
          </p:nvPr>
        </p:nvSpPr>
        <p:spPr>
          <a:xfrm>
            <a:off x="0" y="0"/>
            <a:ext cx="7849590" cy="840828"/>
          </a:xfrm>
        </p:spPr>
        <p:txBody>
          <a:bodyPr>
            <a:noAutofit/>
          </a:bodyPr>
          <a:lstStyle/>
          <a:p>
            <a:r>
              <a:rPr lang="en-US" sz="3200" dirty="0">
                <a:latin typeface="Calibri" panose="020F0502020204030204" pitchFamily="34" charset="0"/>
                <a:cs typeface="Calibri" panose="020F0502020204030204" pitchFamily="34" charset="0"/>
              </a:rPr>
              <a:t>Career Paths in Data and Database Management</a:t>
            </a:r>
            <a:endParaRPr lang="en-AU" sz="3000" dirty="0">
              <a:latin typeface="Calibri" panose="020F0502020204030204" pitchFamily="34" charset="0"/>
              <a:cs typeface="Calibri" panose="020F0502020204030204" pitchFamily="34" charset="0"/>
            </a:endParaRPr>
          </a:p>
        </p:txBody>
      </p:sp>
      <p:sp>
        <p:nvSpPr>
          <p:cNvPr id="13" name="TextBox 12">
            <a:extLst>
              <a:ext uri="{FF2B5EF4-FFF2-40B4-BE49-F238E27FC236}">
                <a16:creationId xmlns:a16="http://schemas.microsoft.com/office/drawing/2014/main" id="{0237462A-44C2-8A6A-9301-C70F0DB44AA1}"/>
              </a:ext>
            </a:extLst>
          </p:cNvPr>
          <p:cNvSpPr txBox="1"/>
          <p:nvPr/>
        </p:nvSpPr>
        <p:spPr>
          <a:xfrm>
            <a:off x="0" y="1154082"/>
            <a:ext cx="6674069" cy="2610843"/>
          </a:xfrm>
          <a:prstGeom prst="rect">
            <a:avLst/>
          </a:prstGeom>
          <a:solidFill>
            <a:schemeClr val="bg1"/>
          </a:solidFill>
        </p:spPr>
        <p:txBody>
          <a:bodyPr wrap="square">
            <a:spAutoFit/>
          </a:bodyPr>
          <a:lstStyle/>
          <a:p>
            <a:pPr>
              <a:lnSpc>
                <a:spcPct val="150000"/>
              </a:lnSpc>
            </a:pPr>
            <a:r>
              <a:rPr lang="en-US" sz="2800" b="1" dirty="0">
                <a:latin typeface="Calibri" panose="020F0502020204030204" pitchFamily="34" charset="0"/>
                <a:cs typeface="Calibri" panose="020F0502020204030204" pitchFamily="34" charset="0"/>
              </a:rPr>
              <a:t>4. Database Developer</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Designs databases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Writes SQL queries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Creates stored procedures</a:t>
            </a:r>
          </a:p>
        </p:txBody>
      </p:sp>
    </p:spTree>
    <p:extLst>
      <p:ext uri="{BB962C8B-B14F-4D97-AF65-F5344CB8AC3E}">
        <p14:creationId xmlns:p14="http://schemas.microsoft.com/office/powerpoint/2010/main" val="346776707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C3278C78-F31D-FD16-1705-542CD0389EA9}"/>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49F33EDA-5F71-10C2-2521-1571CC41D368}"/>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48E0B4BE-A080-C644-73E6-8FEFE2DC5DED}"/>
              </a:ext>
            </a:extLst>
          </p:cNvPr>
          <p:cNvSpPr>
            <a:spLocks noGrp="1"/>
          </p:cNvSpPr>
          <p:nvPr>
            <p:ph type="sldNum" sz="quarter" idx="4"/>
          </p:nvPr>
        </p:nvSpPr>
        <p:spPr/>
        <p:txBody>
          <a:bodyPr/>
          <a:lstStyle/>
          <a:p>
            <a:fld id="{16A89BA3-132D-40E1-AAB4-CDCD0A14C216}" type="slidenum">
              <a:rPr lang="en-AU" smtClean="0"/>
              <a:pPr/>
              <a:t>47</a:t>
            </a:fld>
            <a:r>
              <a:rPr lang="en-AU"/>
              <a:t>  |</a:t>
            </a:r>
            <a:endParaRPr lang="en-AU" dirty="0"/>
          </a:p>
        </p:txBody>
      </p:sp>
      <p:sp>
        <p:nvSpPr>
          <p:cNvPr id="9" name="Text Placeholder 3">
            <a:extLst>
              <a:ext uri="{FF2B5EF4-FFF2-40B4-BE49-F238E27FC236}">
                <a16:creationId xmlns:a16="http://schemas.microsoft.com/office/drawing/2014/main" id="{4442703C-7AF8-D8F7-53ED-0282578CD5D9}"/>
              </a:ext>
            </a:extLst>
          </p:cNvPr>
          <p:cNvSpPr>
            <a:spLocks noGrp="1"/>
          </p:cNvSpPr>
          <p:nvPr>
            <p:ph type="body" sz="quarter" idx="16"/>
          </p:nvPr>
        </p:nvSpPr>
        <p:spPr>
          <a:xfrm>
            <a:off x="0" y="0"/>
            <a:ext cx="7849590" cy="840828"/>
          </a:xfrm>
        </p:spPr>
        <p:txBody>
          <a:bodyPr>
            <a:noAutofit/>
          </a:bodyPr>
          <a:lstStyle/>
          <a:p>
            <a:r>
              <a:rPr lang="en-US" sz="3200" dirty="0">
                <a:latin typeface="Calibri" panose="020F0502020204030204" pitchFamily="34" charset="0"/>
                <a:cs typeface="Calibri" panose="020F0502020204030204" pitchFamily="34" charset="0"/>
              </a:rPr>
              <a:t>Career Paths in Data and Database Management</a:t>
            </a:r>
            <a:endParaRPr lang="en-AU" sz="3000" dirty="0">
              <a:latin typeface="Calibri" panose="020F0502020204030204" pitchFamily="34" charset="0"/>
              <a:cs typeface="Calibri" panose="020F0502020204030204" pitchFamily="34" charset="0"/>
            </a:endParaRPr>
          </a:p>
        </p:txBody>
      </p:sp>
      <p:sp>
        <p:nvSpPr>
          <p:cNvPr id="13" name="TextBox 12">
            <a:extLst>
              <a:ext uri="{FF2B5EF4-FFF2-40B4-BE49-F238E27FC236}">
                <a16:creationId xmlns:a16="http://schemas.microsoft.com/office/drawing/2014/main" id="{09498944-2B46-36A9-626A-728B0223C101}"/>
              </a:ext>
            </a:extLst>
          </p:cNvPr>
          <p:cNvSpPr txBox="1"/>
          <p:nvPr/>
        </p:nvSpPr>
        <p:spPr>
          <a:xfrm>
            <a:off x="0" y="1154082"/>
            <a:ext cx="6674069" cy="2610843"/>
          </a:xfrm>
          <a:prstGeom prst="rect">
            <a:avLst/>
          </a:prstGeom>
          <a:solidFill>
            <a:schemeClr val="bg1"/>
          </a:solidFill>
        </p:spPr>
        <p:txBody>
          <a:bodyPr wrap="square">
            <a:spAutoFit/>
          </a:bodyPr>
          <a:lstStyle/>
          <a:p>
            <a:pPr>
              <a:lnSpc>
                <a:spcPct val="150000"/>
              </a:lnSpc>
            </a:pPr>
            <a:r>
              <a:rPr lang="en-US" sz="2800" b="1" dirty="0">
                <a:latin typeface="Calibri" panose="020F0502020204030204" pitchFamily="34" charset="0"/>
                <a:cs typeface="Calibri" panose="020F0502020204030204" pitchFamily="34" charset="0"/>
              </a:rPr>
              <a:t>5. Data Engineer</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Builds data pipelines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Manages big data systems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Works with cloud databases</a:t>
            </a:r>
          </a:p>
        </p:txBody>
      </p:sp>
    </p:spTree>
    <p:extLst>
      <p:ext uri="{BB962C8B-B14F-4D97-AF65-F5344CB8AC3E}">
        <p14:creationId xmlns:p14="http://schemas.microsoft.com/office/powerpoint/2010/main" val="136617274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54A16A2E-D968-B5C4-7677-BC025A0801B4}"/>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CB541C74-1C77-5285-9127-BC098E24EC43}"/>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46777498-7E14-3E36-8A50-ECD147E070F8}"/>
              </a:ext>
            </a:extLst>
          </p:cNvPr>
          <p:cNvSpPr>
            <a:spLocks noGrp="1"/>
          </p:cNvSpPr>
          <p:nvPr>
            <p:ph type="sldNum" sz="quarter" idx="4"/>
          </p:nvPr>
        </p:nvSpPr>
        <p:spPr/>
        <p:txBody>
          <a:bodyPr/>
          <a:lstStyle/>
          <a:p>
            <a:fld id="{16A89BA3-132D-40E1-AAB4-CDCD0A14C216}" type="slidenum">
              <a:rPr lang="en-AU" smtClean="0"/>
              <a:pPr/>
              <a:t>48</a:t>
            </a:fld>
            <a:r>
              <a:rPr lang="en-AU"/>
              <a:t>  |</a:t>
            </a:r>
            <a:endParaRPr lang="en-AU" dirty="0"/>
          </a:p>
        </p:txBody>
      </p:sp>
      <p:sp>
        <p:nvSpPr>
          <p:cNvPr id="9" name="Text Placeholder 3">
            <a:extLst>
              <a:ext uri="{FF2B5EF4-FFF2-40B4-BE49-F238E27FC236}">
                <a16:creationId xmlns:a16="http://schemas.microsoft.com/office/drawing/2014/main" id="{26D76D6D-8B7B-ED0A-A612-5D5CCEF9A4E0}"/>
              </a:ext>
            </a:extLst>
          </p:cNvPr>
          <p:cNvSpPr>
            <a:spLocks noGrp="1"/>
          </p:cNvSpPr>
          <p:nvPr>
            <p:ph type="body" sz="quarter" idx="16"/>
          </p:nvPr>
        </p:nvSpPr>
        <p:spPr>
          <a:xfrm>
            <a:off x="0" y="0"/>
            <a:ext cx="7849590" cy="840828"/>
          </a:xfrm>
        </p:spPr>
        <p:txBody>
          <a:bodyPr>
            <a:noAutofit/>
          </a:bodyPr>
          <a:lstStyle/>
          <a:p>
            <a:r>
              <a:rPr lang="en-US" sz="3200" dirty="0">
                <a:latin typeface="Calibri" panose="020F0502020204030204" pitchFamily="34" charset="0"/>
                <a:cs typeface="Calibri" panose="020F0502020204030204" pitchFamily="34" charset="0"/>
              </a:rPr>
              <a:t>Career Paths in Data and Database Management</a:t>
            </a:r>
            <a:endParaRPr lang="en-AU" sz="3000" dirty="0">
              <a:latin typeface="Calibri" panose="020F0502020204030204" pitchFamily="34" charset="0"/>
              <a:cs typeface="Calibri" panose="020F0502020204030204" pitchFamily="34" charset="0"/>
            </a:endParaRPr>
          </a:p>
        </p:txBody>
      </p:sp>
      <p:sp>
        <p:nvSpPr>
          <p:cNvPr id="13" name="TextBox 12">
            <a:extLst>
              <a:ext uri="{FF2B5EF4-FFF2-40B4-BE49-F238E27FC236}">
                <a16:creationId xmlns:a16="http://schemas.microsoft.com/office/drawing/2014/main" id="{3840AA4A-77E9-FE04-0389-3F84E8568EA5}"/>
              </a:ext>
            </a:extLst>
          </p:cNvPr>
          <p:cNvSpPr txBox="1"/>
          <p:nvPr/>
        </p:nvSpPr>
        <p:spPr>
          <a:xfrm>
            <a:off x="0" y="1154082"/>
            <a:ext cx="6674069" cy="2610843"/>
          </a:xfrm>
          <a:prstGeom prst="rect">
            <a:avLst/>
          </a:prstGeom>
          <a:solidFill>
            <a:schemeClr val="bg1"/>
          </a:solidFill>
        </p:spPr>
        <p:txBody>
          <a:bodyPr wrap="square">
            <a:spAutoFit/>
          </a:bodyPr>
          <a:lstStyle/>
          <a:p>
            <a:pPr>
              <a:lnSpc>
                <a:spcPct val="150000"/>
              </a:lnSpc>
            </a:pPr>
            <a:r>
              <a:rPr lang="en-US" sz="2800" b="1" dirty="0">
                <a:latin typeface="Calibri" panose="020F0502020204030204" pitchFamily="34" charset="0"/>
                <a:cs typeface="Calibri" panose="020F0502020204030204" pitchFamily="34" charset="0"/>
              </a:rPr>
              <a:t>6. Business Intelligence (BI) Developer</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Creates dashboards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Visualizes data</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Supports management decisions</a:t>
            </a:r>
          </a:p>
        </p:txBody>
      </p:sp>
    </p:spTree>
    <p:extLst>
      <p:ext uri="{BB962C8B-B14F-4D97-AF65-F5344CB8AC3E}">
        <p14:creationId xmlns:p14="http://schemas.microsoft.com/office/powerpoint/2010/main" val="92681910"/>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C3509D60-015A-4004-EE18-D1793B967560}"/>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E25547D8-41FA-C0A3-FF6F-897094BE7743}"/>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25BA8E62-97BD-1C05-F4B7-68742B1C61C1}"/>
              </a:ext>
            </a:extLst>
          </p:cNvPr>
          <p:cNvSpPr>
            <a:spLocks noGrp="1"/>
          </p:cNvSpPr>
          <p:nvPr>
            <p:ph type="sldNum" sz="quarter" idx="4"/>
          </p:nvPr>
        </p:nvSpPr>
        <p:spPr/>
        <p:txBody>
          <a:bodyPr/>
          <a:lstStyle/>
          <a:p>
            <a:fld id="{16A89BA3-132D-40E1-AAB4-CDCD0A14C216}" type="slidenum">
              <a:rPr lang="en-AU" smtClean="0"/>
              <a:pPr/>
              <a:t>49</a:t>
            </a:fld>
            <a:r>
              <a:rPr lang="en-AU"/>
              <a:t>  |</a:t>
            </a:r>
            <a:endParaRPr lang="en-AU" dirty="0"/>
          </a:p>
        </p:txBody>
      </p:sp>
      <p:sp>
        <p:nvSpPr>
          <p:cNvPr id="9" name="Text Placeholder 3">
            <a:extLst>
              <a:ext uri="{FF2B5EF4-FFF2-40B4-BE49-F238E27FC236}">
                <a16:creationId xmlns:a16="http://schemas.microsoft.com/office/drawing/2014/main" id="{189A0459-7A82-5528-87C3-30B6966BE954}"/>
              </a:ext>
            </a:extLst>
          </p:cNvPr>
          <p:cNvSpPr>
            <a:spLocks noGrp="1"/>
          </p:cNvSpPr>
          <p:nvPr>
            <p:ph type="body" sz="quarter" idx="16"/>
          </p:nvPr>
        </p:nvSpPr>
        <p:spPr>
          <a:xfrm>
            <a:off x="0" y="0"/>
            <a:ext cx="7849590" cy="843148"/>
          </a:xfrm>
        </p:spPr>
        <p:txBody>
          <a:bodyPr>
            <a:noAutofit/>
          </a:bodyPr>
          <a:lstStyle/>
          <a:p>
            <a:r>
              <a:rPr lang="en-US" sz="3200" dirty="0">
                <a:latin typeface="Calibri" panose="020F0502020204030204" pitchFamily="34" charset="0"/>
                <a:cs typeface="Calibri" panose="020F0502020204030204" pitchFamily="34" charset="0"/>
              </a:rPr>
              <a:t>Career Paths in Data and Database Management</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C97228F1-6B33-2F4C-DB09-913FB1725DEF}"/>
              </a:ext>
            </a:extLst>
          </p:cNvPr>
          <p:cNvSpPr txBox="1"/>
          <p:nvPr/>
        </p:nvSpPr>
        <p:spPr>
          <a:xfrm>
            <a:off x="0" y="1078726"/>
            <a:ext cx="9144000" cy="4549835"/>
          </a:xfrm>
          <a:prstGeom prst="rect">
            <a:avLst/>
          </a:prstGeom>
          <a:solidFill>
            <a:schemeClr val="bg1"/>
          </a:solidFill>
        </p:spPr>
        <p:txBody>
          <a:bodyPr wrap="square">
            <a:spAutoFit/>
          </a:bodyPr>
          <a:lstStyle/>
          <a:p>
            <a:pPr>
              <a:lnSpc>
                <a:spcPct val="150000"/>
              </a:lnSpc>
            </a:pPr>
            <a:r>
              <a:rPr lang="en-US" sz="2800" dirty="0">
                <a:latin typeface="Calibri" panose="020F0502020204030204" pitchFamily="34" charset="0"/>
                <a:cs typeface="Calibri" panose="020F0502020204030204" pitchFamily="34" charset="0"/>
              </a:rPr>
              <a:t>Analogy:</a:t>
            </a:r>
            <a:br>
              <a:rPr lang="en-US" sz="2800" dirty="0">
                <a:latin typeface="Calibri" panose="020F0502020204030204" pitchFamily="34" charset="0"/>
                <a:cs typeface="Calibri" panose="020F0502020204030204" pitchFamily="34" charset="0"/>
              </a:rPr>
            </a:br>
            <a:r>
              <a:rPr lang="en-US" sz="2800" dirty="0">
                <a:latin typeface="Calibri" panose="020F0502020204030204" pitchFamily="34" charset="0"/>
                <a:cs typeface="Calibri" panose="020F0502020204030204" pitchFamily="34" charset="0"/>
              </a:rPr>
              <a:t>If a database is a hospital, the:</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DBA = technician</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Analyst = doctor reading reports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Scientist = researcher</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Architect or Data Engineer = engineer designing hospital layout</a:t>
            </a:r>
          </a:p>
        </p:txBody>
      </p:sp>
    </p:spTree>
    <p:extLst>
      <p:ext uri="{BB962C8B-B14F-4D97-AF65-F5344CB8AC3E}">
        <p14:creationId xmlns:p14="http://schemas.microsoft.com/office/powerpoint/2010/main" val="251976536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B5823FE9-8558-D85F-BF8F-95D6D9FA8F1D}"/>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835D9269-4DB6-C186-37E2-0BFEFC913EBD}"/>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7285DAFD-FAFC-7533-2303-1734F64975E9}"/>
              </a:ext>
            </a:extLst>
          </p:cNvPr>
          <p:cNvSpPr>
            <a:spLocks noGrp="1"/>
          </p:cNvSpPr>
          <p:nvPr>
            <p:ph type="sldNum" sz="quarter" idx="4"/>
          </p:nvPr>
        </p:nvSpPr>
        <p:spPr/>
        <p:txBody>
          <a:bodyPr/>
          <a:lstStyle/>
          <a:p>
            <a:fld id="{16A89BA3-132D-40E1-AAB4-CDCD0A14C216}" type="slidenum">
              <a:rPr lang="en-AU" smtClean="0"/>
              <a:pPr/>
              <a:t>50</a:t>
            </a:fld>
            <a:r>
              <a:rPr lang="en-AU"/>
              <a:t>  |</a:t>
            </a:r>
            <a:endParaRPr lang="en-AU" dirty="0"/>
          </a:p>
        </p:txBody>
      </p:sp>
      <p:sp>
        <p:nvSpPr>
          <p:cNvPr id="9" name="Text Placeholder 3">
            <a:extLst>
              <a:ext uri="{FF2B5EF4-FFF2-40B4-BE49-F238E27FC236}">
                <a16:creationId xmlns:a16="http://schemas.microsoft.com/office/drawing/2014/main" id="{69797E28-FBF2-CF87-D3B3-3BF752466B2F}"/>
              </a:ext>
            </a:extLst>
          </p:cNvPr>
          <p:cNvSpPr>
            <a:spLocks noGrp="1"/>
          </p:cNvSpPr>
          <p:nvPr>
            <p:ph type="body" sz="quarter" idx="16"/>
          </p:nvPr>
        </p:nvSpPr>
        <p:spPr>
          <a:xfrm>
            <a:off x="0" y="0"/>
            <a:ext cx="7849590" cy="840828"/>
          </a:xfrm>
        </p:spPr>
        <p:txBody>
          <a:bodyPr>
            <a:noAutofit/>
          </a:bodyPr>
          <a:lstStyle/>
          <a:p>
            <a:r>
              <a:rPr lang="en-US" sz="3200" dirty="0">
                <a:latin typeface="Calibri" panose="020F0502020204030204" pitchFamily="34" charset="0"/>
                <a:cs typeface="Calibri" panose="020F0502020204030204" pitchFamily="34" charset="0"/>
              </a:rPr>
              <a:t>Career Paths in Data and Database Management</a:t>
            </a:r>
            <a:endParaRPr lang="en-AU" sz="3000" dirty="0">
              <a:latin typeface="Calibri" panose="020F0502020204030204" pitchFamily="34" charset="0"/>
              <a:cs typeface="Calibri" panose="020F0502020204030204" pitchFamily="34" charset="0"/>
            </a:endParaRPr>
          </a:p>
        </p:txBody>
      </p:sp>
      <p:sp>
        <p:nvSpPr>
          <p:cNvPr id="13" name="TextBox 12">
            <a:extLst>
              <a:ext uri="{FF2B5EF4-FFF2-40B4-BE49-F238E27FC236}">
                <a16:creationId xmlns:a16="http://schemas.microsoft.com/office/drawing/2014/main" id="{C662DB89-AF85-84E5-C160-54B051099625}"/>
              </a:ext>
            </a:extLst>
          </p:cNvPr>
          <p:cNvSpPr txBox="1"/>
          <p:nvPr/>
        </p:nvSpPr>
        <p:spPr>
          <a:xfrm>
            <a:off x="0" y="1154082"/>
            <a:ext cx="6674069" cy="3903504"/>
          </a:xfrm>
          <a:prstGeom prst="rect">
            <a:avLst/>
          </a:prstGeom>
          <a:solidFill>
            <a:schemeClr val="bg1"/>
          </a:solidFill>
        </p:spPr>
        <p:txBody>
          <a:bodyPr wrap="square">
            <a:spAutoFit/>
          </a:bodyPr>
          <a:lstStyle/>
          <a:p>
            <a:pPr>
              <a:lnSpc>
                <a:spcPct val="150000"/>
              </a:lnSpc>
            </a:pPr>
            <a:r>
              <a:rPr lang="en-US" sz="2800" b="1" dirty="0">
                <a:latin typeface="Calibri" panose="020F0502020204030204" pitchFamily="34" charset="0"/>
                <a:cs typeface="Calibri" panose="020F0502020204030204" pitchFamily="34" charset="0"/>
              </a:rPr>
              <a:t>Skills Needed</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SQL</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Data modeling</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Basic programming</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Analytical thinking</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Problem solving</a:t>
            </a:r>
          </a:p>
        </p:txBody>
      </p:sp>
    </p:spTree>
    <p:extLst>
      <p:ext uri="{BB962C8B-B14F-4D97-AF65-F5344CB8AC3E}">
        <p14:creationId xmlns:p14="http://schemas.microsoft.com/office/powerpoint/2010/main" val="170531066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A6E68D5C-FEB1-E811-D823-A88DB35737B8}"/>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AD4E16CA-8E2E-1A41-2E52-C1E38DF749DB}"/>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6F050E75-477A-E213-11B6-A0DCF0812BFF}"/>
              </a:ext>
            </a:extLst>
          </p:cNvPr>
          <p:cNvSpPr>
            <a:spLocks noGrp="1"/>
          </p:cNvSpPr>
          <p:nvPr>
            <p:ph type="sldNum" sz="quarter" idx="4"/>
          </p:nvPr>
        </p:nvSpPr>
        <p:spPr/>
        <p:txBody>
          <a:bodyPr/>
          <a:lstStyle/>
          <a:p>
            <a:fld id="{16A89BA3-132D-40E1-AAB4-CDCD0A14C216}" type="slidenum">
              <a:rPr lang="en-AU" smtClean="0"/>
              <a:pPr/>
              <a:t>51</a:t>
            </a:fld>
            <a:r>
              <a:rPr lang="en-AU"/>
              <a:t>  |</a:t>
            </a:r>
            <a:endParaRPr lang="en-AU" dirty="0"/>
          </a:p>
        </p:txBody>
      </p:sp>
      <p:sp>
        <p:nvSpPr>
          <p:cNvPr id="9" name="Text Placeholder 3">
            <a:extLst>
              <a:ext uri="{FF2B5EF4-FFF2-40B4-BE49-F238E27FC236}">
                <a16:creationId xmlns:a16="http://schemas.microsoft.com/office/drawing/2014/main" id="{C870CF84-4642-EDBE-9D12-0D422FE5B110}"/>
              </a:ext>
            </a:extLst>
          </p:cNvPr>
          <p:cNvSpPr>
            <a:spLocks noGrp="1"/>
          </p:cNvSpPr>
          <p:nvPr>
            <p:ph type="body" sz="quarter" idx="16"/>
          </p:nvPr>
        </p:nvSpPr>
        <p:spPr>
          <a:xfrm>
            <a:off x="0" y="0"/>
            <a:ext cx="7849590" cy="525517"/>
          </a:xfrm>
        </p:spPr>
        <p:txBody>
          <a:bodyPr>
            <a:noAutofit/>
          </a:bodyPr>
          <a:lstStyle/>
          <a:p>
            <a:r>
              <a:rPr lang="en-US" sz="3200" dirty="0">
                <a:latin typeface="Calibri" panose="020F0502020204030204" pitchFamily="34" charset="0"/>
                <a:cs typeface="Calibri" panose="020F0502020204030204" pitchFamily="34" charset="0"/>
              </a:rPr>
              <a:t>Key Takeaways</a:t>
            </a:r>
            <a:endParaRPr lang="en-AU" sz="3000" dirty="0">
              <a:latin typeface="Calibri" panose="020F0502020204030204" pitchFamily="34" charset="0"/>
              <a:cs typeface="Calibri" panose="020F0502020204030204" pitchFamily="34" charset="0"/>
            </a:endParaRPr>
          </a:p>
        </p:txBody>
      </p:sp>
      <p:sp>
        <p:nvSpPr>
          <p:cNvPr id="13" name="TextBox 12">
            <a:extLst>
              <a:ext uri="{FF2B5EF4-FFF2-40B4-BE49-F238E27FC236}">
                <a16:creationId xmlns:a16="http://schemas.microsoft.com/office/drawing/2014/main" id="{9CD71C4F-3EB1-A0D6-1E35-F9350ACFEF04}"/>
              </a:ext>
            </a:extLst>
          </p:cNvPr>
          <p:cNvSpPr txBox="1"/>
          <p:nvPr/>
        </p:nvSpPr>
        <p:spPr>
          <a:xfrm>
            <a:off x="0" y="1154082"/>
            <a:ext cx="9144000" cy="3257174"/>
          </a:xfrm>
          <a:prstGeom prst="rect">
            <a:avLst/>
          </a:prstGeom>
          <a:solidFill>
            <a:schemeClr val="bg1"/>
          </a:solidFill>
        </p:spPr>
        <p:txBody>
          <a:bodyPr wrap="square">
            <a:spAutoFit/>
          </a:bodyPr>
          <a:lstStyle/>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Data = raw facts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Information = processed data</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Databases store structured data</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 manages databases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Many career opportunities exist in data</a:t>
            </a:r>
          </a:p>
        </p:txBody>
      </p:sp>
    </p:spTree>
    <p:extLst>
      <p:ext uri="{BB962C8B-B14F-4D97-AF65-F5344CB8AC3E}">
        <p14:creationId xmlns:p14="http://schemas.microsoft.com/office/powerpoint/2010/main" val="281617538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D977A6A7-79E5-4547-1A36-A345BB4824CF}"/>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71F1C047-11B3-A640-DC8F-C35039A489EC}"/>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F6F845B9-C4E7-678C-3BA8-A9BC430ED0EB}"/>
              </a:ext>
            </a:extLst>
          </p:cNvPr>
          <p:cNvSpPr>
            <a:spLocks noGrp="1"/>
          </p:cNvSpPr>
          <p:nvPr>
            <p:ph type="sldNum" sz="quarter" idx="4"/>
          </p:nvPr>
        </p:nvSpPr>
        <p:spPr/>
        <p:txBody>
          <a:bodyPr/>
          <a:lstStyle/>
          <a:p>
            <a:fld id="{16A89BA3-132D-40E1-AAB4-CDCD0A14C216}" type="slidenum">
              <a:rPr lang="en-AU" smtClean="0"/>
              <a:pPr/>
              <a:t>52</a:t>
            </a:fld>
            <a:r>
              <a:rPr lang="en-AU"/>
              <a:t>  |</a:t>
            </a:r>
            <a:endParaRPr lang="en-AU" dirty="0"/>
          </a:p>
        </p:txBody>
      </p:sp>
      <p:sp>
        <p:nvSpPr>
          <p:cNvPr id="9" name="Text Placeholder 3">
            <a:extLst>
              <a:ext uri="{FF2B5EF4-FFF2-40B4-BE49-F238E27FC236}">
                <a16:creationId xmlns:a16="http://schemas.microsoft.com/office/drawing/2014/main" id="{EDA96A15-C2AE-53C5-28E6-57E646722398}"/>
              </a:ext>
            </a:extLst>
          </p:cNvPr>
          <p:cNvSpPr>
            <a:spLocks noGrp="1"/>
          </p:cNvSpPr>
          <p:nvPr>
            <p:ph type="body" sz="quarter" idx="16"/>
          </p:nvPr>
        </p:nvSpPr>
        <p:spPr>
          <a:xfrm>
            <a:off x="0" y="0"/>
            <a:ext cx="7849590" cy="525517"/>
          </a:xfrm>
        </p:spPr>
        <p:txBody>
          <a:bodyPr>
            <a:noAutofit/>
          </a:bodyPr>
          <a:lstStyle/>
          <a:p>
            <a:r>
              <a:rPr lang="en-US" sz="3200" dirty="0">
                <a:latin typeface="Calibri" panose="020F0502020204030204" pitchFamily="34" charset="0"/>
                <a:cs typeface="Calibri" panose="020F0502020204030204" pitchFamily="34" charset="0"/>
              </a:rPr>
              <a:t>Discussion Questions</a:t>
            </a:r>
            <a:endParaRPr lang="en-AU" sz="3000" dirty="0">
              <a:latin typeface="Calibri" panose="020F0502020204030204" pitchFamily="34" charset="0"/>
              <a:cs typeface="Calibri" panose="020F0502020204030204" pitchFamily="34" charset="0"/>
            </a:endParaRPr>
          </a:p>
        </p:txBody>
      </p:sp>
      <p:sp>
        <p:nvSpPr>
          <p:cNvPr id="13" name="TextBox 12">
            <a:extLst>
              <a:ext uri="{FF2B5EF4-FFF2-40B4-BE49-F238E27FC236}">
                <a16:creationId xmlns:a16="http://schemas.microsoft.com/office/drawing/2014/main" id="{E0076469-E3D6-7E1B-E299-AC0CEA9ED864}"/>
              </a:ext>
            </a:extLst>
          </p:cNvPr>
          <p:cNvSpPr txBox="1"/>
          <p:nvPr/>
        </p:nvSpPr>
        <p:spPr>
          <a:xfrm>
            <a:off x="0" y="1154082"/>
            <a:ext cx="9144000" cy="671851"/>
          </a:xfrm>
          <a:prstGeom prst="rect">
            <a:avLst/>
          </a:prstGeom>
          <a:solidFill>
            <a:schemeClr val="bg1"/>
          </a:solidFill>
        </p:spPr>
        <p:txBody>
          <a:bodyPr wrap="square">
            <a:spAutoFit/>
          </a:bodyPr>
          <a:lstStyle/>
          <a:p>
            <a:pPr marL="514350" indent="-514350">
              <a:lnSpc>
                <a:spcPct val="150000"/>
              </a:lnSpc>
              <a:buFont typeface="+mj-lt"/>
              <a:buAutoNum type="arabicPeriod"/>
            </a:pPr>
            <a:r>
              <a:rPr lang="en-US" sz="2800" b="1" dirty="0">
                <a:latin typeface="Calibri" panose="020F0502020204030204" pitchFamily="34" charset="0"/>
                <a:cs typeface="Calibri" panose="020F0502020204030204" pitchFamily="34" charset="0"/>
              </a:rPr>
              <a:t>Why is data important in modern businesses? (</a:t>
            </a:r>
            <a:r>
              <a:rPr lang="en-US" sz="2800" b="1" dirty="0">
                <a:highlight>
                  <a:srgbClr val="00FF00"/>
                </a:highlight>
                <a:latin typeface="Calibri" panose="020F0502020204030204" pitchFamily="34" charset="0"/>
                <a:cs typeface="Calibri" panose="020F0502020204030204" pitchFamily="34" charset="0"/>
              </a:rPr>
              <a:t>1 min</a:t>
            </a:r>
            <a:r>
              <a:rPr lang="en-US" sz="2800" b="1" dirty="0">
                <a:latin typeface="Calibri" panose="020F0502020204030204" pitchFamily="34" charset="0"/>
                <a:cs typeface="Calibri" panose="020F0502020204030204" pitchFamily="34" charset="0"/>
              </a:rPr>
              <a:t>)</a:t>
            </a:r>
          </a:p>
        </p:txBody>
      </p:sp>
      <p:sp>
        <p:nvSpPr>
          <p:cNvPr id="5" name="TextBox 4">
            <a:extLst>
              <a:ext uri="{FF2B5EF4-FFF2-40B4-BE49-F238E27FC236}">
                <a16:creationId xmlns:a16="http://schemas.microsoft.com/office/drawing/2014/main" id="{818487D6-E697-DED6-56BD-AA1DBBE2B2A1}"/>
              </a:ext>
            </a:extLst>
          </p:cNvPr>
          <p:cNvSpPr txBox="1"/>
          <p:nvPr/>
        </p:nvSpPr>
        <p:spPr>
          <a:xfrm>
            <a:off x="0" y="2049517"/>
            <a:ext cx="9144000" cy="3903504"/>
          </a:xfrm>
          <a:prstGeom prst="rect">
            <a:avLst/>
          </a:prstGeom>
          <a:noFill/>
        </p:spPr>
        <p:txBody>
          <a:bodyPr wrap="square">
            <a:spAutoFit/>
          </a:bodyPr>
          <a:lstStyle/>
          <a:p>
            <a:pPr>
              <a:lnSpc>
                <a:spcPct val="150000"/>
              </a:lnSpc>
              <a:buNone/>
            </a:pPr>
            <a:r>
              <a:rPr lang="en-US" sz="2800" dirty="0">
                <a:latin typeface="Calibri" panose="020F0502020204030204" pitchFamily="34" charset="0"/>
                <a:cs typeface="Calibri" panose="020F0502020204030204" pitchFamily="34" charset="0"/>
              </a:rPr>
              <a:t>Data helps businesses: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Make better decisions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Understand customers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Increase sales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Reduce costs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Plan for the future</a:t>
            </a:r>
          </a:p>
        </p:txBody>
      </p:sp>
    </p:spTree>
    <p:extLst>
      <p:ext uri="{BB962C8B-B14F-4D97-AF65-F5344CB8AC3E}">
        <p14:creationId xmlns:p14="http://schemas.microsoft.com/office/powerpoint/2010/main" val="39145615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anim calcmode="lin" valueType="num">
                                      <p:cBhvr>
                                        <p:cTn id="8" dur="1000" fill="hold"/>
                                        <p:tgtEl>
                                          <p:spTgt spid="5"/>
                                        </p:tgtEl>
                                        <p:attrNameLst>
                                          <p:attrName>ppt_x</p:attrName>
                                        </p:attrNameLst>
                                      </p:cBhvr>
                                      <p:tavLst>
                                        <p:tav tm="0">
                                          <p:val>
                                            <p:strVal val="#ppt_x"/>
                                          </p:val>
                                        </p:tav>
                                        <p:tav tm="100000">
                                          <p:val>
                                            <p:strVal val="#ppt_x"/>
                                          </p:val>
                                        </p:tav>
                                      </p:tavLst>
                                    </p:anim>
                                    <p:anim calcmode="lin" valueType="num">
                                      <p:cBhvr>
                                        <p:cTn id="9" dur="10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76E576E0-5C82-6335-3424-07D2E6B3E48A}"/>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5A17ED12-F527-1014-E7AF-84B31FF9B22D}"/>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6AF68B02-68DD-D3FC-9457-87482E67B0B1}"/>
              </a:ext>
            </a:extLst>
          </p:cNvPr>
          <p:cNvSpPr>
            <a:spLocks noGrp="1"/>
          </p:cNvSpPr>
          <p:nvPr>
            <p:ph type="sldNum" sz="quarter" idx="4"/>
          </p:nvPr>
        </p:nvSpPr>
        <p:spPr/>
        <p:txBody>
          <a:bodyPr/>
          <a:lstStyle/>
          <a:p>
            <a:fld id="{16A89BA3-132D-40E1-AAB4-CDCD0A14C216}" type="slidenum">
              <a:rPr lang="en-AU" smtClean="0"/>
              <a:pPr/>
              <a:t>53</a:t>
            </a:fld>
            <a:r>
              <a:rPr lang="en-AU"/>
              <a:t>  |</a:t>
            </a:r>
            <a:endParaRPr lang="en-AU" dirty="0"/>
          </a:p>
        </p:txBody>
      </p:sp>
      <p:sp>
        <p:nvSpPr>
          <p:cNvPr id="9" name="Text Placeholder 3">
            <a:extLst>
              <a:ext uri="{FF2B5EF4-FFF2-40B4-BE49-F238E27FC236}">
                <a16:creationId xmlns:a16="http://schemas.microsoft.com/office/drawing/2014/main" id="{26F416D2-1FB9-616F-39CF-7A5C31D758DD}"/>
              </a:ext>
            </a:extLst>
          </p:cNvPr>
          <p:cNvSpPr>
            <a:spLocks noGrp="1"/>
          </p:cNvSpPr>
          <p:nvPr>
            <p:ph type="body" sz="quarter" idx="16"/>
          </p:nvPr>
        </p:nvSpPr>
        <p:spPr>
          <a:xfrm>
            <a:off x="0" y="0"/>
            <a:ext cx="7849590" cy="525517"/>
          </a:xfrm>
        </p:spPr>
        <p:txBody>
          <a:bodyPr>
            <a:noAutofit/>
          </a:bodyPr>
          <a:lstStyle/>
          <a:p>
            <a:r>
              <a:rPr lang="en-US" sz="3200" dirty="0">
                <a:latin typeface="Calibri" panose="020F0502020204030204" pitchFamily="34" charset="0"/>
                <a:cs typeface="Calibri" panose="020F0502020204030204" pitchFamily="34" charset="0"/>
              </a:rPr>
              <a:t>Discussion Questions</a:t>
            </a:r>
            <a:endParaRPr lang="en-AU" sz="3000" dirty="0">
              <a:latin typeface="Calibri" panose="020F0502020204030204" pitchFamily="34" charset="0"/>
              <a:cs typeface="Calibri" panose="020F0502020204030204" pitchFamily="34" charset="0"/>
            </a:endParaRPr>
          </a:p>
        </p:txBody>
      </p:sp>
      <p:sp>
        <p:nvSpPr>
          <p:cNvPr id="5" name="TextBox 4">
            <a:extLst>
              <a:ext uri="{FF2B5EF4-FFF2-40B4-BE49-F238E27FC236}">
                <a16:creationId xmlns:a16="http://schemas.microsoft.com/office/drawing/2014/main" id="{E2AB1BAF-F641-CB9B-E1B3-632E644D6B3D}"/>
              </a:ext>
            </a:extLst>
          </p:cNvPr>
          <p:cNvSpPr txBox="1"/>
          <p:nvPr/>
        </p:nvSpPr>
        <p:spPr>
          <a:xfrm>
            <a:off x="0" y="2123578"/>
            <a:ext cx="9144000" cy="2610843"/>
          </a:xfrm>
          <a:prstGeom prst="rect">
            <a:avLst/>
          </a:prstGeom>
          <a:noFill/>
        </p:spPr>
        <p:txBody>
          <a:bodyPr wrap="square">
            <a:spAutoFit/>
          </a:bodyPr>
          <a:lstStyle/>
          <a:p>
            <a:pPr>
              <a:lnSpc>
                <a:spcPct val="150000"/>
              </a:lnSpc>
            </a:pPr>
            <a:r>
              <a:rPr lang="en-US" sz="2800" dirty="0">
                <a:latin typeface="Calibri" panose="020F0502020204030204" pitchFamily="34" charset="0"/>
                <a:cs typeface="Calibri" panose="020F0502020204030204" pitchFamily="34" charset="0"/>
              </a:rPr>
              <a:t>Example:</a:t>
            </a:r>
            <a:br>
              <a:rPr lang="en-US" sz="2800" dirty="0">
                <a:latin typeface="Calibri" panose="020F0502020204030204" pitchFamily="34" charset="0"/>
                <a:cs typeface="Calibri" panose="020F0502020204030204" pitchFamily="34" charset="0"/>
              </a:rPr>
            </a:br>
            <a:r>
              <a:rPr lang="en-US" sz="2800" dirty="0">
                <a:latin typeface="Calibri" panose="020F0502020204030204" pitchFamily="34" charset="0"/>
                <a:cs typeface="Calibri" panose="020F0502020204030204" pitchFamily="34" charset="0"/>
              </a:rPr>
              <a:t>A store checks sales data to see which products sell the most. Then they order more of those products.</a:t>
            </a:r>
          </a:p>
          <a:p>
            <a:pPr>
              <a:lnSpc>
                <a:spcPct val="150000"/>
              </a:lnSpc>
            </a:pPr>
            <a:r>
              <a:rPr lang="en-US" sz="2800" dirty="0">
                <a:latin typeface="Calibri" panose="020F0502020204030204" pitchFamily="34" charset="0"/>
                <a:cs typeface="Calibri" panose="020F0502020204030204" pitchFamily="34" charset="0"/>
              </a:rPr>
              <a:t>Without data, businesses would be guessing.</a:t>
            </a:r>
          </a:p>
        </p:txBody>
      </p:sp>
    </p:spTree>
    <p:extLst>
      <p:ext uri="{BB962C8B-B14F-4D97-AF65-F5344CB8AC3E}">
        <p14:creationId xmlns:p14="http://schemas.microsoft.com/office/powerpoint/2010/main" val="276865734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ABEA7A22-BACA-839C-5601-5A6709BBC5AC}"/>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2282AB8C-9C64-B9D6-910A-5B629EE3CB7B}"/>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296B46EC-BD17-B538-F155-91633153A2CF}"/>
              </a:ext>
            </a:extLst>
          </p:cNvPr>
          <p:cNvSpPr>
            <a:spLocks noGrp="1"/>
          </p:cNvSpPr>
          <p:nvPr>
            <p:ph type="sldNum" sz="quarter" idx="4"/>
          </p:nvPr>
        </p:nvSpPr>
        <p:spPr/>
        <p:txBody>
          <a:bodyPr/>
          <a:lstStyle/>
          <a:p>
            <a:fld id="{16A89BA3-132D-40E1-AAB4-CDCD0A14C216}" type="slidenum">
              <a:rPr lang="en-AU" smtClean="0"/>
              <a:pPr/>
              <a:t>54</a:t>
            </a:fld>
            <a:r>
              <a:rPr lang="en-AU"/>
              <a:t>  |</a:t>
            </a:r>
            <a:endParaRPr lang="en-AU" dirty="0"/>
          </a:p>
        </p:txBody>
      </p:sp>
      <p:sp>
        <p:nvSpPr>
          <p:cNvPr id="9" name="Text Placeholder 3">
            <a:extLst>
              <a:ext uri="{FF2B5EF4-FFF2-40B4-BE49-F238E27FC236}">
                <a16:creationId xmlns:a16="http://schemas.microsoft.com/office/drawing/2014/main" id="{1D743C8C-DEF8-2913-5922-0479373DA8FC}"/>
              </a:ext>
            </a:extLst>
          </p:cNvPr>
          <p:cNvSpPr>
            <a:spLocks noGrp="1"/>
          </p:cNvSpPr>
          <p:nvPr>
            <p:ph type="body" sz="quarter" idx="16"/>
          </p:nvPr>
        </p:nvSpPr>
        <p:spPr>
          <a:xfrm>
            <a:off x="0" y="0"/>
            <a:ext cx="7849590" cy="525517"/>
          </a:xfrm>
        </p:spPr>
        <p:txBody>
          <a:bodyPr>
            <a:noAutofit/>
          </a:bodyPr>
          <a:lstStyle/>
          <a:p>
            <a:r>
              <a:rPr lang="en-US" sz="3200" dirty="0">
                <a:latin typeface="Calibri" panose="020F0502020204030204" pitchFamily="34" charset="0"/>
                <a:cs typeface="Calibri" panose="020F0502020204030204" pitchFamily="34" charset="0"/>
              </a:rPr>
              <a:t>Discussion Questions</a:t>
            </a:r>
            <a:endParaRPr lang="en-AU" sz="3000" dirty="0">
              <a:latin typeface="Calibri" panose="020F0502020204030204" pitchFamily="34" charset="0"/>
              <a:cs typeface="Calibri" panose="020F0502020204030204" pitchFamily="34" charset="0"/>
            </a:endParaRPr>
          </a:p>
        </p:txBody>
      </p:sp>
      <p:sp>
        <p:nvSpPr>
          <p:cNvPr id="13" name="TextBox 12">
            <a:extLst>
              <a:ext uri="{FF2B5EF4-FFF2-40B4-BE49-F238E27FC236}">
                <a16:creationId xmlns:a16="http://schemas.microsoft.com/office/drawing/2014/main" id="{10B4B512-53A0-A77A-BBEA-7EAB67090AFC}"/>
              </a:ext>
            </a:extLst>
          </p:cNvPr>
          <p:cNvSpPr txBox="1"/>
          <p:nvPr/>
        </p:nvSpPr>
        <p:spPr>
          <a:xfrm>
            <a:off x="0" y="1154082"/>
            <a:ext cx="9144000" cy="671851"/>
          </a:xfrm>
          <a:prstGeom prst="rect">
            <a:avLst/>
          </a:prstGeom>
          <a:solidFill>
            <a:schemeClr val="bg1"/>
          </a:solidFill>
        </p:spPr>
        <p:txBody>
          <a:bodyPr wrap="square">
            <a:spAutoFit/>
          </a:bodyPr>
          <a:lstStyle/>
          <a:p>
            <a:pPr marL="514350" indent="-514350">
              <a:lnSpc>
                <a:spcPct val="150000"/>
              </a:lnSpc>
              <a:buFont typeface="+mj-lt"/>
              <a:buAutoNum type="arabicPeriod" startAt="2"/>
            </a:pPr>
            <a:r>
              <a:rPr lang="en-US" sz="2800" b="1" dirty="0">
                <a:latin typeface="Calibri" panose="020F0502020204030204" pitchFamily="34" charset="0"/>
                <a:cs typeface="Calibri" panose="020F0502020204030204" pitchFamily="34" charset="0"/>
              </a:rPr>
              <a:t>Why problems can happen without databases? (</a:t>
            </a:r>
            <a:r>
              <a:rPr lang="en-US" sz="2800" b="1" dirty="0">
                <a:highlight>
                  <a:srgbClr val="00FF00"/>
                </a:highlight>
                <a:latin typeface="Calibri" panose="020F0502020204030204" pitchFamily="34" charset="0"/>
                <a:cs typeface="Calibri" panose="020F0502020204030204" pitchFamily="34" charset="0"/>
              </a:rPr>
              <a:t>1 min</a:t>
            </a:r>
            <a:r>
              <a:rPr lang="en-US" sz="2800" b="1" dirty="0">
                <a:latin typeface="Calibri" panose="020F0502020204030204" pitchFamily="34" charset="0"/>
                <a:cs typeface="Calibri" panose="020F0502020204030204" pitchFamily="34" charset="0"/>
              </a:rPr>
              <a:t>)</a:t>
            </a:r>
          </a:p>
        </p:txBody>
      </p:sp>
      <p:sp>
        <p:nvSpPr>
          <p:cNvPr id="5" name="TextBox 4">
            <a:extLst>
              <a:ext uri="{FF2B5EF4-FFF2-40B4-BE49-F238E27FC236}">
                <a16:creationId xmlns:a16="http://schemas.microsoft.com/office/drawing/2014/main" id="{EFE68D12-2438-F697-6F6E-2B465C2F17F9}"/>
              </a:ext>
            </a:extLst>
          </p:cNvPr>
          <p:cNvSpPr txBox="1"/>
          <p:nvPr/>
        </p:nvSpPr>
        <p:spPr>
          <a:xfrm>
            <a:off x="0" y="1960636"/>
            <a:ext cx="9144000" cy="4549835"/>
          </a:xfrm>
          <a:prstGeom prst="rect">
            <a:avLst/>
          </a:prstGeom>
          <a:noFill/>
        </p:spPr>
        <p:txBody>
          <a:bodyPr wrap="square">
            <a:spAutoFit/>
          </a:bodyPr>
          <a:lstStyle/>
          <a:p>
            <a:pPr>
              <a:lnSpc>
                <a:spcPct val="150000"/>
              </a:lnSpc>
            </a:pPr>
            <a:r>
              <a:rPr lang="en-US" sz="2800" dirty="0">
                <a:latin typeface="Calibri" panose="020F0502020204030204" pitchFamily="34" charset="0"/>
                <a:cs typeface="Calibri" panose="020F0502020204030204" pitchFamily="34" charset="0"/>
              </a:rPr>
              <a:t>Without databases: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Data can be lost</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Information can be duplicated</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Searching for data is slow</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Mistakes happen easily</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Security is weak</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Reports take longer to prepare</a:t>
            </a:r>
          </a:p>
        </p:txBody>
      </p:sp>
    </p:spTree>
    <p:extLst>
      <p:ext uri="{BB962C8B-B14F-4D97-AF65-F5344CB8AC3E}">
        <p14:creationId xmlns:p14="http://schemas.microsoft.com/office/powerpoint/2010/main" val="15533508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anim calcmode="lin" valueType="num">
                                      <p:cBhvr>
                                        <p:cTn id="8" dur="1000" fill="hold"/>
                                        <p:tgtEl>
                                          <p:spTgt spid="5"/>
                                        </p:tgtEl>
                                        <p:attrNameLst>
                                          <p:attrName>ppt_x</p:attrName>
                                        </p:attrNameLst>
                                      </p:cBhvr>
                                      <p:tavLst>
                                        <p:tav tm="0">
                                          <p:val>
                                            <p:strVal val="#ppt_x"/>
                                          </p:val>
                                        </p:tav>
                                        <p:tav tm="100000">
                                          <p:val>
                                            <p:strVal val="#ppt_x"/>
                                          </p:val>
                                        </p:tav>
                                      </p:tavLst>
                                    </p:anim>
                                    <p:anim calcmode="lin" valueType="num">
                                      <p:cBhvr>
                                        <p:cTn id="9" dur="10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497E93E1-1196-05BB-B413-B2F7D90D7152}"/>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6F9E05C7-A509-90A2-3427-61A541362D33}"/>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44FFD292-3206-AD40-F2B8-6FF3AD7A9733}"/>
              </a:ext>
            </a:extLst>
          </p:cNvPr>
          <p:cNvSpPr>
            <a:spLocks noGrp="1"/>
          </p:cNvSpPr>
          <p:nvPr>
            <p:ph type="sldNum" sz="quarter" idx="4"/>
          </p:nvPr>
        </p:nvSpPr>
        <p:spPr/>
        <p:txBody>
          <a:bodyPr/>
          <a:lstStyle/>
          <a:p>
            <a:fld id="{16A89BA3-132D-40E1-AAB4-CDCD0A14C216}" type="slidenum">
              <a:rPr lang="en-AU" smtClean="0"/>
              <a:pPr/>
              <a:t>55</a:t>
            </a:fld>
            <a:r>
              <a:rPr lang="en-AU"/>
              <a:t>  |</a:t>
            </a:r>
            <a:endParaRPr lang="en-AU" dirty="0"/>
          </a:p>
        </p:txBody>
      </p:sp>
      <p:sp>
        <p:nvSpPr>
          <p:cNvPr id="9" name="Text Placeholder 3">
            <a:extLst>
              <a:ext uri="{FF2B5EF4-FFF2-40B4-BE49-F238E27FC236}">
                <a16:creationId xmlns:a16="http://schemas.microsoft.com/office/drawing/2014/main" id="{D349A396-BA31-4CA1-6F32-42F32F322464}"/>
              </a:ext>
            </a:extLst>
          </p:cNvPr>
          <p:cNvSpPr>
            <a:spLocks noGrp="1"/>
          </p:cNvSpPr>
          <p:nvPr>
            <p:ph type="body" sz="quarter" idx="16"/>
          </p:nvPr>
        </p:nvSpPr>
        <p:spPr>
          <a:xfrm>
            <a:off x="0" y="0"/>
            <a:ext cx="7849590" cy="525517"/>
          </a:xfrm>
        </p:spPr>
        <p:txBody>
          <a:bodyPr>
            <a:noAutofit/>
          </a:bodyPr>
          <a:lstStyle/>
          <a:p>
            <a:r>
              <a:rPr lang="en-US" sz="3200" dirty="0">
                <a:latin typeface="Calibri" panose="020F0502020204030204" pitchFamily="34" charset="0"/>
                <a:cs typeface="Calibri" panose="020F0502020204030204" pitchFamily="34" charset="0"/>
              </a:rPr>
              <a:t>Discussion Questions</a:t>
            </a:r>
            <a:endParaRPr lang="en-AU" sz="3000" dirty="0">
              <a:latin typeface="Calibri" panose="020F0502020204030204" pitchFamily="34" charset="0"/>
              <a:cs typeface="Calibri" panose="020F0502020204030204" pitchFamily="34" charset="0"/>
            </a:endParaRPr>
          </a:p>
        </p:txBody>
      </p:sp>
      <p:sp>
        <p:nvSpPr>
          <p:cNvPr id="6" name="TextBox 5">
            <a:extLst>
              <a:ext uri="{FF2B5EF4-FFF2-40B4-BE49-F238E27FC236}">
                <a16:creationId xmlns:a16="http://schemas.microsoft.com/office/drawing/2014/main" id="{B7B9AAEF-B156-9FC5-86ED-86B40C5F96F0}"/>
              </a:ext>
            </a:extLst>
          </p:cNvPr>
          <p:cNvSpPr txBox="1"/>
          <p:nvPr/>
        </p:nvSpPr>
        <p:spPr>
          <a:xfrm>
            <a:off x="0" y="2123578"/>
            <a:ext cx="9144000" cy="2610843"/>
          </a:xfrm>
          <a:prstGeom prst="rect">
            <a:avLst/>
          </a:prstGeom>
          <a:noFill/>
        </p:spPr>
        <p:txBody>
          <a:bodyPr wrap="square">
            <a:spAutoFit/>
          </a:bodyPr>
          <a:lstStyle/>
          <a:p>
            <a:pPr>
              <a:lnSpc>
                <a:spcPct val="150000"/>
              </a:lnSpc>
              <a:buNone/>
            </a:pPr>
            <a:r>
              <a:rPr lang="en-US" sz="2800" dirty="0">
                <a:latin typeface="Calibri" panose="020F0502020204030204" pitchFamily="34" charset="0"/>
                <a:cs typeface="Calibri" panose="020F0502020204030204" pitchFamily="34" charset="0"/>
              </a:rPr>
              <a:t>Example:</a:t>
            </a:r>
            <a:br>
              <a:rPr lang="en-US" sz="2800" dirty="0">
                <a:latin typeface="Calibri" panose="020F0502020204030204" pitchFamily="34" charset="0"/>
                <a:cs typeface="Calibri" panose="020F0502020204030204" pitchFamily="34" charset="0"/>
              </a:rPr>
            </a:br>
            <a:r>
              <a:rPr lang="en-US" sz="2800" dirty="0">
                <a:latin typeface="Calibri" panose="020F0502020204030204" pitchFamily="34" charset="0"/>
                <a:cs typeface="Calibri" panose="020F0502020204030204" pitchFamily="34" charset="0"/>
              </a:rPr>
              <a:t>If a hospital stores patient data in paper files, it may take a long time to find a patient’s record in an emergency.</a:t>
            </a:r>
          </a:p>
          <a:p>
            <a:pPr>
              <a:lnSpc>
                <a:spcPct val="150000"/>
              </a:lnSpc>
              <a:buNone/>
            </a:pPr>
            <a:r>
              <a:rPr lang="en-US" sz="2800" dirty="0">
                <a:latin typeface="Calibri" panose="020F0502020204030204" pitchFamily="34" charset="0"/>
                <a:cs typeface="Calibri" panose="020F0502020204030204" pitchFamily="34" charset="0"/>
              </a:rPr>
              <a:t>Databases keep data organized and easy to access.</a:t>
            </a:r>
          </a:p>
        </p:txBody>
      </p:sp>
    </p:spTree>
    <p:extLst>
      <p:ext uri="{BB962C8B-B14F-4D97-AF65-F5344CB8AC3E}">
        <p14:creationId xmlns:p14="http://schemas.microsoft.com/office/powerpoint/2010/main" val="400659396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CC6F7EC1-8D20-753F-2BCD-90EC60224B80}"/>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A9080D2E-7F69-BF06-5FD4-A20A4AFF7685}"/>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42EF854A-9AA4-1DB3-10C3-499CB328A4D0}"/>
              </a:ext>
            </a:extLst>
          </p:cNvPr>
          <p:cNvSpPr>
            <a:spLocks noGrp="1"/>
          </p:cNvSpPr>
          <p:nvPr>
            <p:ph type="sldNum" sz="quarter" idx="4"/>
          </p:nvPr>
        </p:nvSpPr>
        <p:spPr/>
        <p:txBody>
          <a:bodyPr/>
          <a:lstStyle/>
          <a:p>
            <a:fld id="{16A89BA3-132D-40E1-AAB4-CDCD0A14C216}" type="slidenum">
              <a:rPr lang="en-AU" smtClean="0"/>
              <a:pPr/>
              <a:t>56</a:t>
            </a:fld>
            <a:r>
              <a:rPr lang="en-AU"/>
              <a:t>  |</a:t>
            </a:r>
            <a:endParaRPr lang="en-AU" dirty="0"/>
          </a:p>
        </p:txBody>
      </p:sp>
      <p:sp>
        <p:nvSpPr>
          <p:cNvPr id="9" name="Text Placeholder 3">
            <a:extLst>
              <a:ext uri="{FF2B5EF4-FFF2-40B4-BE49-F238E27FC236}">
                <a16:creationId xmlns:a16="http://schemas.microsoft.com/office/drawing/2014/main" id="{E57877B0-8C2B-1526-2EEF-922BE2934880}"/>
              </a:ext>
            </a:extLst>
          </p:cNvPr>
          <p:cNvSpPr>
            <a:spLocks noGrp="1"/>
          </p:cNvSpPr>
          <p:nvPr>
            <p:ph type="body" sz="quarter" idx="16"/>
          </p:nvPr>
        </p:nvSpPr>
        <p:spPr>
          <a:xfrm>
            <a:off x="0" y="0"/>
            <a:ext cx="7849590" cy="525517"/>
          </a:xfrm>
        </p:spPr>
        <p:txBody>
          <a:bodyPr>
            <a:noAutofit/>
          </a:bodyPr>
          <a:lstStyle/>
          <a:p>
            <a:r>
              <a:rPr lang="en-US" sz="3200" dirty="0">
                <a:latin typeface="Calibri" panose="020F0502020204030204" pitchFamily="34" charset="0"/>
                <a:cs typeface="Calibri" panose="020F0502020204030204" pitchFamily="34" charset="0"/>
              </a:rPr>
              <a:t>Discussion Questions</a:t>
            </a:r>
            <a:endParaRPr lang="en-AU" sz="3000" dirty="0">
              <a:latin typeface="Calibri" panose="020F0502020204030204" pitchFamily="34" charset="0"/>
              <a:cs typeface="Calibri" panose="020F0502020204030204" pitchFamily="34" charset="0"/>
            </a:endParaRPr>
          </a:p>
        </p:txBody>
      </p:sp>
      <p:sp>
        <p:nvSpPr>
          <p:cNvPr id="13" name="TextBox 12">
            <a:extLst>
              <a:ext uri="{FF2B5EF4-FFF2-40B4-BE49-F238E27FC236}">
                <a16:creationId xmlns:a16="http://schemas.microsoft.com/office/drawing/2014/main" id="{8F704232-7172-BF08-8521-6D32AC2BA5A8}"/>
              </a:ext>
            </a:extLst>
          </p:cNvPr>
          <p:cNvSpPr txBox="1"/>
          <p:nvPr/>
        </p:nvSpPr>
        <p:spPr>
          <a:xfrm>
            <a:off x="0" y="1154082"/>
            <a:ext cx="9144000" cy="1318181"/>
          </a:xfrm>
          <a:prstGeom prst="rect">
            <a:avLst/>
          </a:prstGeom>
          <a:solidFill>
            <a:schemeClr val="bg1"/>
          </a:solidFill>
        </p:spPr>
        <p:txBody>
          <a:bodyPr wrap="square">
            <a:spAutoFit/>
          </a:bodyPr>
          <a:lstStyle/>
          <a:p>
            <a:pPr marL="514350" indent="-514350">
              <a:lnSpc>
                <a:spcPct val="150000"/>
              </a:lnSpc>
              <a:buFont typeface="+mj-lt"/>
              <a:buAutoNum type="arabicPeriod" startAt="3"/>
            </a:pPr>
            <a:r>
              <a:rPr lang="en-US" sz="2800" b="1" dirty="0">
                <a:latin typeface="Calibri" panose="020F0502020204030204" pitchFamily="34" charset="0"/>
                <a:cs typeface="Calibri" panose="020F0502020204030204" pitchFamily="34" charset="0"/>
              </a:rPr>
              <a:t>What is the difference between structured and unstructured data? (</a:t>
            </a:r>
            <a:r>
              <a:rPr lang="en-US" sz="2800" b="1" dirty="0">
                <a:highlight>
                  <a:srgbClr val="00FF00"/>
                </a:highlight>
                <a:latin typeface="Calibri" panose="020F0502020204030204" pitchFamily="34" charset="0"/>
                <a:cs typeface="Calibri" panose="020F0502020204030204" pitchFamily="34" charset="0"/>
              </a:rPr>
              <a:t>1 min</a:t>
            </a:r>
            <a:r>
              <a:rPr lang="en-US" sz="2800" b="1" dirty="0">
                <a:latin typeface="Calibri" panose="020F0502020204030204" pitchFamily="34" charset="0"/>
                <a:cs typeface="Calibri" panose="020F0502020204030204" pitchFamily="34" charset="0"/>
              </a:rPr>
              <a:t>)</a:t>
            </a:r>
          </a:p>
        </p:txBody>
      </p:sp>
      <p:sp>
        <p:nvSpPr>
          <p:cNvPr id="5" name="TextBox 4">
            <a:extLst>
              <a:ext uri="{FF2B5EF4-FFF2-40B4-BE49-F238E27FC236}">
                <a16:creationId xmlns:a16="http://schemas.microsoft.com/office/drawing/2014/main" id="{673C94CE-205B-46FA-053C-843BA2F16315}"/>
              </a:ext>
            </a:extLst>
          </p:cNvPr>
          <p:cNvSpPr txBox="1"/>
          <p:nvPr/>
        </p:nvSpPr>
        <p:spPr>
          <a:xfrm>
            <a:off x="0" y="2591256"/>
            <a:ext cx="9144000" cy="2610843"/>
          </a:xfrm>
          <a:prstGeom prst="rect">
            <a:avLst/>
          </a:prstGeom>
          <a:noFill/>
        </p:spPr>
        <p:txBody>
          <a:bodyPr wrap="square">
            <a:spAutoFit/>
          </a:bodyPr>
          <a:lstStyle/>
          <a:p>
            <a:pPr>
              <a:lnSpc>
                <a:spcPct val="150000"/>
              </a:lnSpc>
            </a:pPr>
            <a:r>
              <a:rPr lang="en-US" sz="2800" b="1" dirty="0">
                <a:latin typeface="Calibri" panose="020F0502020204030204" pitchFamily="34" charset="0"/>
                <a:cs typeface="Calibri" panose="020F0502020204030204" pitchFamily="34" charset="0"/>
              </a:rPr>
              <a:t>Structured data</a:t>
            </a:r>
            <a:endParaRPr lang="en-US" sz="2800" dirty="0">
              <a:latin typeface="Calibri" panose="020F0502020204030204" pitchFamily="34" charset="0"/>
              <a:cs typeface="Calibri" panose="020F0502020204030204" pitchFamily="34" charset="0"/>
            </a:endParaRP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Organized in tables (rows and columns)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Easy to search and analyze</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Example: Student ID, Name, Age in a table</a:t>
            </a:r>
          </a:p>
        </p:txBody>
      </p:sp>
    </p:spTree>
    <p:extLst>
      <p:ext uri="{BB962C8B-B14F-4D97-AF65-F5344CB8AC3E}">
        <p14:creationId xmlns:p14="http://schemas.microsoft.com/office/powerpoint/2010/main" val="5819943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anim calcmode="lin" valueType="num">
                                      <p:cBhvr>
                                        <p:cTn id="8" dur="1000" fill="hold"/>
                                        <p:tgtEl>
                                          <p:spTgt spid="5"/>
                                        </p:tgtEl>
                                        <p:attrNameLst>
                                          <p:attrName>ppt_x</p:attrName>
                                        </p:attrNameLst>
                                      </p:cBhvr>
                                      <p:tavLst>
                                        <p:tav tm="0">
                                          <p:val>
                                            <p:strVal val="#ppt_x"/>
                                          </p:val>
                                        </p:tav>
                                        <p:tav tm="100000">
                                          <p:val>
                                            <p:strVal val="#ppt_x"/>
                                          </p:val>
                                        </p:tav>
                                      </p:tavLst>
                                    </p:anim>
                                    <p:anim calcmode="lin" valueType="num">
                                      <p:cBhvr>
                                        <p:cTn id="9" dur="10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441150BE-D08E-A495-DB6A-4724C04AFF63}"/>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2A718B66-4895-9135-54AC-3CC7C23FFCAD}"/>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6C2EE331-3387-4A46-A947-CE3A5EE77C5E}"/>
              </a:ext>
            </a:extLst>
          </p:cNvPr>
          <p:cNvSpPr>
            <a:spLocks noGrp="1"/>
          </p:cNvSpPr>
          <p:nvPr>
            <p:ph type="sldNum" sz="quarter" idx="4"/>
          </p:nvPr>
        </p:nvSpPr>
        <p:spPr/>
        <p:txBody>
          <a:bodyPr/>
          <a:lstStyle/>
          <a:p>
            <a:fld id="{16A89BA3-132D-40E1-AAB4-CDCD0A14C216}" type="slidenum">
              <a:rPr lang="en-AU" smtClean="0"/>
              <a:pPr/>
              <a:t>57</a:t>
            </a:fld>
            <a:r>
              <a:rPr lang="en-AU"/>
              <a:t>  |</a:t>
            </a:r>
            <a:endParaRPr lang="en-AU" dirty="0"/>
          </a:p>
        </p:txBody>
      </p:sp>
      <p:sp>
        <p:nvSpPr>
          <p:cNvPr id="9" name="Text Placeholder 3">
            <a:extLst>
              <a:ext uri="{FF2B5EF4-FFF2-40B4-BE49-F238E27FC236}">
                <a16:creationId xmlns:a16="http://schemas.microsoft.com/office/drawing/2014/main" id="{C2B75174-032E-AD08-5BF0-CA4F0992EB66}"/>
              </a:ext>
            </a:extLst>
          </p:cNvPr>
          <p:cNvSpPr>
            <a:spLocks noGrp="1"/>
          </p:cNvSpPr>
          <p:nvPr>
            <p:ph type="body" sz="quarter" idx="16"/>
          </p:nvPr>
        </p:nvSpPr>
        <p:spPr>
          <a:xfrm>
            <a:off x="0" y="0"/>
            <a:ext cx="7849590" cy="525517"/>
          </a:xfrm>
        </p:spPr>
        <p:txBody>
          <a:bodyPr>
            <a:noAutofit/>
          </a:bodyPr>
          <a:lstStyle/>
          <a:p>
            <a:r>
              <a:rPr lang="en-US" sz="3200" dirty="0">
                <a:latin typeface="Calibri" panose="020F0502020204030204" pitchFamily="34" charset="0"/>
                <a:cs typeface="Calibri" panose="020F0502020204030204" pitchFamily="34" charset="0"/>
              </a:rPr>
              <a:t>Discussion Questions</a:t>
            </a:r>
            <a:endParaRPr lang="en-AU" sz="3000" dirty="0">
              <a:latin typeface="Calibri" panose="020F0502020204030204" pitchFamily="34" charset="0"/>
              <a:cs typeface="Calibri" panose="020F0502020204030204" pitchFamily="34" charset="0"/>
            </a:endParaRPr>
          </a:p>
        </p:txBody>
      </p:sp>
      <p:sp>
        <p:nvSpPr>
          <p:cNvPr id="5" name="TextBox 4">
            <a:extLst>
              <a:ext uri="{FF2B5EF4-FFF2-40B4-BE49-F238E27FC236}">
                <a16:creationId xmlns:a16="http://schemas.microsoft.com/office/drawing/2014/main" id="{C41A60B4-FB50-10E1-BA76-0B41A3EBC467}"/>
              </a:ext>
            </a:extLst>
          </p:cNvPr>
          <p:cNvSpPr txBox="1"/>
          <p:nvPr/>
        </p:nvSpPr>
        <p:spPr>
          <a:xfrm>
            <a:off x="0" y="1098787"/>
            <a:ext cx="9144000" cy="2610843"/>
          </a:xfrm>
          <a:prstGeom prst="rect">
            <a:avLst/>
          </a:prstGeom>
          <a:noFill/>
        </p:spPr>
        <p:txBody>
          <a:bodyPr wrap="square">
            <a:spAutoFit/>
          </a:bodyPr>
          <a:lstStyle/>
          <a:p>
            <a:pPr>
              <a:lnSpc>
                <a:spcPct val="150000"/>
              </a:lnSpc>
            </a:pPr>
            <a:r>
              <a:rPr lang="en-US" sz="2800" b="1" dirty="0">
                <a:latin typeface="Calibri" panose="020F0502020204030204" pitchFamily="34" charset="0"/>
                <a:cs typeface="Calibri" panose="020F0502020204030204" pitchFamily="34" charset="0"/>
              </a:rPr>
              <a:t>Unstructured data</a:t>
            </a:r>
            <a:endParaRPr lang="en-US" sz="2800" dirty="0">
              <a:latin typeface="Calibri" panose="020F0502020204030204" pitchFamily="34" charset="0"/>
              <a:cs typeface="Calibri" panose="020F0502020204030204" pitchFamily="34" charset="0"/>
            </a:endParaRP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Not organized in tables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Harder to analyze</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Example: Emails, videos, photos, social media posts</a:t>
            </a:r>
          </a:p>
        </p:txBody>
      </p:sp>
      <p:sp>
        <p:nvSpPr>
          <p:cNvPr id="6" name="TextBox 5">
            <a:extLst>
              <a:ext uri="{FF2B5EF4-FFF2-40B4-BE49-F238E27FC236}">
                <a16:creationId xmlns:a16="http://schemas.microsoft.com/office/drawing/2014/main" id="{88A43C5A-2974-A531-78AF-9A6A2C62FCB0}"/>
              </a:ext>
            </a:extLst>
          </p:cNvPr>
          <p:cNvSpPr txBox="1"/>
          <p:nvPr/>
        </p:nvSpPr>
        <p:spPr>
          <a:xfrm>
            <a:off x="0" y="3794701"/>
            <a:ext cx="4650826" cy="1964512"/>
          </a:xfrm>
          <a:prstGeom prst="rect">
            <a:avLst/>
          </a:prstGeom>
          <a:noFill/>
        </p:spPr>
        <p:txBody>
          <a:bodyPr wrap="square">
            <a:spAutoFit/>
          </a:bodyPr>
          <a:lstStyle/>
          <a:p>
            <a:pPr>
              <a:lnSpc>
                <a:spcPct val="150000"/>
              </a:lnSpc>
            </a:pPr>
            <a:r>
              <a:rPr lang="en-US" sz="2800" dirty="0">
                <a:latin typeface="Calibri" panose="020F0502020204030204" pitchFamily="34" charset="0"/>
                <a:cs typeface="Calibri" panose="020F0502020204030204" pitchFamily="34" charset="0"/>
              </a:rPr>
              <a:t>Simple difference:</a:t>
            </a:r>
            <a:br>
              <a:rPr lang="en-US" sz="2800" dirty="0">
                <a:latin typeface="Calibri" panose="020F0502020204030204" pitchFamily="34" charset="0"/>
                <a:cs typeface="Calibri" panose="020F0502020204030204" pitchFamily="34" charset="0"/>
              </a:rPr>
            </a:br>
            <a:r>
              <a:rPr lang="en-US" sz="2800" dirty="0">
                <a:latin typeface="Calibri" panose="020F0502020204030204" pitchFamily="34" charset="0"/>
                <a:cs typeface="Calibri" panose="020F0502020204030204" pitchFamily="34" charset="0"/>
              </a:rPr>
              <a:t>Structured = organized</a:t>
            </a:r>
            <a:br>
              <a:rPr lang="en-US" sz="2800" dirty="0">
                <a:latin typeface="Calibri" panose="020F0502020204030204" pitchFamily="34" charset="0"/>
                <a:cs typeface="Calibri" panose="020F0502020204030204" pitchFamily="34" charset="0"/>
              </a:rPr>
            </a:br>
            <a:r>
              <a:rPr lang="en-US" sz="2800" dirty="0">
                <a:latin typeface="Calibri" panose="020F0502020204030204" pitchFamily="34" charset="0"/>
                <a:cs typeface="Calibri" panose="020F0502020204030204" pitchFamily="34" charset="0"/>
              </a:rPr>
              <a:t>Unstructured = not organized</a:t>
            </a:r>
          </a:p>
        </p:txBody>
      </p:sp>
    </p:spTree>
    <p:extLst>
      <p:ext uri="{BB962C8B-B14F-4D97-AF65-F5344CB8AC3E}">
        <p14:creationId xmlns:p14="http://schemas.microsoft.com/office/powerpoint/2010/main" val="875910595"/>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00C503C5-6F5A-1C23-66F5-CE7D317243E2}"/>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7B00B276-F2B0-BEB7-C525-93D31644CBE9}"/>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05B57690-F984-2435-FA03-EE02A04EFA7F}"/>
              </a:ext>
            </a:extLst>
          </p:cNvPr>
          <p:cNvSpPr>
            <a:spLocks noGrp="1"/>
          </p:cNvSpPr>
          <p:nvPr>
            <p:ph type="sldNum" sz="quarter" idx="4"/>
          </p:nvPr>
        </p:nvSpPr>
        <p:spPr/>
        <p:txBody>
          <a:bodyPr/>
          <a:lstStyle/>
          <a:p>
            <a:fld id="{16A89BA3-132D-40E1-AAB4-CDCD0A14C216}" type="slidenum">
              <a:rPr lang="en-AU" smtClean="0"/>
              <a:pPr/>
              <a:t>58</a:t>
            </a:fld>
            <a:r>
              <a:rPr lang="en-AU"/>
              <a:t>  |</a:t>
            </a:r>
            <a:endParaRPr lang="en-AU" dirty="0"/>
          </a:p>
        </p:txBody>
      </p:sp>
      <p:sp>
        <p:nvSpPr>
          <p:cNvPr id="9" name="Text Placeholder 3">
            <a:extLst>
              <a:ext uri="{FF2B5EF4-FFF2-40B4-BE49-F238E27FC236}">
                <a16:creationId xmlns:a16="http://schemas.microsoft.com/office/drawing/2014/main" id="{8A7F7BE9-CDB7-5570-5767-8393805EFBA0}"/>
              </a:ext>
            </a:extLst>
          </p:cNvPr>
          <p:cNvSpPr>
            <a:spLocks noGrp="1"/>
          </p:cNvSpPr>
          <p:nvPr>
            <p:ph type="body" sz="quarter" idx="16"/>
          </p:nvPr>
        </p:nvSpPr>
        <p:spPr>
          <a:xfrm>
            <a:off x="0" y="0"/>
            <a:ext cx="7849590" cy="525517"/>
          </a:xfrm>
        </p:spPr>
        <p:txBody>
          <a:bodyPr>
            <a:noAutofit/>
          </a:bodyPr>
          <a:lstStyle/>
          <a:p>
            <a:r>
              <a:rPr lang="en-US" sz="3200" dirty="0">
                <a:latin typeface="Calibri" panose="020F0502020204030204" pitchFamily="34" charset="0"/>
                <a:cs typeface="Calibri" panose="020F0502020204030204" pitchFamily="34" charset="0"/>
              </a:rPr>
              <a:t>Discussion Questions</a:t>
            </a:r>
            <a:endParaRPr lang="en-AU" sz="3000" dirty="0">
              <a:latin typeface="Calibri" panose="020F0502020204030204" pitchFamily="34" charset="0"/>
              <a:cs typeface="Calibri" panose="020F0502020204030204" pitchFamily="34" charset="0"/>
            </a:endParaRPr>
          </a:p>
        </p:txBody>
      </p:sp>
      <p:sp>
        <p:nvSpPr>
          <p:cNvPr id="13" name="TextBox 12">
            <a:extLst>
              <a:ext uri="{FF2B5EF4-FFF2-40B4-BE49-F238E27FC236}">
                <a16:creationId xmlns:a16="http://schemas.microsoft.com/office/drawing/2014/main" id="{B57A2DCA-9E9E-2B14-3D46-B75E1110111B}"/>
              </a:ext>
            </a:extLst>
          </p:cNvPr>
          <p:cNvSpPr txBox="1"/>
          <p:nvPr/>
        </p:nvSpPr>
        <p:spPr>
          <a:xfrm>
            <a:off x="0" y="1154082"/>
            <a:ext cx="9144000" cy="671851"/>
          </a:xfrm>
          <a:prstGeom prst="rect">
            <a:avLst/>
          </a:prstGeom>
          <a:solidFill>
            <a:schemeClr val="bg1"/>
          </a:solidFill>
        </p:spPr>
        <p:txBody>
          <a:bodyPr wrap="square">
            <a:spAutoFit/>
          </a:bodyPr>
          <a:lstStyle/>
          <a:p>
            <a:pPr marL="514350" indent="-514350">
              <a:lnSpc>
                <a:spcPct val="150000"/>
              </a:lnSpc>
              <a:buFont typeface="+mj-lt"/>
              <a:buAutoNum type="arabicPeriod" startAt="3"/>
            </a:pPr>
            <a:r>
              <a:rPr lang="en-US" sz="2800" b="1" dirty="0">
                <a:latin typeface="Calibri" panose="020F0502020204030204" pitchFamily="34" charset="0"/>
                <a:cs typeface="Calibri" panose="020F0502020204030204" pitchFamily="34" charset="0"/>
              </a:rPr>
              <a:t>What career interests you most in data? (</a:t>
            </a:r>
            <a:r>
              <a:rPr lang="en-US" sz="2800" b="1" dirty="0">
                <a:highlight>
                  <a:srgbClr val="00FF00"/>
                </a:highlight>
                <a:latin typeface="Calibri" panose="020F0502020204030204" pitchFamily="34" charset="0"/>
                <a:cs typeface="Calibri" panose="020F0502020204030204" pitchFamily="34" charset="0"/>
              </a:rPr>
              <a:t>1 min</a:t>
            </a:r>
            <a:r>
              <a:rPr lang="en-US" sz="2800" b="1" dirty="0">
                <a:latin typeface="Calibri" panose="020F0502020204030204" pitchFamily="34" charset="0"/>
                <a:cs typeface="Calibri" panose="020F0502020204030204" pitchFamily="34" charset="0"/>
              </a:rPr>
              <a:t>)</a:t>
            </a:r>
          </a:p>
        </p:txBody>
      </p:sp>
      <p:sp>
        <p:nvSpPr>
          <p:cNvPr id="5" name="TextBox 4">
            <a:extLst>
              <a:ext uri="{FF2B5EF4-FFF2-40B4-BE49-F238E27FC236}">
                <a16:creationId xmlns:a16="http://schemas.microsoft.com/office/drawing/2014/main" id="{210A9AFF-CCDC-4885-EF32-A24803BA0660}"/>
              </a:ext>
            </a:extLst>
          </p:cNvPr>
          <p:cNvSpPr txBox="1"/>
          <p:nvPr/>
        </p:nvSpPr>
        <p:spPr>
          <a:xfrm>
            <a:off x="0" y="2290022"/>
            <a:ext cx="9144000" cy="3257174"/>
          </a:xfrm>
          <a:prstGeom prst="rect">
            <a:avLst/>
          </a:prstGeom>
          <a:noFill/>
        </p:spPr>
        <p:txBody>
          <a:bodyPr wrap="square">
            <a:spAutoFit/>
          </a:bodyPr>
          <a:lstStyle/>
          <a:p>
            <a:pPr>
              <a:lnSpc>
                <a:spcPct val="150000"/>
              </a:lnSpc>
            </a:pPr>
            <a:r>
              <a:rPr lang="en-US" sz="2800" dirty="0">
                <a:latin typeface="Calibri" panose="020F0502020204030204" pitchFamily="34" charset="0"/>
                <a:cs typeface="Calibri" panose="020F0502020204030204" pitchFamily="34" charset="0"/>
              </a:rPr>
              <a:t>You can answer personally, but here is a sample response:</a:t>
            </a:r>
          </a:p>
          <a:p>
            <a:pPr>
              <a:lnSpc>
                <a:spcPct val="150000"/>
              </a:lnSpc>
            </a:pPr>
            <a:r>
              <a:rPr lang="en-US" sz="2800" dirty="0">
                <a:latin typeface="Calibri" panose="020F0502020204030204" pitchFamily="34" charset="0"/>
                <a:cs typeface="Calibri" panose="020F0502020204030204" pitchFamily="34" charset="0"/>
              </a:rPr>
              <a:t>“I am most interested in becoming a Data Analyst because I like working with numbers and finding patterns. I enjoy solving problems and helping businesses make better decisions.”</a:t>
            </a:r>
          </a:p>
        </p:txBody>
      </p:sp>
      <p:sp>
        <p:nvSpPr>
          <p:cNvPr id="6" name="TextBox 5">
            <a:extLst>
              <a:ext uri="{FF2B5EF4-FFF2-40B4-BE49-F238E27FC236}">
                <a16:creationId xmlns:a16="http://schemas.microsoft.com/office/drawing/2014/main" id="{23A46B03-8436-C896-43DA-E5DC5A928CED}"/>
              </a:ext>
            </a:extLst>
          </p:cNvPr>
          <p:cNvSpPr txBox="1"/>
          <p:nvPr/>
        </p:nvSpPr>
        <p:spPr>
          <a:xfrm>
            <a:off x="15453" y="5626564"/>
            <a:ext cx="8755116" cy="769441"/>
          </a:xfrm>
          <a:prstGeom prst="rect">
            <a:avLst/>
          </a:prstGeom>
          <a:noFill/>
        </p:spPr>
        <p:txBody>
          <a:bodyPr wrap="square">
            <a:spAutoFit/>
          </a:bodyPr>
          <a:lstStyle/>
          <a:p>
            <a:r>
              <a:rPr lang="en-US" sz="2200" dirty="0">
                <a:latin typeface="Calibri" panose="020F0502020204030204" pitchFamily="34" charset="0"/>
                <a:cs typeface="Calibri" panose="020F0502020204030204" pitchFamily="34" charset="0"/>
              </a:rPr>
              <a:t>There is no right or wrong answer — choose a career that matches your interests and strengths.</a:t>
            </a:r>
          </a:p>
        </p:txBody>
      </p:sp>
    </p:spTree>
    <p:extLst>
      <p:ext uri="{BB962C8B-B14F-4D97-AF65-F5344CB8AC3E}">
        <p14:creationId xmlns:p14="http://schemas.microsoft.com/office/powerpoint/2010/main" val="38061374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anim calcmode="lin" valueType="num">
                                      <p:cBhvr>
                                        <p:cTn id="8" dur="1000" fill="hold"/>
                                        <p:tgtEl>
                                          <p:spTgt spid="5"/>
                                        </p:tgtEl>
                                        <p:attrNameLst>
                                          <p:attrName>ppt_x</p:attrName>
                                        </p:attrNameLst>
                                      </p:cBhvr>
                                      <p:tavLst>
                                        <p:tav tm="0">
                                          <p:val>
                                            <p:strVal val="#ppt_x"/>
                                          </p:val>
                                        </p:tav>
                                        <p:tav tm="100000">
                                          <p:val>
                                            <p:strVal val="#ppt_x"/>
                                          </p:val>
                                        </p:tav>
                                      </p:tavLst>
                                    </p:anim>
                                    <p:anim calcmode="lin" valueType="num">
                                      <p:cBhvr>
                                        <p:cTn id="9" dur="1000" fill="hold"/>
                                        <p:tgtEl>
                                          <p:spTgt spid="5"/>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6">
                                            <p:txEl>
                                              <p:pRg st="0" end="0"/>
                                            </p:txEl>
                                          </p:spTgt>
                                        </p:tgtEl>
                                        <p:attrNameLst>
                                          <p:attrName>style.visibility</p:attrName>
                                        </p:attrNameLst>
                                      </p:cBhvr>
                                      <p:to>
                                        <p:strVal val="visible"/>
                                      </p:to>
                                    </p:set>
                                    <p:animEffect transition="in" filter="fade">
                                      <p:cBhvr>
                                        <p:cTn id="12" dur="1000"/>
                                        <p:tgtEl>
                                          <p:spTgt spid="6">
                                            <p:txEl>
                                              <p:pRg st="0" end="0"/>
                                            </p:txEl>
                                          </p:spTgt>
                                        </p:tgtEl>
                                      </p:cBhvr>
                                    </p:animEffect>
                                    <p:anim calcmode="lin" valueType="num">
                                      <p:cBhvr>
                                        <p:cTn id="13" dur="1000" fill="hold"/>
                                        <p:tgtEl>
                                          <p:spTgt spid="6">
                                            <p:txEl>
                                              <p:pRg st="0" end="0"/>
                                            </p:txEl>
                                          </p:spTgt>
                                        </p:tgtEl>
                                        <p:attrNameLst>
                                          <p:attrName>ppt_x</p:attrName>
                                        </p:attrNameLst>
                                      </p:cBhvr>
                                      <p:tavLst>
                                        <p:tav tm="0">
                                          <p:val>
                                            <p:strVal val="#ppt_x"/>
                                          </p:val>
                                        </p:tav>
                                        <p:tav tm="100000">
                                          <p:val>
                                            <p:strVal val="#ppt_x"/>
                                          </p:val>
                                        </p:tav>
                                      </p:tavLst>
                                    </p:anim>
                                    <p:anim calcmode="lin" valueType="num">
                                      <p:cBhvr>
                                        <p:cTn id="14" dur="1000" fill="hold"/>
                                        <p:tgtEl>
                                          <p:spTgt spid="6">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A9F10CCF-C416-D972-0D5F-C9BBA67B306C}"/>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45B6F0EE-A1F1-71B6-CEFC-A11E4365B59D}"/>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817F3483-FA4C-1924-E239-42C736587551}"/>
              </a:ext>
            </a:extLst>
          </p:cNvPr>
          <p:cNvSpPr>
            <a:spLocks noGrp="1"/>
          </p:cNvSpPr>
          <p:nvPr>
            <p:ph type="sldNum" sz="quarter" idx="4"/>
          </p:nvPr>
        </p:nvSpPr>
        <p:spPr/>
        <p:txBody>
          <a:bodyPr/>
          <a:lstStyle/>
          <a:p>
            <a:fld id="{16A89BA3-132D-40E1-AAB4-CDCD0A14C216}" type="slidenum">
              <a:rPr lang="en-AU" smtClean="0"/>
              <a:pPr/>
              <a:t>59</a:t>
            </a:fld>
            <a:r>
              <a:rPr lang="en-AU"/>
              <a:t>  |</a:t>
            </a:r>
            <a:endParaRPr lang="en-AU" dirty="0"/>
          </a:p>
        </p:txBody>
      </p:sp>
      <p:sp>
        <p:nvSpPr>
          <p:cNvPr id="9" name="Text Placeholder 3">
            <a:extLst>
              <a:ext uri="{FF2B5EF4-FFF2-40B4-BE49-F238E27FC236}">
                <a16:creationId xmlns:a16="http://schemas.microsoft.com/office/drawing/2014/main" id="{5E2A8E8A-F78A-5CDD-8417-2EBE4946CB0C}"/>
              </a:ext>
            </a:extLst>
          </p:cNvPr>
          <p:cNvSpPr>
            <a:spLocks noGrp="1"/>
          </p:cNvSpPr>
          <p:nvPr>
            <p:ph type="body" sz="quarter" idx="16"/>
          </p:nvPr>
        </p:nvSpPr>
        <p:spPr>
          <a:xfrm>
            <a:off x="0" y="0"/>
            <a:ext cx="7849590" cy="510639"/>
          </a:xfrm>
        </p:spPr>
        <p:txBody>
          <a:bodyPr>
            <a:noAutofit/>
          </a:bodyPr>
          <a:lstStyle/>
          <a:p>
            <a:r>
              <a:rPr lang="en-US" sz="3200" dirty="0"/>
              <a:t>Relational Model Overview</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0DA89655-1B42-568C-A5F5-1EB8E5465557}"/>
              </a:ext>
            </a:extLst>
          </p:cNvPr>
          <p:cNvSpPr txBox="1"/>
          <p:nvPr/>
        </p:nvSpPr>
        <p:spPr>
          <a:xfrm>
            <a:off x="0" y="1353788"/>
            <a:ext cx="9144000" cy="3257174"/>
          </a:xfrm>
          <a:prstGeom prst="rect">
            <a:avLst/>
          </a:prstGeom>
          <a:noFill/>
        </p:spPr>
        <p:txBody>
          <a:bodyPr wrap="square">
            <a:spAutoFit/>
          </a:bodyPr>
          <a:lstStyle/>
          <a:p>
            <a:pPr>
              <a:lnSpc>
                <a:spcPct val="150000"/>
              </a:lnSpc>
              <a:buNone/>
            </a:pPr>
            <a:r>
              <a:rPr lang="en-US" sz="2800" dirty="0">
                <a:latin typeface="Calibri" panose="020F0502020204030204" pitchFamily="34" charset="0"/>
                <a:cs typeface="Calibri" panose="020F0502020204030204" pitchFamily="34" charset="0"/>
              </a:rPr>
              <a:t>Relational Model – Linking Tables Together</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Tables are linked using keys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Avoids duplication – use foreign keys to reference data from other tables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Makes querying, updating, and managing data easier</a:t>
            </a:r>
          </a:p>
        </p:txBody>
      </p:sp>
    </p:spTree>
    <p:extLst>
      <p:ext uri="{BB962C8B-B14F-4D97-AF65-F5344CB8AC3E}">
        <p14:creationId xmlns:p14="http://schemas.microsoft.com/office/powerpoint/2010/main" val="1267402109"/>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C69CABEC-18C4-0D9A-156A-17AF7961A105}"/>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232C7FD2-10F5-D81F-52F9-27EB8C31746D}"/>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3895739E-FA0A-9BBE-6396-2B7CCFFB192B}"/>
              </a:ext>
            </a:extLst>
          </p:cNvPr>
          <p:cNvSpPr>
            <a:spLocks noGrp="1"/>
          </p:cNvSpPr>
          <p:nvPr>
            <p:ph type="sldNum" sz="quarter" idx="4"/>
          </p:nvPr>
        </p:nvSpPr>
        <p:spPr/>
        <p:txBody>
          <a:bodyPr/>
          <a:lstStyle/>
          <a:p>
            <a:fld id="{16A89BA3-132D-40E1-AAB4-CDCD0A14C216}" type="slidenum">
              <a:rPr lang="en-AU" smtClean="0"/>
              <a:pPr/>
              <a:t>60</a:t>
            </a:fld>
            <a:r>
              <a:rPr lang="en-AU"/>
              <a:t>  |</a:t>
            </a:r>
            <a:endParaRPr lang="en-AU" dirty="0"/>
          </a:p>
        </p:txBody>
      </p:sp>
      <p:sp>
        <p:nvSpPr>
          <p:cNvPr id="9" name="Text Placeholder 3">
            <a:extLst>
              <a:ext uri="{FF2B5EF4-FFF2-40B4-BE49-F238E27FC236}">
                <a16:creationId xmlns:a16="http://schemas.microsoft.com/office/drawing/2014/main" id="{537C9263-F41E-81AE-9EF6-F9EEE57249D8}"/>
              </a:ext>
            </a:extLst>
          </p:cNvPr>
          <p:cNvSpPr>
            <a:spLocks noGrp="1"/>
          </p:cNvSpPr>
          <p:nvPr>
            <p:ph type="body" sz="quarter" idx="16"/>
          </p:nvPr>
        </p:nvSpPr>
        <p:spPr>
          <a:xfrm>
            <a:off x="0" y="0"/>
            <a:ext cx="7849590" cy="558140"/>
          </a:xfrm>
        </p:spPr>
        <p:txBody>
          <a:bodyPr>
            <a:noAutofit/>
          </a:bodyPr>
          <a:lstStyle/>
          <a:p>
            <a:r>
              <a:rPr lang="en-US" sz="3200" dirty="0"/>
              <a:t>Relational Model Overview</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21126D16-DD46-E4D4-0FDB-D626A2DDFD35}"/>
              </a:ext>
            </a:extLst>
          </p:cNvPr>
          <p:cNvSpPr txBox="1"/>
          <p:nvPr/>
        </p:nvSpPr>
        <p:spPr>
          <a:xfrm>
            <a:off x="0" y="667974"/>
            <a:ext cx="9144000" cy="5842497"/>
          </a:xfrm>
          <a:prstGeom prst="rect">
            <a:avLst/>
          </a:prstGeom>
          <a:noFill/>
        </p:spPr>
        <p:txBody>
          <a:bodyPr wrap="square">
            <a:spAutoFit/>
          </a:bodyPr>
          <a:lstStyle/>
          <a:p>
            <a:pPr lvl="0" eaLnBrk="0" fontAlgn="base" hangingPunct="0">
              <a:lnSpc>
                <a:spcPct val="150000"/>
              </a:lnSpc>
              <a:spcBef>
                <a:spcPct val="0"/>
              </a:spcBef>
              <a:spcAft>
                <a:spcPct val="0"/>
              </a:spcAft>
            </a:pPr>
            <a:r>
              <a:rPr lang="en-US" altLang="en-US" sz="2800" dirty="0">
                <a:latin typeface="Calibri" panose="020F0502020204030204" pitchFamily="34" charset="0"/>
                <a:cs typeface="Calibri" panose="020F0502020204030204" pitchFamily="34" charset="0"/>
              </a:rPr>
              <a:t>Analogy:</a:t>
            </a:r>
            <a:br>
              <a:rPr lang="en-US" altLang="en-US" sz="2800" dirty="0">
                <a:latin typeface="Calibri" panose="020F0502020204030204" pitchFamily="34" charset="0"/>
                <a:cs typeface="Calibri" panose="020F0502020204030204" pitchFamily="34" charset="0"/>
              </a:rPr>
            </a:br>
            <a:r>
              <a:rPr lang="en-US" altLang="en-US" sz="2800" dirty="0">
                <a:latin typeface="Calibri" panose="020F0502020204030204" pitchFamily="34" charset="0"/>
                <a:cs typeface="Calibri" panose="020F0502020204030204" pitchFamily="34" charset="0"/>
              </a:rPr>
              <a:t>Like a Myki card linking your name, travel history, and payment info across systems – not stored in one place, but connected.</a:t>
            </a:r>
          </a:p>
          <a:p>
            <a:pPr lvl="0" eaLnBrk="0" fontAlgn="base" hangingPunct="0">
              <a:lnSpc>
                <a:spcPct val="150000"/>
              </a:lnSpc>
              <a:spcBef>
                <a:spcPct val="0"/>
              </a:spcBef>
              <a:spcAft>
                <a:spcPct val="0"/>
              </a:spcAft>
            </a:pPr>
            <a:r>
              <a:rPr lang="en-US" altLang="en-US" sz="2800" dirty="0">
                <a:latin typeface="Calibri" panose="020F0502020204030204" pitchFamily="34" charset="0"/>
                <a:cs typeface="Calibri" panose="020F0502020204030204" pitchFamily="34" charset="0"/>
              </a:rPr>
              <a:t>Example (University):</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ri" panose="020F0502020204030204" pitchFamily="34" charset="0"/>
                <a:cs typeface="Calibri" panose="020F0502020204030204" pitchFamily="34" charset="0"/>
              </a:rPr>
              <a:t>Students table</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ri" panose="020F0502020204030204" pitchFamily="34" charset="0"/>
                <a:cs typeface="Calibri" panose="020F0502020204030204" pitchFamily="34" charset="0"/>
              </a:rPr>
              <a:t>Courses table</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ri" panose="020F0502020204030204" pitchFamily="34" charset="0"/>
                <a:cs typeface="Calibri" panose="020F0502020204030204" pitchFamily="34" charset="0"/>
              </a:rPr>
              <a:t>Enrollments table (link between both using Student ID and Course Code)</a:t>
            </a:r>
          </a:p>
        </p:txBody>
      </p:sp>
    </p:spTree>
    <p:extLst>
      <p:ext uri="{BB962C8B-B14F-4D97-AF65-F5344CB8AC3E}">
        <p14:creationId xmlns:p14="http://schemas.microsoft.com/office/powerpoint/2010/main" val="717789655"/>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0D324B04-E930-5A18-E576-0FC02EB23C6C}"/>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756A37A8-E755-89CE-8305-A03C133ACAFA}"/>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A8195F20-81FB-6761-8036-7BE2AEBB7A21}"/>
              </a:ext>
            </a:extLst>
          </p:cNvPr>
          <p:cNvSpPr>
            <a:spLocks noGrp="1"/>
          </p:cNvSpPr>
          <p:nvPr>
            <p:ph type="sldNum" sz="quarter" idx="4"/>
          </p:nvPr>
        </p:nvSpPr>
        <p:spPr/>
        <p:txBody>
          <a:bodyPr/>
          <a:lstStyle/>
          <a:p>
            <a:fld id="{16A89BA3-132D-40E1-AAB4-CDCD0A14C216}" type="slidenum">
              <a:rPr lang="en-AU" smtClean="0"/>
              <a:pPr/>
              <a:t>61</a:t>
            </a:fld>
            <a:r>
              <a:rPr lang="en-AU"/>
              <a:t>  |</a:t>
            </a:r>
            <a:endParaRPr lang="en-AU" dirty="0"/>
          </a:p>
        </p:txBody>
      </p:sp>
      <p:sp>
        <p:nvSpPr>
          <p:cNvPr id="9" name="Text Placeholder 3">
            <a:extLst>
              <a:ext uri="{FF2B5EF4-FFF2-40B4-BE49-F238E27FC236}">
                <a16:creationId xmlns:a16="http://schemas.microsoft.com/office/drawing/2014/main" id="{4CCE4640-2CBD-8DDE-7EB2-BF576262E1B5}"/>
              </a:ext>
            </a:extLst>
          </p:cNvPr>
          <p:cNvSpPr>
            <a:spLocks noGrp="1"/>
          </p:cNvSpPr>
          <p:nvPr>
            <p:ph type="body" sz="quarter" idx="16"/>
          </p:nvPr>
        </p:nvSpPr>
        <p:spPr>
          <a:xfrm>
            <a:off x="0" y="0"/>
            <a:ext cx="7849590" cy="463138"/>
          </a:xfrm>
        </p:spPr>
        <p:txBody>
          <a:bodyPr>
            <a:noAutofit/>
          </a:bodyPr>
          <a:lstStyle/>
          <a:p>
            <a:r>
              <a:rPr lang="en-US" sz="3200" dirty="0"/>
              <a:t>Wrap-Up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1FC02BB5-919D-57A7-0E1C-C50D4F312E99}"/>
              </a:ext>
            </a:extLst>
          </p:cNvPr>
          <p:cNvSpPr txBox="1"/>
          <p:nvPr/>
        </p:nvSpPr>
        <p:spPr>
          <a:xfrm>
            <a:off x="0" y="1078726"/>
            <a:ext cx="9144000" cy="5196166"/>
          </a:xfrm>
          <a:prstGeom prst="rect">
            <a:avLst/>
          </a:prstGeom>
          <a:solidFill>
            <a:schemeClr val="bg1"/>
          </a:solidFill>
        </p:spPr>
        <p:txBody>
          <a:bodyPr wrap="square">
            <a:spAutoFit/>
          </a:bodyPr>
          <a:lstStyle/>
          <a:p>
            <a:pPr>
              <a:lnSpc>
                <a:spcPct val="150000"/>
              </a:lnSpc>
            </a:pPr>
            <a:r>
              <a:rPr lang="en-US" sz="2800" dirty="0">
                <a:latin typeface="Calibri" panose="020F0502020204030204" pitchFamily="34" charset="0"/>
                <a:cs typeface="Calibri" panose="020F0502020204030204" pitchFamily="34" charset="0"/>
              </a:rPr>
              <a:t>Week 1 Wrap-Up: What Have You Learned?</a:t>
            </a:r>
          </a:p>
          <a:p>
            <a:pPr>
              <a:lnSpc>
                <a:spcPct val="150000"/>
              </a:lnSpc>
            </a:pPr>
            <a:r>
              <a:rPr lang="en-US" sz="2800" b="1" dirty="0">
                <a:latin typeface="Calibri" panose="020F0502020204030204" pitchFamily="34" charset="0"/>
                <a:cs typeface="Calibri" panose="020F0502020204030204" pitchFamily="34" charset="0"/>
              </a:rPr>
              <a:t>Quick Recap:</a:t>
            </a:r>
            <a:endParaRPr lang="en-US" sz="2800" dirty="0">
              <a:latin typeface="Calibri" panose="020F0502020204030204" pitchFamily="34" charset="0"/>
              <a:cs typeface="Calibri" panose="020F0502020204030204" pitchFamily="34" charset="0"/>
            </a:endParaRP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Data ≠ Information (raw vs processed)</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Databases &gt; file systems for large-scale, reliable storage</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Understand tables, fields, records, keys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Relational model connects data meaningfully</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 is everywhere – from </a:t>
            </a:r>
            <a:r>
              <a:rPr lang="en-US" sz="2800" dirty="0" err="1">
                <a:latin typeface="Calibri" panose="020F0502020204030204" pitchFamily="34" charset="0"/>
                <a:cs typeface="Calibri" panose="020F0502020204030204" pitchFamily="34" charset="0"/>
              </a:rPr>
              <a:t>uni</a:t>
            </a:r>
            <a:r>
              <a:rPr lang="en-US" sz="2800" dirty="0">
                <a:latin typeface="Calibri" panose="020F0502020204030204" pitchFamily="34" charset="0"/>
                <a:cs typeface="Calibri" panose="020F0502020204030204" pitchFamily="34" charset="0"/>
              </a:rPr>
              <a:t> systems to government</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Many career paths involve working with data</a:t>
            </a:r>
          </a:p>
        </p:txBody>
      </p:sp>
    </p:spTree>
    <p:extLst>
      <p:ext uri="{BB962C8B-B14F-4D97-AF65-F5344CB8AC3E}">
        <p14:creationId xmlns:p14="http://schemas.microsoft.com/office/powerpoint/2010/main" val="1975127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animEffect transition="in" filter="fade">
                                      <p:cBhvr>
                                        <p:cTn id="7" dur="1000"/>
                                        <p:tgtEl>
                                          <p:spTgt spid="7">
                                            <p:txEl>
                                              <p:pRg st="1" end="1"/>
                                            </p:txEl>
                                          </p:spTgt>
                                        </p:tgtEl>
                                      </p:cBhvr>
                                    </p:animEffect>
                                    <p:anim calcmode="lin" valueType="num">
                                      <p:cBhvr>
                                        <p:cTn id="8" dur="1000" fill="hold"/>
                                        <p:tgtEl>
                                          <p:spTgt spid="7">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7">
                                            <p:txEl>
                                              <p:pRg st="1" end="1"/>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7">
                                            <p:txEl>
                                              <p:pRg st="2" end="2"/>
                                            </p:txEl>
                                          </p:spTgt>
                                        </p:tgtEl>
                                        <p:attrNameLst>
                                          <p:attrName>style.visibility</p:attrName>
                                        </p:attrNameLst>
                                      </p:cBhvr>
                                      <p:to>
                                        <p:strVal val="visible"/>
                                      </p:to>
                                    </p:set>
                                    <p:animEffect transition="in" filter="fade">
                                      <p:cBhvr>
                                        <p:cTn id="12" dur="1000"/>
                                        <p:tgtEl>
                                          <p:spTgt spid="7">
                                            <p:txEl>
                                              <p:pRg st="2" end="2"/>
                                            </p:txEl>
                                          </p:spTgt>
                                        </p:tgtEl>
                                      </p:cBhvr>
                                    </p:animEffect>
                                    <p:anim calcmode="lin" valueType="num">
                                      <p:cBhvr>
                                        <p:cTn id="13" dur="1000" fill="hold"/>
                                        <p:tgtEl>
                                          <p:spTgt spid="7">
                                            <p:txEl>
                                              <p:pRg st="2" end="2"/>
                                            </p:txEl>
                                          </p:spTgt>
                                        </p:tgtEl>
                                        <p:attrNameLst>
                                          <p:attrName>ppt_x</p:attrName>
                                        </p:attrNameLst>
                                      </p:cBhvr>
                                      <p:tavLst>
                                        <p:tav tm="0">
                                          <p:val>
                                            <p:strVal val="#ppt_x"/>
                                          </p:val>
                                        </p:tav>
                                        <p:tav tm="100000">
                                          <p:val>
                                            <p:strVal val="#ppt_x"/>
                                          </p:val>
                                        </p:tav>
                                      </p:tavLst>
                                    </p:anim>
                                    <p:anim calcmode="lin" valueType="num">
                                      <p:cBhvr>
                                        <p:cTn id="14" dur="1000" fill="hold"/>
                                        <p:tgtEl>
                                          <p:spTgt spid="7">
                                            <p:txEl>
                                              <p:pRg st="2" end="2"/>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7">
                                            <p:txEl>
                                              <p:pRg st="3" end="3"/>
                                            </p:txEl>
                                          </p:spTgt>
                                        </p:tgtEl>
                                        <p:attrNameLst>
                                          <p:attrName>style.visibility</p:attrName>
                                        </p:attrNameLst>
                                      </p:cBhvr>
                                      <p:to>
                                        <p:strVal val="visible"/>
                                      </p:to>
                                    </p:set>
                                    <p:animEffect transition="in" filter="fade">
                                      <p:cBhvr>
                                        <p:cTn id="17" dur="1000"/>
                                        <p:tgtEl>
                                          <p:spTgt spid="7">
                                            <p:txEl>
                                              <p:pRg st="3" end="3"/>
                                            </p:txEl>
                                          </p:spTgt>
                                        </p:tgtEl>
                                      </p:cBhvr>
                                    </p:animEffect>
                                    <p:anim calcmode="lin" valueType="num">
                                      <p:cBhvr>
                                        <p:cTn id="18" dur="1000" fill="hold"/>
                                        <p:tgtEl>
                                          <p:spTgt spid="7">
                                            <p:txEl>
                                              <p:pRg st="3" end="3"/>
                                            </p:txEl>
                                          </p:spTgt>
                                        </p:tgtEl>
                                        <p:attrNameLst>
                                          <p:attrName>ppt_x</p:attrName>
                                        </p:attrNameLst>
                                      </p:cBhvr>
                                      <p:tavLst>
                                        <p:tav tm="0">
                                          <p:val>
                                            <p:strVal val="#ppt_x"/>
                                          </p:val>
                                        </p:tav>
                                        <p:tav tm="100000">
                                          <p:val>
                                            <p:strVal val="#ppt_x"/>
                                          </p:val>
                                        </p:tav>
                                      </p:tavLst>
                                    </p:anim>
                                    <p:anim calcmode="lin" valueType="num">
                                      <p:cBhvr>
                                        <p:cTn id="19" dur="1000" fill="hold"/>
                                        <p:tgtEl>
                                          <p:spTgt spid="7">
                                            <p:txEl>
                                              <p:pRg st="3" end="3"/>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7">
                                            <p:txEl>
                                              <p:pRg st="4" end="4"/>
                                            </p:txEl>
                                          </p:spTgt>
                                        </p:tgtEl>
                                        <p:attrNameLst>
                                          <p:attrName>style.visibility</p:attrName>
                                        </p:attrNameLst>
                                      </p:cBhvr>
                                      <p:to>
                                        <p:strVal val="visible"/>
                                      </p:to>
                                    </p:set>
                                    <p:animEffect transition="in" filter="fade">
                                      <p:cBhvr>
                                        <p:cTn id="22" dur="1000"/>
                                        <p:tgtEl>
                                          <p:spTgt spid="7">
                                            <p:txEl>
                                              <p:pRg st="4" end="4"/>
                                            </p:txEl>
                                          </p:spTgt>
                                        </p:tgtEl>
                                      </p:cBhvr>
                                    </p:animEffect>
                                    <p:anim calcmode="lin" valueType="num">
                                      <p:cBhvr>
                                        <p:cTn id="23" dur="1000" fill="hold"/>
                                        <p:tgtEl>
                                          <p:spTgt spid="7">
                                            <p:txEl>
                                              <p:pRg st="4" end="4"/>
                                            </p:txEl>
                                          </p:spTgt>
                                        </p:tgtEl>
                                        <p:attrNameLst>
                                          <p:attrName>ppt_x</p:attrName>
                                        </p:attrNameLst>
                                      </p:cBhvr>
                                      <p:tavLst>
                                        <p:tav tm="0">
                                          <p:val>
                                            <p:strVal val="#ppt_x"/>
                                          </p:val>
                                        </p:tav>
                                        <p:tav tm="100000">
                                          <p:val>
                                            <p:strVal val="#ppt_x"/>
                                          </p:val>
                                        </p:tav>
                                      </p:tavLst>
                                    </p:anim>
                                    <p:anim calcmode="lin" valueType="num">
                                      <p:cBhvr>
                                        <p:cTn id="24" dur="1000" fill="hold"/>
                                        <p:tgtEl>
                                          <p:spTgt spid="7">
                                            <p:txEl>
                                              <p:pRg st="4" end="4"/>
                                            </p:txEl>
                                          </p:spTgt>
                                        </p:tgtEl>
                                        <p:attrNameLst>
                                          <p:attrName>ppt_y</p:attrName>
                                        </p:attrNameLst>
                                      </p:cBhvr>
                                      <p:tavLst>
                                        <p:tav tm="0">
                                          <p:val>
                                            <p:strVal val="#ppt_y+.1"/>
                                          </p:val>
                                        </p:tav>
                                        <p:tav tm="100000">
                                          <p:val>
                                            <p:strVal val="#ppt_y"/>
                                          </p:val>
                                        </p:tav>
                                      </p:tavLst>
                                    </p:anim>
                                  </p:childTnLst>
                                </p:cTn>
                              </p:par>
                              <p:par>
                                <p:cTn id="25" presetID="42" presetClass="entr" presetSubtype="0" fill="hold" nodeType="withEffect">
                                  <p:stCondLst>
                                    <p:cond delay="0"/>
                                  </p:stCondLst>
                                  <p:childTnLst>
                                    <p:set>
                                      <p:cBhvr>
                                        <p:cTn id="26" dur="1" fill="hold">
                                          <p:stCondLst>
                                            <p:cond delay="0"/>
                                          </p:stCondLst>
                                        </p:cTn>
                                        <p:tgtEl>
                                          <p:spTgt spid="7">
                                            <p:txEl>
                                              <p:pRg st="5" end="5"/>
                                            </p:txEl>
                                          </p:spTgt>
                                        </p:tgtEl>
                                        <p:attrNameLst>
                                          <p:attrName>style.visibility</p:attrName>
                                        </p:attrNameLst>
                                      </p:cBhvr>
                                      <p:to>
                                        <p:strVal val="visible"/>
                                      </p:to>
                                    </p:set>
                                    <p:animEffect transition="in" filter="fade">
                                      <p:cBhvr>
                                        <p:cTn id="27" dur="1000"/>
                                        <p:tgtEl>
                                          <p:spTgt spid="7">
                                            <p:txEl>
                                              <p:pRg st="5" end="5"/>
                                            </p:txEl>
                                          </p:spTgt>
                                        </p:tgtEl>
                                      </p:cBhvr>
                                    </p:animEffect>
                                    <p:anim calcmode="lin" valueType="num">
                                      <p:cBhvr>
                                        <p:cTn id="28" dur="1000" fill="hold"/>
                                        <p:tgtEl>
                                          <p:spTgt spid="7">
                                            <p:txEl>
                                              <p:pRg st="5" end="5"/>
                                            </p:txEl>
                                          </p:spTgt>
                                        </p:tgtEl>
                                        <p:attrNameLst>
                                          <p:attrName>ppt_x</p:attrName>
                                        </p:attrNameLst>
                                      </p:cBhvr>
                                      <p:tavLst>
                                        <p:tav tm="0">
                                          <p:val>
                                            <p:strVal val="#ppt_x"/>
                                          </p:val>
                                        </p:tav>
                                        <p:tav tm="100000">
                                          <p:val>
                                            <p:strVal val="#ppt_x"/>
                                          </p:val>
                                        </p:tav>
                                      </p:tavLst>
                                    </p:anim>
                                    <p:anim calcmode="lin" valueType="num">
                                      <p:cBhvr>
                                        <p:cTn id="29" dur="1000" fill="hold"/>
                                        <p:tgtEl>
                                          <p:spTgt spid="7">
                                            <p:txEl>
                                              <p:pRg st="5" end="5"/>
                                            </p:txEl>
                                          </p:spTgt>
                                        </p:tgtEl>
                                        <p:attrNameLst>
                                          <p:attrName>ppt_y</p:attrName>
                                        </p:attrNameLst>
                                      </p:cBhvr>
                                      <p:tavLst>
                                        <p:tav tm="0">
                                          <p:val>
                                            <p:strVal val="#ppt_y+.1"/>
                                          </p:val>
                                        </p:tav>
                                        <p:tav tm="100000">
                                          <p:val>
                                            <p:strVal val="#ppt_y"/>
                                          </p:val>
                                        </p:tav>
                                      </p:tavLst>
                                    </p:anim>
                                  </p:childTnLst>
                                </p:cTn>
                              </p:par>
                              <p:par>
                                <p:cTn id="30" presetID="42" presetClass="entr" presetSubtype="0" fill="hold" nodeType="withEffect">
                                  <p:stCondLst>
                                    <p:cond delay="0"/>
                                  </p:stCondLst>
                                  <p:childTnLst>
                                    <p:set>
                                      <p:cBhvr>
                                        <p:cTn id="31" dur="1" fill="hold">
                                          <p:stCondLst>
                                            <p:cond delay="0"/>
                                          </p:stCondLst>
                                        </p:cTn>
                                        <p:tgtEl>
                                          <p:spTgt spid="7">
                                            <p:txEl>
                                              <p:pRg st="6" end="6"/>
                                            </p:txEl>
                                          </p:spTgt>
                                        </p:tgtEl>
                                        <p:attrNameLst>
                                          <p:attrName>style.visibility</p:attrName>
                                        </p:attrNameLst>
                                      </p:cBhvr>
                                      <p:to>
                                        <p:strVal val="visible"/>
                                      </p:to>
                                    </p:set>
                                    <p:animEffect transition="in" filter="fade">
                                      <p:cBhvr>
                                        <p:cTn id="32" dur="1000"/>
                                        <p:tgtEl>
                                          <p:spTgt spid="7">
                                            <p:txEl>
                                              <p:pRg st="6" end="6"/>
                                            </p:txEl>
                                          </p:spTgt>
                                        </p:tgtEl>
                                      </p:cBhvr>
                                    </p:animEffect>
                                    <p:anim calcmode="lin" valueType="num">
                                      <p:cBhvr>
                                        <p:cTn id="33" dur="1000" fill="hold"/>
                                        <p:tgtEl>
                                          <p:spTgt spid="7">
                                            <p:txEl>
                                              <p:pRg st="6" end="6"/>
                                            </p:txEl>
                                          </p:spTgt>
                                        </p:tgtEl>
                                        <p:attrNameLst>
                                          <p:attrName>ppt_x</p:attrName>
                                        </p:attrNameLst>
                                      </p:cBhvr>
                                      <p:tavLst>
                                        <p:tav tm="0">
                                          <p:val>
                                            <p:strVal val="#ppt_x"/>
                                          </p:val>
                                        </p:tav>
                                        <p:tav tm="100000">
                                          <p:val>
                                            <p:strVal val="#ppt_x"/>
                                          </p:val>
                                        </p:tav>
                                      </p:tavLst>
                                    </p:anim>
                                    <p:anim calcmode="lin" valueType="num">
                                      <p:cBhvr>
                                        <p:cTn id="34" dur="1000" fill="hold"/>
                                        <p:tgtEl>
                                          <p:spTgt spid="7">
                                            <p:txEl>
                                              <p:pRg st="6" end="6"/>
                                            </p:txEl>
                                          </p:spTgt>
                                        </p:tgtEl>
                                        <p:attrNameLst>
                                          <p:attrName>ppt_y</p:attrName>
                                        </p:attrNameLst>
                                      </p:cBhvr>
                                      <p:tavLst>
                                        <p:tav tm="0">
                                          <p:val>
                                            <p:strVal val="#ppt_y+.1"/>
                                          </p:val>
                                        </p:tav>
                                        <p:tav tm="100000">
                                          <p:val>
                                            <p:strVal val="#ppt_y"/>
                                          </p:val>
                                        </p:tav>
                                      </p:tavLst>
                                    </p:anim>
                                  </p:childTnLst>
                                </p:cTn>
                              </p:par>
                              <p:par>
                                <p:cTn id="35" presetID="42" presetClass="entr" presetSubtype="0" fill="hold" nodeType="withEffect">
                                  <p:stCondLst>
                                    <p:cond delay="0"/>
                                  </p:stCondLst>
                                  <p:childTnLst>
                                    <p:set>
                                      <p:cBhvr>
                                        <p:cTn id="36" dur="1" fill="hold">
                                          <p:stCondLst>
                                            <p:cond delay="0"/>
                                          </p:stCondLst>
                                        </p:cTn>
                                        <p:tgtEl>
                                          <p:spTgt spid="7">
                                            <p:txEl>
                                              <p:pRg st="7" end="7"/>
                                            </p:txEl>
                                          </p:spTgt>
                                        </p:tgtEl>
                                        <p:attrNameLst>
                                          <p:attrName>style.visibility</p:attrName>
                                        </p:attrNameLst>
                                      </p:cBhvr>
                                      <p:to>
                                        <p:strVal val="visible"/>
                                      </p:to>
                                    </p:set>
                                    <p:animEffect transition="in" filter="fade">
                                      <p:cBhvr>
                                        <p:cTn id="37" dur="1000"/>
                                        <p:tgtEl>
                                          <p:spTgt spid="7">
                                            <p:txEl>
                                              <p:pRg st="7" end="7"/>
                                            </p:txEl>
                                          </p:spTgt>
                                        </p:tgtEl>
                                      </p:cBhvr>
                                    </p:animEffect>
                                    <p:anim calcmode="lin" valueType="num">
                                      <p:cBhvr>
                                        <p:cTn id="38" dur="1000" fill="hold"/>
                                        <p:tgtEl>
                                          <p:spTgt spid="7">
                                            <p:txEl>
                                              <p:pRg st="7" end="7"/>
                                            </p:txEl>
                                          </p:spTgt>
                                        </p:tgtEl>
                                        <p:attrNameLst>
                                          <p:attrName>ppt_x</p:attrName>
                                        </p:attrNameLst>
                                      </p:cBhvr>
                                      <p:tavLst>
                                        <p:tav tm="0">
                                          <p:val>
                                            <p:strVal val="#ppt_x"/>
                                          </p:val>
                                        </p:tav>
                                        <p:tav tm="100000">
                                          <p:val>
                                            <p:strVal val="#ppt_x"/>
                                          </p:val>
                                        </p:tav>
                                      </p:tavLst>
                                    </p:anim>
                                    <p:anim calcmode="lin" valueType="num">
                                      <p:cBhvr>
                                        <p:cTn id="39" dur="1000" fill="hold"/>
                                        <p:tgtEl>
                                          <p:spTgt spid="7">
                                            <p:txEl>
                                              <p:pRg st="7" end="7"/>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D697CC2F-023B-90CA-7214-A39ACB57DA65}"/>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DF0D68A8-5DE1-9273-D71D-522BA2CAC5B3}"/>
              </a:ext>
            </a:extLst>
          </p:cNvPr>
          <p:cNvPicPr>
            <a:picLocks noChangeAspect="1"/>
          </p:cNvPicPr>
          <p:nvPr/>
        </p:nvPicPr>
        <p:blipFill>
          <a:blip r:embed="rId3"/>
          <a:srcRect t="9080" b="5505"/>
          <a:stretch>
            <a:fillRect/>
          </a:stretch>
        </p:blipFill>
        <p:spPr>
          <a:xfrm>
            <a:off x="0" y="2704390"/>
            <a:ext cx="8645071" cy="4153610"/>
          </a:xfrm>
          <a:prstGeom prst="rect">
            <a:avLst/>
          </a:prstGeom>
        </p:spPr>
      </p:pic>
      <p:sp>
        <p:nvSpPr>
          <p:cNvPr id="4" name="Slide Number Placeholder 3">
            <a:extLst>
              <a:ext uri="{FF2B5EF4-FFF2-40B4-BE49-F238E27FC236}">
                <a16:creationId xmlns:a16="http://schemas.microsoft.com/office/drawing/2014/main" id="{B4BFACEC-7BF5-0026-2AC3-719657BF8D3C}"/>
              </a:ext>
            </a:extLst>
          </p:cNvPr>
          <p:cNvSpPr>
            <a:spLocks noGrp="1"/>
          </p:cNvSpPr>
          <p:nvPr>
            <p:ph type="sldNum" sz="quarter" idx="4"/>
          </p:nvPr>
        </p:nvSpPr>
        <p:spPr/>
        <p:txBody>
          <a:bodyPr/>
          <a:lstStyle/>
          <a:p>
            <a:fld id="{16A89BA3-132D-40E1-AAB4-CDCD0A14C216}" type="slidenum">
              <a:rPr lang="en-AU" smtClean="0"/>
              <a:pPr/>
              <a:t>62</a:t>
            </a:fld>
            <a:r>
              <a:rPr lang="en-AU"/>
              <a:t>  |</a:t>
            </a:r>
            <a:endParaRPr lang="en-AU" dirty="0"/>
          </a:p>
        </p:txBody>
      </p:sp>
      <p:sp>
        <p:nvSpPr>
          <p:cNvPr id="9" name="Text Placeholder 3">
            <a:extLst>
              <a:ext uri="{FF2B5EF4-FFF2-40B4-BE49-F238E27FC236}">
                <a16:creationId xmlns:a16="http://schemas.microsoft.com/office/drawing/2014/main" id="{1F6FA9C4-9A8F-2219-4ECC-828BF3F744EB}"/>
              </a:ext>
            </a:extLst>
          </p:cNvPr>
          <p:cNvSpPr>
            <a:spLocks noGrp="1"/>
          </p:cNvSpPr>
          <p:nvPr>
            <p:ph type="body" sz="quarter" idx="16"/>
          </p:nvPr>
        </p:nvSpPr>
        <p:spPr>
          <a:xfrm>
            <a:off x="0" y="0"/>
            <a:ext cx="7849590" cy="463138"/>
          </a:xfrm>
        </p:spPr>
        <p:txBody>
          <a:bodyPr>
            <a:noAutofit/>
          </a:bodyPr>
          <a:lstStyle/>
          <a:p>
            <a:r>
              <a:rPr lang="en-US" sz="3200" dirty="0"/>
              <a:t>Knowledge Check and Tutorial Activity</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ABE85B9B-70E5-0112-4B2E-3F4898377BD7}"/>
              </a:ext>
            </a:extLst>
          </p:cNvPr>
          <p:cNvSpPr txBox="1"/>
          <p:nvPr/>
        </p:nvSpPr>
        <p:spPr>
          <a:xfrm>
            <a:off x="0" y="751097"/>
            <a:ext cx="9144000" cy="1964512"/>
          </a:xfrm>
          <a:prstGeom prst="rect">
            <a:avLst/>
          </a:prstGeom>
          <a:solidFill>
            <a:schemeClr val="bg1"/>
          </a:solidFill>
        </p:spPr>
        <p:txBody>
          <a:bodyPr wrap="square">
            <a:spAutoFit/>
          </a:bodyPr>
          <a:lstStyle/>
          <a:p>
            <a:pPr>
              <a:lnSpc>
                <a:spcPct val="150000"/>
              </a:lnSpc>
            </a:pPr>
            <a:r>
              <a:rPr lang="en-US" sz="2800" b="1" dirty="0">
                <a:latin typeface="Calibri" panose="020F0502020204030204" pitchFamily="34" charset="0"/>
                <a:cs typeface="Calibri" panose="020F0502020204030204" pitchFamily="34" charset="0"/>
              </a:rPr>
              <a:t>Knowledge Check:</a:t>
            </a:r>
            <a:br>
              <a:rPr lang="en-US" sz="2800" dirty="0">
                <a:latin typeface="Calibri" panose="020F0502020204030204" pitchFamily="34" charset="0"/>
                <a:cs typeface="Calibri" panose="020F0502020204030204" pitchFamily="34" charset="0"/>
              </a:rPr>
            </a:br>
            <a:r>
              <a:rPr lang="en-US" sz="2800" dirty="0">
                <a:latin typeface="Calibri" panose="020F0502020204030204" pitchFamily="34" charset="0"/>
                <a:cs typeface="Calibri" panose="020F0502020204030204" pitchFamily="34" charset="0"/>
              </a:rPr>
              <a:t>For each week, you must compete Knowledge check and tutorial activity</a:t>
            </a:r>
          </a:p>
        </p:txBody>
      </p:sp>
      <p:sp>
        <p:nvSpPr>
          <p:cNvPr id="6" name="Rectangle: Rounded Corners 5">
            <a:extLst>
              <a:ext uri="{FF2B5EF4-FFF2-40B4-BE49-F238E27FC236}">
                <a16:creationId xmlns:a16="http://schemas.microsoft.com/office/drawing/2014/main" id="{1C51D970-C54D-4979-329C-4C10B7EDBB11}"/>
              </a:ext>
            </a:extLst>
          </p:cNvPr>
          <p:cNvSpPr/>
          <p:nvPr/>
        </p:nvSpPr>
        <p:spPr>
          <a:xfrm>
            <a:off x="1673056" y="4657155"/>
            <a:ext cx="2089647" cy="650348"/>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03947049"/>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96246175-B93F-9FC2-3942-469A82867439}"/>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EBC5F633-9163-1E92-FD1C-FC92618A7CAE}"/>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BA3897D1-6136-7D2A-FD5C-81AD695FF769}"/>
              </a:ext>
            </a:extLst>
          </p:cNvPr>
          <p:cNvSpPr>
            <a:spLocks noGrp="1"/>
          </p:cNvSpPr>
          <p:nvPr>
            <p:ph type="sldNum" sz="quarter" idx="4"/>
          </p:nvPr>
        </p:nvSpPr>
        <p:spPr/>
        <p:txBody>
          <a:bodyPr/>
          <a:lstStyle/>
          <a:p>
            <a:fld id="{16A89BA3-132D-40E1-AAB4-CDCD0A14C216}" type="slidenum">
              <a:rPr lang="en-AU" smtClean="0"/>
              <a:pPr/>
              <a:t>63</a:t>
            </a:fld>
            <a:r>
              <a:rPr lang="en-AU"/>
              <a:t>  |</a:t>
            </a:r>
            <a:endParaRPr lang="en-AU" dirty="0"/>
          </a:p>
        </p:txBody>
      </p:sp>
      <p:sp>
        <p:nvSpPr>
          <p:cNvPr id="9" name="Text Placeholder 3">
            <a:extLst>
              <a:ext uri="{FF2B5EF4-FFF2-40B4-BE49-F238E27FC236}">
                <a16:creationId xmlns:a16="http://schemas.microsoft.com/office/drawing/2014/main" id="{5A40C46E-4B74-59A2-553C-176A7B2F776B}"/>
              </a:ext>
            </a:extLst>
          </p:cNvPr>
          <p:cNvSpPr>
            <a:spLocks noGrp="1"/>
          </p:cNvSpPr>
          <p:nvPr>
            <p:ph type="body" sz="quarter" idx="16"/>
          </p:nvPr>
        </p:nvSpPr>
        <p:spPr>
          <a:xfrm>
            <a:off x="0" y="0"/>
            <a:ext cx="7849590" cy="463138"/>
          </a:xfrm>
        </p:spPr>
        <p:txBody>
          <a:bodyPr>
            <a:noAutofit/>
          </a:bodyPr>
          <a:lstStyle/>
          <a:p>
            <a:r>
              <a:rPr lang="en-US" sz="3200" dirty="0"/>
              <a:t>Week 1 Knowledge Check</a:t>
            </a:r>
            <a:endParaRPr lang="en-AU" sz="3000" dirty="0">
              <a:latin typeface="Calibri" panose="020F0502020204030204" pitchFamily="34" charset="0"/>
              <a:cs typeface="Calibri" panose="020F0502020204030204" pitchFamily="34" charset="0"/>
            </a:endParaRPr>
          </a:p>
        </p:txBody>
      </p:sp>
      <p:pic>
        <p:nvPicPr>
          <p:cNvPr id="5" name="Picture 4">
            <a:extLst>
              <a:ext uri="{FF2B5EF4-FFF2-40B4-BE49-F238E27FC236}">
                <a16:creationId xmlns:a16="http://schemas.microsoft.com/office/drawing/2014/main" id="{4889667A-5008-D679-CED5-EDF8A531E834}"/>
              </a:ext>
            </a:extLst>
          </p:cNvPr>
          <p:cNvPicPr>
            <a:picLocks noChangeAspect="1"/>
          </p:cNvPicPr>
          <p:nvPr/>
        </p:nvPicPr>
        <p:blipFill>
          <a:blip r:embed="rId3"/>
          <a:srcRect t="8672" b="13882"/>
          <a:stretch>
            <a:fillRect/>
          </a:stretch>
        </p:blipFill>
        <p:spPr>
          <a:xfrm>
            <a:off x="0" y="1437290"/>
            <a:ext cx="9144000" cy="3983420"/>
          </a:xfrm>
          <a:prstGeom prst="rect">
            <a:avLst/>
          </a:prstGeom>
        </p:spPr>
      </p:pic>
    </p:spTree>
    <p:extLst>
      <p:ext uri="{BB962C8B-B14F-4D97-AF65-F5344CB8AC3E}">
        <p14:creationId xmlns:p14="http://schemas.microsoft.com/office/powerpoint/2010/main" val="267557710"/>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7FDAAE97-9ACD-F6DD-5B62-B0A8C8590D60}"/>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4667BD1B-A229-D4AC-D87D-E7D4DA5B1DD4}"/>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334F06EA-C50C-AEB0-E806-C0F9781183B1}"/>
              </a:ext>
            </a:extLst>
          </p:cNvPr>
          <p:cNvSpPr>
            <a:spLocks noGrp="1"/>
          </p:cNvSpPr>
          <p:nvPr>
            <p:ph type="sldNum" sz="quarter" idx="4"/>
          </p:nvPr>
        </p:nvSpPr>
        <p:spPr/>
        <p:txBody>
          <a:bodyPr/>
          <a:lstStyle/>
          <a:p>
            <a:fld id="{16A89BA3-132D-40E1-AAB4-CDCD0A14C216}" type="slidenum">
              <a:rPr lang="en-AU" smtClean="0"/>
              <a:pPr/>
              <a:t>64</a:t>
            </a:fld>
            <a:r>
              <a:rPr lang="en-AU"/>
              <a:t>  |</a:t>
            </a:r>
            <a:endParaRPr lang="en-AU" dirty="0"/>
          </a:p>
        </p:txBody>
      </p:sp>
      <p:sp>
        <p:nvSpPr>
          <p:cNvPr id="9" name="Text Placeholder 3">
            <a:extLst>
              <a:ext uri="{FF2B5EF4-FFF2-40B4-BE49-F238E27FC236}">
                <a16:creationId xmlns:a16="http://schemas.microsoft.com/office/drawing/2014/main" id="{5D13ADB9-D516-CEE4-61C1-BCDF2AC94B36}"/>
              </a:ext>
            </a:extLst>
          </p:cNvPr>
          <p:cNvSpPr>
            <a:spLocks noGrp="1"/>
          </p:cNvSpPr>
          <p:nvPr>
            <p:ph type="body" sz="quarter" idx="16"/>
          </p:nvPr>
        </p:nvSpPr>
        <p:spPr>
          <a:xfrm>
            <a:off x="0" y="0"/>
            <a:ext cx="7849590" cy="463138"/>
          </a:xfrm>
        </p:spPr>
        <p:txBody>
          <a:bodyPr>
            <a:noAutofit/>
          </a:bodyPr>
          <a:lstStyle/>
          <a:p>
            <a:r>
              <a:rPr lang="en-US" sz="3200" dirty="0"/>
              <a:t>Week 1 Knowledge Check</a:t>
            </a:r>
            <a:endParaRPr lang="en-AU" sz="3000" dirty="0">
              <a:latin typeface="Calibri" panose="020F0502020204030204" pitchFamily="34" charset="0"/>
              <a:cs typeface="Calibri" panose="020F0502020204030204" pitchFamily="34" charset="0"/>
            </a:endParaRPr>
          </a:p>
        </p:txBody>
      </p:sp>
      <p:pic>
        <p:nvPicPr>
          <p:cNvPr id="8" name="Picture 7">
            <a:extLst>
              <a:ext uri="{FF2B5EF4-FFF2-40B4-BE49-F238E27FC236}">
                <a16:creationId xmlns:a16="http://schemas.microsoft.com/office/drawing/2014/main" id="{62999F3F-CCA5-9D4D-20F3-257520FE9623}"/>
              </a:ext>
            </a:extLst>
          </p:cNvPr>
          <p:cNvPicPr>
            <a:picLocks noChangeAspect="1"/>
          </p:cNvPicPr>
          <p:nvPr/>
        </p:nvPicPr>
        <p:blipFill>
          <a:blip r:embed="rId3"/>
          <a:srcRect t="8264" r="19081" b="4686"/>
          <a:stretch>
            <a:fillRect/>
          </a:stretch>
        </p:blipFill>
        <p:spPr>
          <a:xfrm>
            <a:off x="-5499" y="1036040"/>
            <a:ext cx="8387255" cy="5075242"/>
          </a:xfrm>
          <a:prstGeom prst="rect">
            <a:avLst/>
          </a:prstGeom>
        </p:spPr>
      </p:pic>
    </p:spTree>
    <p:extLst>
      <p:ext uri="{BB962C8B-B14F-4D97-AF65-F5344CB8AC3E}">
        <p14:creationId xmlns:p14="http://schemas.microsoft.com/office/powerpoint/2010/main" val="645656938"/>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C3FF3A03-3D3C-EACB-E0B7-FC86DBC424E4}"/>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321A5E1F-C2C6-A763-D75E-7A81443F6917}"/>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C9BC5502-B8E4-939C-96A5-7BA4328EDFC3}"/>
              </a:ext>
            </a:extLst>
          </p:cNvPr>
          <p:cNvSpPr>
            <a:spLocks noGrp="1"/>
          </p:cNvSpPr>
          <p:nvPr>
            <p:ph type="sldNum" sz="quarter" idx="4"/>
          </p:nvPr>
        </p:nvSpPr>
        <p:spPr/>
        <p:txBody>
          <a:bodyPr/>
          <a:lstStyle/>
          <a:p>
            <a:fld id="{16A89BA3-132D-40E1-AAB4-CDCD0A14C216}" type="slidenum">
              <a:rPr lang="en-AU" smtClean="0"/>
              <a:pPr/>
              <a:t>65</a:t>
            </a:fld>
            <a:r>
              <a:rPr lang="en-AU"/>
              <a:t>  |</a:t>
            </a:r>
            <a:endParaRPr lang="en-AU" dirty="0"/>
          </a:p>
        </p:txBody>
      </p:sp>
      <p:sp>
        <p:nvSpPr>
          <p:cNvPr id="9" name="Text Placeholder 3">
            <a:extLst>
              <a:ext uri="{FF2B5EF4-FFF2-40B4-BE49-F238E27FC236}">
                <a16:creationId xmlns:a16="http://schemas.microsoft.com/office/drawing/2014/main" id="{B47106F4-F896-2A67-71E7-8E13F8D49E4E}"/>
              </a:ext>
            </a:extLst>
          </p:cNvPr>
          <p:cNvSpPr>
            <a:spLocks noGrp="1"/>
          </p:cNvSpPr>
          <p:nvPr>
            <p:ph type="body" sz="quarter" idx="16"/>
          </p:nvPr>
        </p:nvSpPr>
        <p:spPr>
          <a:xfrm>
            <a:off x="0" y="0"/>
            <a:ext cx="7849590" cy="463138"/>
          </a:xfrm>
        </p:spPr>
        <p:txBody>
          <a:bodyPr>
            <a:noAutofit/>
          </a:bodyPr>
          <a:lstStyle/>
          <a:p>
            <a:r>
              <a:rPr lang="en-US" sz="3200" dirty="0"/>
              <a:t>WEEK 1 TUTORIAL GUIDELINE</a:t>
            </a:r>
            <a:endParaRPr lang="en-AU" sz="3000" dirty="0">
              <a:latin typeface="Calibri" panose="020F0502020204030204" pitchFamily="34" charset="0"/>
              <a:cs typeface="Calibri" panose="020F0502020204030204" pitchFamily="34" charset="0"/>
            </a:endParaRPr>
          </a:p>
        </p:txBody>
      </p:sp>
      <p:pic>
        <p:nvPicPr>
          <p:cNvPr id="5" name="Picture 4">
            <a:extLst>
              <a:ext uri="{FF2B5EF4-FFF2-40B4-BE49-F238E27FC236}">
                <a16:creationId xmlns:a16="http://schemas.microsoft.com/office/drawing/2014/main" id="{08512C1D-9BD0-F70E-71F8-152BE6D8DE76}"/>
              </a:ext>
            </a:extLst>
          </p:cNvPr>
          <p:cNvPicPr>
            <a:picLocks noChangeAspect="1"/>
          </p:cNvPicPr>
          <p:nvPr/>
        </p:nvPicPr>
        <p:blipFill>
          <a:blip r:embed="rId3"/>
          <a:srcRect t="9081" b="5096"/>
          <a:stretch>
            <a:fillRect/>
          </a:stretch>
        </p:blipFill>
        <p:spPr>
          <a:xfrm>
            <a:off x="0" y="1324303"/>
            <a:ext cx="9144000" cy="4414346"/>
          </a:xfrm>
          <a:prstGeom prst="rect">
            <a:avLst/>
          </a:prstGeom>
          <a:ln w="38100">
            <a:solidFill>
              <a:schemeClr val="accent1"/>
            </a:solidFill>
          </a:ln>
        </p:spPr>
      </p:pic>
    </p:spTree>
    <p:extLst>
      <p:ext uri="{BB962C8B-B14F-4D97-AF65-F5344CB8AC3E}">
        <p14:creationId xmlns:p14="http://schemas.microsoft.com/office/powerpoint/2010/main" val="989600105"/>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A4C57061-A24F-F80B-246C-1EC620FB45E7}"/>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21A46CFC-18AF-5CFC-23FE-92F5BE25D719}"/>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BA632BF0-2627-FB37-27BC-91B275E4C4B2}"/>
              </a:ext>
            </a:extLst>
          </p:cNvPr>
          <p:cNvSpPr>
            <a:spLocks noGrp="1"/>
          </p:cNvSpPr>
          <p:nvPr>
            <p:ph type="sldNum" sz="quarter" idx="4"/>
          </p:nvPr>
        </p:nvSpPr>
        <p:spPr/>
        <p:txBody>
          <a:bodyPr/>
          <a:lstStyle/>
          <a:p>
            <a:fld id="{16A89BA3-132D-40E1-AAB4-CDCD0A14C216}" type="slidenum">
              <a:rPr lang="en-AU" smtClean="0"/>
              <a:pPr/>
              <a:t>66</a:t>
            </a:fld>
            <a:r>
              <a:rPr lang="en-AU"/>
              <a:t>  |</a:t>
            </a:r>
            <a:endParaRPr lang="en-AU" dirty="0"/>
          </a:p>
        </p:txBody>
      </p:sp>
      <p:sp>
        <p:nvSpPr>
          <p:cNvPr id="9" name="Text Placeholder 3">
            <a:extLst>
              <a:ext uri="{FF2B5EF4-FFF2-40B4-BE49-F238E27FC236}">
                <a16:creationId xmlns:a16="http://schemas.microsoft.com/office/drawing/2014/main" id="{80B69C0A-EE7A-AF3D-925B-3009F090BC3E}"/>
              </a:ext>
            </a:extLst>
          </p:cNvPr>
          <p:cNvSpPr>
            <a:spLocks noGrp="1"/>
          </p:cNvSpPr>
          <p:nvPr>
            <p:ph type="body" sz="quarter" idx="16"/>
          </p:nvPr>
        </p:nvSpPr>
        <p:spPr>
          <a:xfrm>
            <a:off x="0" y="0"/>
            <a:ext cx="7849590" cy="463138"/>
          </a:xfrm>
        </p:spPr>
        <p:txBody>
          <a:bodyPr>
            <a:noAutofit/>
          </a:bodyPr>
          <a:lstStyle/>
          <a:p>
            <a:r>
              <a:rPr lang="en-US" sz="3200" dirty="0"/>
              <a:t>WEEK 1 TUTORIAL GUIDELINE</a:t>
            </a:r>
            <a:endParaRPr lang="en-AU" sz="3000" dirty="0">
              <a:latin typeface="Calibri" panose="020F0502020204030204" pitchFamily="34" charset="0"/>
              <a:cs typeface="Calibri" panose="020F0502020204030204" pitchFamily="34" charset="0"/>
            </a:endParaRPr>
          </a:p>
        </p:txBody>
      </p:sp>
      <p:pic>
        <p:nvPicPr>
          <p:cNvPr id="6" name="Picture 5">
            <a:extLst>
              <a:ext uri="{FF2B5EF4-FFF2-40B4-BE49-F238E27FC236}">
                <a16:creationId xmlns:a16="http://schemas.microsoft.com/office/drawing/2014/main" id="{13AC2906-1195-D10F-654A-99723D0333AA}"/>
              </a:ext>
            </a:extLst>
          </p:cNvPr>
          <p:cNvPicPr>
            <a:picLocks noChangeAspect="1"/>
          </p:cNvPicPr>
          <p:nvPr/>
        </p:nvPicPr>
        <p:blipFill>
          <a:blip r:embed="rId3"/>
          <a:srcRect r="16960" b="15973"/>
          <a:stretch>
            <a:fillRect/>
          </a:stretch>
        </p:blipFill>
        <p:spPr>
          <a:xfrm>
            <a:off x="0" y="857250"/>
            <a:ext cx="7593178" cy="4321912"/>
          </a:xfrm>
          <a:prstGeom prst="rect">
            <a:avLst/>
          </a:prstGeom>
        </p:spPr>
      </p:pic>
    </p:spTree>
    <p:extLst>
      <p:ext uri="{BB962C8B-B14F-4D97-AF65-F5344CB8AC3E}">
        <p14:creationId xmlns:p14="http://schemas.microsoft.com/office/powerpoint/2010/main" val="2855344989"/>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40B90830-65C8-1433-8EE7-A50A4A39883A}"/>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6DDBA555-C199-BCF8-636A-41D6A6EED85B}"/>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661988E7-88C3-0D89-14DF-815CE01DFD35}"/>
              </a:ext>
            </a:extLst>
          </p:cNvPr>
          <p:cNvSpPr>
            <a:spLocks noGrp="1"/>
          </p:cNvSpPr>
          <p:nvPr>
            <p:ph type="sldNum" sz="quarter" idx="4"/>
          </p:nvPr>
        </p:nvSpPr>
        <p:spPr/>
        <p:txBody>
          <a:bodyPr/>
          <a:lstStyle/>
          <a:p>
            <a:fld id="{16A89BA3-132D-40E1-AAB4-CDCD0A14C216}" type="slidenum">
              <a:rPr lang="en-AU" smtClean="0"/>
              <a:pPr/>
              <a:t>67</a:t>
            </a:fld>
            <a:r>
              <a:rPr lang="en-AU"/>
              <a:t>  |</a:t>
            </a:r>
            <a:endParaRPr lang="en-AU" dirty="0"/>
          </a:p>
        </p:txBody>
      </p:sp>
      <p:sp>
        <p:nvSpPr>
          <p:cNvPr id="9" name="Text Placeholder 3">
            <a:extLst>
              <a:ext uri="{FF2B5EF4-FFF2-40B4-BE49-F238E27FC236}">
                <a16:creationId xmlns:a16="http://schemas.microsoft.com/office/drawing/2014/main" id="{45699D7D-C055-0DD7-1F0E-F43603DC116B}"/>
              </a:ext>
            </a:extLst>
          </p:cNvPr>
          <p:cNvSpPr>
            <a:spLocks noGrp="1"/>
          </p:cNvSpPr>
          <p:nvPr>
            <p:ph type="body" sz="quarter" idx="16"/>
          </p:nvPr>
        </p:nvSpPr>
        <p:spPr>
          <a:xfrm>
            <a:off x="0" y="0"/>
            <a:ext cx="7849590" cy="463138"/>
          </a:xfrm>
        </p:spPr>
        <p:txBody>
          <a:bodyPr>
            <a:noAutofit/>
          </a:bodyPr>
          <a:lstStyle/>
          <a:p>
            <a:r>
              <a:rPr lang="en-US" sz="3200" dirty="0"/>
              <a:t>WEEK 1 TUTORIAL GUIDELINE</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034BEBF3-0E42-6623-74E5-F6F6D42E6398}"/>
              </a:ext>
            </a:extLst>
          </p:cNvPr>
          <p:cNvSpPr txBox="1"/>
          <p:nvPr/>
        </p:nvSpPr>
        <p:spPr>
          <a:xfrm>
            <a:off x="0" y="1755080"/>
            <a:ext cx="9144000" cy="2805063"/>
          </a:xfrm>
          <a:prstGeom prst="rect">
            <a:avLst/>
          </a:prstGeom>
          <a:solidFill>
            <a:schemeClr val="bg1"/>
          </a:solidFill>
        </p:spPr>
        <p:txBody>
          <a:bodyPr wrap="square">
            <a:spAutoFit/>
          </a:bodyPr>
          <a:lstStyle/>
          <a:p>
            <a:pPr marL="320675" eaLnBrk="0" fontAlgn="base" hangingPunct="0">
              <a:lnSpc>
                <a:spcPct val="150000"/>
              </a:lnSpc>
              <a:spcBef>
                <a:spcPct val="0"/>
              </a:spcBef>
              <a:spcAft>
                <a:spcPct val="0"/>
              </a:spcAft>
            </a:pPr>
            <a:r>
              <a:rPr lang="en-US" sz="2400" dirty="0">
                <a:latin typeface="Calibri" panose="020F0502020204030204" pitchFamily="34" charset="0"/>
                <a:cs typeface="Calibri" panose="020F0502020204030204" pitchFamily="34" charset="0"/>
              </a:rPr>
              <a:t>This part is an optional guide created to help you understand and implement the steps from the official </a:t>
            </a:r>
            <a:r>
              <a:rPr lang="en-US" sz="2400" i="1" dirty="0">
                <a:latin typeface="Calibri" panose="020F0502020204030204" pitchFamily="34" charset="0"/>
                <a:cs typeface="Calibri" panose="020F0502020204030204" pitchFamily="34" charset="0"/>
              </a:rPr>
              <a:t>Week 1 – Tutorial</a:t>
            </a:r>
            <a:r>
              <a:rPr lang="en-US" sz="2400" dirty="0">
                <a:latin typeface="Calibri" panose="020F0502020204030204" pitchFamily="34" charset="0"/>
                <a:cs typeface="Calibri" panose="020F0502020204030204" pitchFamily="34" charset="0"/>
              </a:rPr>
              <a:t> instructions. It also includes a step-by-step walkthrough for Question 1. Please ensure you follow the official instructions and assessment on Canvas when completing your tutorial and submitting your work.</a:t>
            </a:r>
            <a:endParaRPr lang="en-US" altLang="en-US" sz="24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59333414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BD833D6B-1F2E-D313-57DC-4D929D815607}"/>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917819ED-7208-97EE-F0EE-32E72F357391}"/>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218C0979-1AB2-E6E4-87F1-EAD394420BCA}"/>
              </a:ext>
            </a:extLst>
          </p:cNvPr>
          <p:cNvSpPr>
            <a:spLocks noGrp="1"/>
          </p:cNvSpPr>
          <p:nvPr>
            <p:ph type="sldNum" sz="quarter" idx="4"/>
          </p:nvPr>
        </p:nvSpPr>
        <p:spPr/>
        <p:txBody>
          <a:bodyPr/>
          <a:lstStyle/>
          <a:p>
            <a:fld id="{16A89BA3-132D-40E1-AAB4-CDCD0A14C216}" type="slidenum">
              <a:rPr lang="en-AU" smtClean="0"/>
              <a:pPr/>
              <a:t>68</a:t>
            </a:fld>
            <a:r>
              <a:rPr lang="en-AU"/>
              <a:t>  |</a:t>
            </a:r>
            <a:endParaRPr lang="en-AU" dirty="0"/>
          </a:p>
        </p:txBody>
      </p:sp>
      <p:sp>
        <p:nvSpPr>
          <p:cNvPr id="9" name="Text Placeholder 3">
            <a:extLst>
              <a:ext uri="{FF2B5EF4-FFF2-40B4-BE49-F238E27FC236}">
                <a16:creationId xmlns:a16="http://schemas.microsoft.com/office/drawing/2014/main" id="{D58D2C42-9DCB-F9B3-92B0-8653179871B7}"/>
              </a:ext>
            </a:extLst>
          </p:cNvPr>
          <p:cNvSpPr>
            <a:spLocks noGrp="1"/>
          </p:cNvSpPr>
          <p:nvPr>
            <p:ph type="body" sz="quarter" idx="16"/>
          </p:nvPr>
        </p:nvSpPr>
        <p:spPr>
          <a:xfrm>
            <a:off x="0" y="0"/>
            <a:ext cx="7849590" cy="463138"/>
          </a:xfrm>
        </p:spPr>
        <p:txBody>
          <a:bodyPr>
            <a:noAutofit/>
          </a:bodyPr>
          <a:lstStyle/>
          <a:p>
            <a:r>
              <a:rPr lang="en-US" sz="3200" dirty="0"/>
              <a:t>WEEK 1 TUTORIAL GUIDELINE</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81AD40F6-E36F-4674-4EEC-30E1D7648D1F}"/>
              </a:ext>
            </a:extLst>
          </p:cNvPr>
          <p:cNvSpPr txBox="1"/>
          <p:nvPr/>
        </p:nvSpPr>
        <p:spPr>
          <a:xfrm>
            <a:off x="0" y="817469"/>
            <a:ext cx="9144000" cy="5575052"/>
          </a:xfrm>
          <a:prstGeom prst="rect">
            <a:avLst/>
          </a:prstGeom>
          <a:solidFill>
            <a:schemeClr val="bg1"/>
          </a:solidFill>
        </p:spPr>
        <p:txBody>
          <a:bodyPr wrap="square">
            <a:spAutoFit/>
          </a:bodyPr>
          <a:lstStyle/>
          <a:p>
            <a:pPr>
              <a:lnSpc>
                <a:spcPct val="150000"/>
              </a:lnSpc>
            </a:pPr>
            <a:r>
              <a:rPr lang="en-US" sz="2400" dirty="0">
                <a:latin typeface="Calibri" panose="020F0502020204030204" pitchFamily="34" charset="0"/>
                <a:cs typeface="Calibri" panose="020F0502020204030204" pitchFamily="34" charset="0"/>
              </a:rPr>
              <a:t>Instructions:</a:t>
            </a:r>
          </a:p>
          <a:p>
            <a:pPr>
              <a:lnSpc>
                <a:spcPct val="150000"/>
              </a:lnSpc>
            </a:pPr>
            <a:r>
              <a:rPr lang="en-US" sz="2400" dirty="0">
                <a:latin typeface="Calibri" panose="020F0502020204030204" pitchFamily="34" charset="0"/>
                <a:cs typeface="Calibri" panose="020F0502020204030204" pitchFamily="34" charset="0"/>
              </a:rPr>
              <a:t>Goal: Use Figure P1.1 (first image) to answer Questions 1–4.</a:t>
            </a:r>
            <a:br>
              <a:rPr lang="en-US" sz="2400" dirty="0">
                <a:latin typeface="Calibri" panose="020F0502020204030204" pitchFamily="34" charset="0"/>
                <a:cs typeface="Calibri" panose="020F0502020204030204" pitchFamily="34" charset="0"/>
              </a:rPr>
            </a:br>
            <a:r>
              <a:rPr lang="en-US" sz="2400" dirty="0">
                <a:latin typeface="Calibri" panose="020F0502020204030204" pitchFamily="34" charset="0"/>
                <a:cs typeface="Calibri" panose="020F0502020204030204" pitchFamily="34" charset="0"/>
              </a:rPr>
              <a:t>Submit your responses in a Word document via Canvas &gt; Module 1 &gt; Tutorial activities submission facility.</a:t>
            </a:r>
            <a:br>
              <a:rPr lang="en-US" sz="2400" dirty="0">
                <a:latin typeface="Calibri" panose="020F0502020204030204" pitchFamily="34" charset="0"/>
                <a:cs typeface="Calibri" panose="020F0502020204030204" pitchFamily="34" charset="0"/>
              </a:rPr>
            </a:br>
            <a:r>
              <a:rPr lang="en-US" sz="2400" dirty="0">
                <a:latin typeface="Calibri" panose="020F0502020204030204" pitchFamily="34" charset="0"/>
                <a:cs typeface="Calibri" panose="020F0502020204030204" pitchFamily="34" charset="0"/>
              </a:rPr>
              <a:t>Submission Format: Include:</a:t>
            </a:r>
          </a:p>
          <a:p>
            <a:pPr marL="800100" lvl="1" indent="-342900">
              <a:lnSpc>
                <a:spcPct val="150000"/>
              </a:lnSpc>
              <a:buFont typeface="Arial" panose="020B0604020202020204" pitchFamily="34" charset="0"/>
              <a:buChar char="•"/>
            </a:pPr>
            <a:r>
              <a:rPr lang="en-US" sz="2400" dirty="0">
                <a:latin typeface="Calibri" panose="020F0502020204030204" pitchFamily="34" charset="0"/>
                <a:cs typeface="Calibri" panose="020F0502020204030204" pitchFamily="34" charset="0"/>
              </a:rPr>
              <a:t>Full Name</a:t>
            </a:r>
          </a:p>
          <a:p>
            <a:pPr marL="800100" lvl="1" indent="-342900">
              <a:lnSpc>
                <a:spcPct val="150000"/>
              </a:lnSpc>
              <a:buFont typeface="Arial" panose="020B0604020202020204" pitchFamily="34" charset="0"/>
              <a:buChar char="•"/>
            </a:pPr>
            <a:r>
              <a:rPr lang="en-US" sz="2400" dirty="0">
                <a:latin typeface="Calibri" panose="020F0502020204030204" pitchFamily="34" charset="0"/>
                <a:cs typeface="Calibri" panose="020F0502020204030204" pitchFamily="34" charset="0"/>
              </a:rPr>
              <a:t>Student ID</a:t>
            </a:r>
          </a:p>
          <a:p>
            <a:pPr marL="800100" lvl="1" indent="-342900">
              <a:lnSpc>
                <a:spcPct val="150000"/>
              </a:lnSpc>
              <a:buFont typeface="Arial" panose="020B0604020202020204" pitchFamily="34" charset="0"/>
              <a:buChar char="•"/>
            </a:pPr>
            <a:r>
              <a:rPr lang="en-US" sz="2400" dirty="0">
                <a:latin typeface="Calibri" panose="020F0502020204030204" pitchFamily="34" charset="0"/>
                <a:cs typeface="Calibri" panose="020F0502020204030204" pitchFamily="34" charset="0"/>
              </a:rPr>
              <a:t>Campus</a:t>
            </a:r>
          </a:p>
          <a:p>
            <a:pPr marL="800100" lvl="1" indent="-342900">
              <a:lnSpc>
                <a:spcPct val="150000"/>
              </a:lnSpc>
              <a:buFont typeface="Arial" panose="020B0604020202020204" pitchFamily="34" charset="0"/>
              <a:buChar char="•"/>
            </a:pPr>
            <a:r>
              <a:rPr lang="en-US" sz="2400" dirty="0">
                <a:latin typeface="Calibri" panose="020F0502020204030204" pitchFamily="34" charset="0"/>
                <a:cs typeface="Calibri" panose="020F0502020204030204" pitchFamily="34" charset="0"/>
              </a:rPr>
              <a:t>Answers to Questions </a:t>
            </a:r>
            <a:br>
              <a:rPr lang="en-US" sz="2400" dirty="0">
                <a:latin typeface="Calibri" panose="020F0502020204030204" pitchFamily="34" charset="0"/>
                <a:cs typeface="Calibri" panose="020F0502020204030204" pitchFamily="34" charset="0"/>
              </a:rPr>
            </a:br>
            <a:r>
              <a:rPr lang="en-US" sz="2400" dirty="0">
                <a:latin typeface="Calibri" panose="020F0502020204030204" pitchFamily="34" charset="0"/>
                <a:cs typeface="Calibri" panose="020F0502020204030204" pitchFamily="34" charset="0"/>
              </a:rPr>
              <a:t>1–4 in full sentences</a:t>
            </a:r>
          </a:p>
        </p:txBody>
      </p:sp>
      <p:pic>
        <p:nvPicPr>
          <p:cNvPr id="5" name="Picture 4">
            <a:extLst>
              <a:ext uri="{FF2B5EF4-FFF2-40B4-BE49-F238E27FC236}">
                <a16:creationId xmlns:a16="http://schemas.microsoft.com/office/drawing/2014/main" id="{E7306311-8CFD-0C97-C526-9F9BCB2F340D}"/>
              </a:ext>
            </a:extLst>
          </p:cNvPr>
          <p:cNvPicPr>
            <a:picLocks noChangeAspect="1"/>
          </p:cNvPicPr>
          <p:nvPr/>
        </p:nvPicPr>
        <p:blipFill>
          <a:blip r:embed="rId3"/>
          <a:srcRect l="31955" t="17050" r="12183" b="21648"/>
          <a:stretch>
            <a:fillRect/>
          </a:stretch>
        </p:blipFill>
        <p:spPr>
          <a:xfrm>
            <a:off x="3647091" y="3464845"/>
            <a:ext cx="5496910" cy="3393155"/>
          </a:xfrm>
          <a:prstGeom prst="rect">
            <a:avLst/>
          </a:prstGeom>
          <a:ln>
            <a:solidFill>
              <a:schemeClr val="accent1"/>
            </a:solidFill>
          </a:ln>
        </p:spPr>
      </p:pic>
    </p:spTree>
    <p:extLst>
      <p:ext uri="{BB962C8B-B14F-4D97-AF65-F5344CB8AC3E}">
        <p14:creationId xmlns:p14="http://schemas.microsoft.com/office/powerpoint/2010/main" val="3039958232"/>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B7E16B68-2C77-C844-5D89-9684AC5D1B4D}"/>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B464A38F-15BC-948B-9C57-95D8AC2EECAF}"/>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DA5BBEA2-FBD7-382D-FF53-72CC0F6EFF3E}"/>
              </a:ext>
            </a:extLst>
          </p:cNvPr>
          <p:cNvSpPr>
            <a:spLocks noGrp="1"/>
          </p:cNvSpPr>
          <p:nvPr>
            <p:ph type="sldNum" sz="quarter" idx="4"/>
          </p:nvPr>
        </p:nvSpPr>
        <p:spPr/>
        <p:txBody>
          <a:bodyPr/>
          <a:lstStyle/>
          <a:p>
            <a:fld id="{16A89BA3-132D-40E1-AAB4-CDCD0A14C216}" type="slidenum">
              <a:rPr lang="en-AU" smtClean="0"/>
              <a:pPr/>
              <a:t>69</a:t>
            </a:fld>
            <a:r>
              <a:rPr lang="en-AU"/>
              <a:t>  |</a:t>
            </a:r>
            <a:endParaRPr lang="en-AU" dirty="0"/>
          </a:p>
        </p:txBody>
      </p:sp>
      <p:sp>
        <p:nvSpPr>
          <p:cNvPr id="9" name="Text Placeholder 3">
            <a:extLst>
              <a:ext uri="{FF2B5EF4-FFF2-40B4-BE49-F238E27FC236}">
                <a16:creationId xmlns:a16="http://schemas.microsoft.com/office/drawing/2014/main" id="{F4B8FF8F-8F0F-70E9-6470-CC0A2D3D656A}"/>
              </a:ext>
            </a:extLst>
          </p:cNvPr>
          <p:cNvSpPr>
            <a:spLocks noGrp="1"/>
          </p:cNvSpPr>
          <p:nvPr>
            <p:ph type="body" sz="quarter" idx="16"/>
          </p:nvPr>
        </p:nvSpPr>
        <p:spPr>
          <a:xfrm>
            <a:off x="0" y="0"/>
            <a:ext cx="7849590" cy="463138"/>
          </a:xfrm>
        </p:spPr>
        <p:txBody>
          <a:bodyPr>
            <a:noAutofit/>
          </a:bodyPr>
          <a:lstStyle/>
          <a:p>
            <a:r>
              <a:rPr lang="en-US" sz="3200" dirty="0"/>
              <a:t>WEEK 1 TUTORIAL GUIDELINE</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1217D3A8-9FFA-F5EE-2B50-452456D26C58}"/>
              </a:ext>
            </a:extLst>
          </p:cNvPr>
          <p:cNvSpPr txBox="1"/>
          <p:nvPr/>
        </p:nvSpPr>
        <p:spPr>
          <a:xfrm>
            <a:off x="0" y="1078726"/>
            <a:ext cx="9144000" cy="2610843"/>
          </a:xfrm>
          <a:prstGeom prst="rect">
            <a:avLst/>
          </a:prstGeom>
          <a:solidFill>
            <a:schemeClr val="bg1"/>
          </a:solidFill>
        </p:spPr>
        <p:txBody>
          <a:bodyPr wrap="square">
            <a:spAutoFit/>
          </a:bodyPr>
          <a:lstStyle/>
          <a:p>
            <a:pPr>
              <a:lnSpc>
                <a:spcPct val="150000"/>
              </a:lnSpc>
            </a:pPr>
            <a:r>
              <a:rPr lang="en-US" sz="2800" dirty="0">
                <a:latin typeface="Calibri" panose="020F0502020204030204" pitchFamily="34" charset="0"/>
                <a:cs typeface="Calibri" panose="020F0502020204030204" pitchFamily="34" charset="0"/>
              </a:rPr>
              <a:t>Step-by-Step: Do this</a:t>
            </a:r>
          </a:p>
          <a:p>
            <a:pPr>
              <a:lnSpc>
                <a:spcPct val="150000"/>
              </a:lnSpc>
            </a:pPr>
            <a:r>
              <a:rPr lang="en-US" sz="2800" dirty="0">
                <a:latin typeface="Calibri" panose="020F0502020204030204" pitchFamily="34" charset="0"/>
                <a:cs typeface="Calibri" panose="020F0502020204030204" pitchFamily="34" charset="0"/>
              </a:rPr>
              <a:t>1. Understand the file structure (Figure P1.1)</a:t>
            </a:r>
          </a:p>
          <a:p>
            <a:pPr>
              <a:lnSpc>
                <a:spcPct val="150000"/>
              </a:lnSpc>
            </a:pPr>
            <a:r>
              <a:rPr lang="en-US" sz="2800" dirty="0">
                <a:latin typeface="Calibri" panose="020F0502020204030204" pitchFamily="34" charset="0"/>
                <a:cs typeface="Calibri" panose="020F0502020204030204" pitchFamily="34" charset="0"/>
              </a:rPr>
              <a:t>Open the first image. Each row is a record, and each column is a field (PROJECT_CODE, PROJECT_MANAGER, etc.).</a:t>
            </a:r>
          </a:p>
        </p:txBody>
      </p:sp>
    </p:spTree>
    <p:extLst>
      <p:ext uri="{BB962C8B-B14F-4D97-AF65-F5344CB8AC3E}">
        <p14:creationId xmlns:p14="http://schemas.microsoft.com/office/powerpoint/2010/main" val="221109944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8E64E4DB-1C0F-F5E6-48C9-FD51F96C89D9}"/>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79306135-4EF7-5EBE-FFC1-813CDF4896FC}"/>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716D2EB4-9823-BC28-69F5-A3D7206E1B31}"/>
              </a:ext>
            </a:extLst>
          </p:cNvPr>
          <p:cNvSpPr>
            <a:spLocks noGrp="1"/>
          </p:cNvSpPr>
          <p:nvPr>
            <p:ph type="sldNum" sz="quarter" idx="4"/>
          </p:nvPr>
        </p:nvSpPr>
        <p:spPr/>
        <p:txBody>
          <a:bodyPr/>
          <a:lstStyle/>
          <a:p>
            <a:fld id="{16A89BA3-132D-40E1-AAB4-CDCD0A14C216}" type="slidenum">
              <a:rPr lang="en-AU" smtClean="0"/>
              <a:pPr/>
              <a:t>70</a:t>
            </a:fld>
            <a:r>
              <a:rPr lang="en-AU"/>
              <a:t>  |</a:t>
            </a:r>
            <a:endParaRPr lang="en-AU" dirty="0"/>
          </a:p>
        </p:txBody>
      </p:sp>
      <p:sp>
        <p:nvSpPr>
          <p:cNvPr id="9" name="Text Placeholder 3">
            <a:extLst>
              <a:ext uri="{FF2B5EF4-FFF2-40B4-BE49-F238E27FC236}">
                <a16:creationId xmlns:a16="http://schemas.microsoft.com/office/drawing/2014/main" id="{CB676F3E-CCF8-A522-70DE-A56CE0C12AA2}"/>
              </a:ext>
            </a:extLst>
          </p:cNvPr>
          <p:cNvSpPr>
            <a:spLocks noGrp="1"/>
          </p:cNvSpPr>
          <p:nvPr>
            <p:ph type="body" sz="quarter" idx="16"/>
          </p:nvPr>
        </p:nvSpPr>
        <p:spPr>
          <a:xfrm>
            <a:off x="0" y="0"/>
            <a:ext cx="7849590" cy="463138"/>
          </a:xfrm>
        </p:spPr>
        <p:txBody>
          <a:bodyPr>
            <a:noAutofit/>
          </a:bodyPr>
          <a:lstStyle/>
          <a:p>
            <a:r>
              <a:rPr lang="en-US" sz="3200" dirty="0"/>
              <a:t>WEEK 1 TUTORIAL GUIDELINE</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29EDDD67-1F93-E66A-4DB7-CB72E7651E71}"/>
              </a:ext>
            </a:extLst>
          </p:cNvPr>
          <p:cNvSpPr txBox="1"/>
          <p:nvPr/>
        </p:nvSpPr>
        <p:spPr>
          <a:xfrm>
            <a:off x="0" y="1078726"/>
            <a:ext cx="9144000" cy="1964512"/>
          </a:xfrm>
          <a:prstGeom prst="rect">
            <a:avLst/>
          </a:prstGeom>
          <a:solidFill>
            <a:schemeClr val="bg1"/>
          </a:solidFill>
        </p:spPr>
        <p:txBody>
          <a:bodyPr wrap="square">
            <a:spAutoFit/>
          </a:bodyPr>
          <a:lstStyle/>
          <a:p>
            <a:pPr lvl="0" eaLnBrk="0" fontAlgn="base" hangingPunct="0">
              <a:lnSpc>
                <a:spcPct val="150000"/>
              </a:lnSpc>
              <a:spcBef>
                <a:spcPct val="0"/>
              </a:spcBef>
              <a:spcAft>
                <a:spcPct val="0"/>
              </a:spcAft>
            </a:pPr>
            <a:r>
              <a:rPr lang="en-US" altLang="en-US" sz="2800" b="1" dirty="0">
                <a:latin typeface="Calibri" panose="020F0502020204030204" pitchFamily="34" charset="0"/>
                <a:cs typeface="Calibri" panose="020F0502020204030204" pitchFamily="34" charset="0"/>
              </a:rPr>
              <a:t>2. Work on Question 1 only:</a:t>
            </a:r>
          </a:p>
          <a:p>
            <a:pPr lvl="0" eaLnBrk="0" fontAlgn="base" hangingPunct="0">
              <a:lnSpc>
                <a:spcPct val="150000"/>
              </a:lnSpc>
              <a:spcBef>
                <a:spcPct val="0"/>
              </a:spcBef>
              <a:spcAft>
                <a:spcPct val="0"/>
              </a:spcAft>
            </a:pPr>
            <a:r>
              <a:rPr lang="en-US" altLang="en-US" sz="2800" b="1" dirty="0">
                <a:latin typeface="Calibri" panose="020F0502020204030204" pitchFamily="34" charset="0"/>
                <a:cs typeface="Calibri" panose="020F0502020204030204" pitchFamily="34" charset="0"/>
              </a:rPr>
              <a:t>Q1. How many records does the file contain? How many fields are there per record?</a:t>
            </a:r>
            <a:endParaRPr lang="en-US" altLang="en-US" sz="2800" dirty="0">
              <a:latin typeface="Calibri" panose="020F0502020204030204" pitchFamily="34" charset="0"/>
              <a:cs typeface="Calibri" panose="020F0502020204030204" pitchFamily="34" charset="0"/>
            </a:endParaRPr>
          </a:p>
        </p:txBody>
      </p:sp>
      <p:pic>
        <p:nvPicPr>
          <p:cNvPr id="5" name="Picture 4">
            <a:extLst>
              <a:ext uri="{FF2B5EF4-FFF2-40B4-BE49-F238E27FC236}">
                <a16:creationId xmlns:a16="http://schemas.microsoft.com/office/drawing/2014/main" id="{03FD26B1-A37E-B5C3-AE6F-B60EE1A3F1F2}"/>
              </a:ext>
            </a:extLst>
          </p:cNvPr>
          <p:cNvPicPr>
            <a:picLocks noChangeAspect="1"/>
          </p:cNvPicPr>
          <p:nvPr/>
        </p:nvPicPr>
        <p:blipFill>
          <a:blip r:embed="rId3"/>
          <a:stretch>
            <a:fillRect/>
          </a:stretch>
        </p:blipFill>
        <p:spPr>
          <a:xfrm>
            <a:off x="162493" y="3429000"/>
            <a:ext cx="8819014" cy="1886606"/>
          </a:xfrm>
          <a:prstGeom prst="rect">
            <a:avLst/>
          </a:prstGeom>
        </p:spPr>
      </p:pic>
    </p:spTree>
    <p:extLst>
      <p:ext uri="{BB962C8B-B14F-4D97-AF65-F5344CB8AC3E}">
        <p14:creationId xmlns:p14="http://schemas.microsoft.com/office/powerpoint/2010/main" val="164832446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69502D56-3AA5-609F-4D05-A41DB7DE239D}"/>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F889BCFB-36D2-E2DE-8821-E7ACD1D27730}"/>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E3D29AA3-F4B2-C9AE-82C5-EFCF3F0697EE}"/>
              </a:ext>
            </a:extLst>
          </p:cNvPr>
          <p:cNvSpPr>
            <a:spLocks noGrp="1"/>
          </p:cNvSpPr>
          <p:nvPr>
            <p:ph type="sldNum" sz="quarter" idx="4"/>
          </p:nvPr>
        </p:nvSpPr>
        <p:spPr/>
        <p:txBody>
          <a:bodyPr/>
          <a:lstStyle/>
          <a:p>
            <a:fld id="{16A89BA3-132D-40E1-AAB4-CDCD0A14C216}" type="slidenum">
              <a:rPr lang="en-AU" smtClean="0"/>
              <a:pPr/>
              <a:t>71</a:t>
            </a:fld>
            <a:r>
              <a:rPr lang="en-AU"/>
              <a:t>  |</a:t>
            </a:r>
            <a:endParaRPr lang="en-AU" dirty="0"/>
          </a:p>
        </p:txBody>
      </p:sp>
      <p:sp>
        <p:nvSpPr>
          <p:cNvPr id="9" name="Text Placeholder 3">
            <a:extLst>
              <a:ext uri="{FF2B5EF4-FFF2-40B4-BE49-F238E27FC236}">
                <a16:creationId xmlns:a16="http://schemas.microsoft.com/office/drawing/2014/main" id="{F48CE413-FC29-3BA0-A6B2-9062F6BAA92E}"/>
              </a:ext>
            </a:extLst>
          </p:cNvPr>
          <p:cNvSpPr>
            <a:spLocks noGrp="1"/>
          </p:cNvSpPr>
          <p:nvPr>
            <p:ph type="body" sz="quarter" idx="16"/>
          </p:nvPr>
        </p:nvSpPr>
        <p:spPr>
          <a:xfrm>
            <a:off x="0" y="0"/>
            <a:ext cx="7849590" cy="463138"/>
          </a:xfrm>
        </p:spPr>
        <p:txBody>
          <a:bodyPr>
            <a:noAutofit/>
          </a:bodyPr>
          <a:lstStyle/>
          <a:p>
            <a:r>
              <a:rPr lang="en-US" sz="3200" dirty="0"/>
              <a:t>WEEK 1 TUTORIAL GUIDELINE</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FF4639D5-3F4B-96EA-90EE-48E037600D14}"/>
              </a:ext>
            </a:extLst>
          </p:cNvPr>
          <p:cNvSpPr txBox="1"/>
          <p:nvPr/>
        </p:nvSpPr>
        <p:spPr>
          <a:xfrm>
            <a:off x="0" y="1078726"/>
            <a:ext cx="9144000" cy="5118196"/>
          </a:xfrm>
          <a:prstGeom prst="rect">
            <a:avLst/>
          </a:prstGeom>
          <a:solidFill>
            <a:schemeClr val="bg1"/>
          </a:solidFill>
        </p:spPr>
        <p:txBody>
          <a:bodyPr wrap="square">
            <a:spAutoFit/>
          </a:bodyPr>
          <a:lstStyle/>
          <a:p>
            <a:pPr marL="342900" indent="-342900">
              <a:lnSpc>
                <a:spcPct val="150000"/>
              </a:lnSpc>
              <a:buFont typeface="Arial" panose="020B0604020202020204" pitchFamily="34" charset="0"/>
              <a:buChar char="•"/>
            </a:pPr>
            <a:r>
              <a:rPr lang="en-US" sz="2200" dirty="0">
                <a:latin typeface="Calibri" panose="020F0502020204030204" pitchFamily="34" charset="0"/>
                <a:cs typeface="Calibri" panose="020F0502020204030204" pitchFamily="34" charset="0"/>
              </a:rPr>
              <a:t>The file contains 7 records. Each row from the table represents one project record.</a:t>
            </a:r>
          </a:p>
          <a:p>
            <a:pPr marL="342900" indent="-342900">
              <a:lnSpc>
                <a:spcPct val="150000"/>
              </a:lnSpc>
              <a:buFont typeface="Arial" panose="020B0604020202020204" pitchFamily="34" charset="0"/>
              <a:buChar char="•"/>
            </a:pPr>
            <a:r>
              <a:rPr lang="en-US" sz="2200" dirty="0">
                <a:latin typeface="Calibri" panose="020F0502020204030204" pitchFamily="34" charset="0"/>
                <a:cs typeface="Calibri" panose="020F0502020204030204" pitchFamily="34" charset="0"/>
              </a:rPr>
              <a:t>There are 5 fields per record:</a:t>
            </a:r>
          </a:p>
          <a:p>
            <a:pPr marL="800100" lvl="1" indent="-342900">
              <a:lnSpc>
                <a:spcPct val="150000"/>
              </a:lnSpc>
              <a:buFont typeface="Arial" panose="020B0604020202020204" pitchFamily="34" charset="0"/>
              <a:buChar char="•"/>
            </a:pPr>
            <a:r>
              <a:rPr lang="en-US" sz="2200" dirty="0">
                <a:latin typeface="Calibri" panose="020F0502020204030204" pitchFamily="34" charset="0"/>
                <a:cs typeface="Calibri" panose="020F0502020204030204" pitchFamily="34" charset="0"/>
              </a:rPr>
              <a:t>PROJECT_CODE</a:t>
            </a:r>
          </a:p>
          <a:p>
            <a:pPr marL="800100" lvl="1" indent="-342900">
              <a:lnSpc>
                <a:spcPct val="150000"/>
              </a:lnSpc>
              <a:buFont typeface="Arial" panose="020B0604020202020204" pitchFamily="34" charset="0"/>
              <a:buChar char="•"/>
            </a:pPr>
            <a:r>
              <a:rPr lang="en-US" sz="2200" dirty="0">
                <a:latin typeface="Calibri" panose="020F0502020204030204" pitchFamily="34" charset="0"/>
                <a:cs typeface="Calibri" panose="020F0502020204030204" pitchFamily="34" charset="0"/>
              </a:rPr>
              <a:t>PROJECT_MANAGER</a:t>
            </a:r>
          </a:p>
          <a:p>
            <a:pPr marL="800100" lvl="1" indent="-342900">
              <a:lnSpc>
                <a:spcPct val="150000"/>
              </a:lnSpc>
              <a:buFont typeface="Arial" panose="020B0604020202020204" pitchFamily="34" charset="0"/>
              <a:buChar char="•"/>
            </a:pPr>
            <a:r>
              <a:rPr lang="en-US" sz="2200" dirty="0">
                <a:latin typeface="Calibri" panose="020F0502020204030204" pitchFamily="34" charset="0"/>
                <a:cs typeface="Calibri" panose="020F0502020204030204" pitchFamily="34" charset="0"/>
              </a:rPr>
              <a:t>MANAGER_PHONE</a:t>
            </a:r>
          </a:p>
          <a:p>
            <a:pPr marL="800100" lvl="1" indent="-342900">
              <a:lnSpc>
                <a:spcPct val="150000"/>
              </a:lnSpc>
              <a:buFont typeface="Arial" panose="020B0604020202020204" pitchFamily="34" charset="0"/>
              <a:buChar char="•"/>
            </a:pPr>
            <a:r>
              <a:rPr lang="en-US" sz="2200" dirty="0">
                <a:latin typeface="Calibri" panose="020F0502020204030204" pitchFamily="34" charset="0"/>
                <a:cs typeface="Calibri" panose="020F0502020204030204" pitchFamily="34" charset="0"/>
              </a:rPr>
              <a:t>MANAGER_ADDRESS</a:t>
            </a:r>
          </a:p>
          <a:p>
            <a:pPr marL="800100" lvl="1" indent="-342900">
              <a:lnSpc>
                <a:spcPct val="150000"/>
              </a:lnSpc>
              <a:buFont typeface="Arial" panose="020B0604020202020204" pitchFamily="34" charset="0"/>
              <a:buChar char="•"/>
            </a:pPr>
            <a:r>
              <a:rPr lang="en-US" sz="2200" dirty="0">
                <a:latin typeface="Calibri" panose="020F0502020204030204" pitchFamily="34" charset="0"/>
                <a:cs typeface="Calibri" panose="020F0502020204030204" pitchFamily="34" charset="0"/>
              </a:rPr>
              <a:t>PROJECT_BID_PRICE</a:t>
            </a:r>
          </a:p>
          <a:p>
            <a:pPr>
              <a:lnSpc>
                <a:spcPct val="150000"/>
              </a:lnSpc>
            </a:pPr>
            <a:r>
              <a:rPr lang="en-US" sz="2200" dirty="0">
                <a:latin typeface="Calibri" panose="020F0502020204030204" pitchFamily="34" charset="0"/>
                <a:cs typeface="Calibri" panose="020F0502020204030204" pitchFamily="34" charset="0"/>
              </a:rPr>
              <a:t>You can count the number of rows (excluding headers) for total records and the number of columns for total fields.</a:t>
            </a:r>
          </a:p>
        </p:txBody>
      </p:sp>
    </p:spTree>
    <p:extLst>
      <p:ext uri="{BB962C8B-B14F-4D97-AF65-F5344CB8AC3E}">
        <p14:creationId xmlns:p14="http://schemas.microsoft.com/office/powerpoint/2010/main" val="36125944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anim calcmode="lin" valueType="num">
                                      <p:cBhvr>
                                        <p:cTn id="8" dur="1000" fill="hold"/>
                                        <p:tgtEl>
                                          <p:spTgt spid="7"/>
                                        </p:tgtEl>
                                        <p:attrNameLst>
                                          <p:attrName>ppt_x</p:attrName>
                                        </p:attrNameLst>
                                      </p:cBhvr>
                                      <p:tavLst>
                                        <p:tav tm="0">
                                          <p:val>
                                            <p:strVal val="#ppt_x"/>
                                          </p:val>
                                        </p:tav>
                                        <p:tav tm="100000">
                                          <p:val>
                                            <p:strVal val="#ppt_x"/>
                                          </p:val>
                                        </p:tav>
                                      </p:tavLst>
                                    </p:anim>
                                    <p:anim calcmode="lin" valueType="num">
                                      <p:cBhvr>
                                        <p:cTn id="9" dur="10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F881342A-B23C-7CA5-E34F-A14E1888FA6A}"/>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19C5B168-6A7A-6056-A1B1-519F10389C38}"/>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83781BFC-F990-4738-497A-75624D21E7C2}"/>
              </a:ext>
            </a:extLst>
          </p:cNvPr>
          <p:cNvSpPr>
            <a:spLocks noGrp="1"/>
          </p:cNvSpPr>
          <p:nvPr>
            <p:ph type="sldNum" sz="quarter" idx="4"/>
          </p:nvPr>
        </p:nvSpPr>
        <p:spPr/>
        <p:txBody>
          <a:bodyPr/>
          <a:lstStyle/>
          <a:p>
            <a:fld id="{16A89BA3-132D-40E1-AAB4-CDCD0A14C216}" type="slidenum">
              <a:rPr lang="en-AU" smtClean="0"/>
              <a:pPr/>
              <a:t>72</a:t>
            </a:fld>
            <a:r>
              <a:rPr lang="en-AU"/>
              <a:t>  |</a:t>
            </a:r>
            <a:endParaRPr lang="en-AU" dirty="0"/>
          </a:p>
        </p:txBody>
      </p:sp>
      <p:sp>
        <p:nvSpPr>
          <p:cNvPr id="9" name="Text Placeholder 3">
            <a:extLst>
              <a:ext uri="{FF2B5EF4-FFF2-40B4-BE49-F238E27FC236}">
                <a16:creationId xmlns:a16="http://schemas.microsoft.com/office/drawing/2014/main" id="{9A7D6A73-5C48-7B5C-731B-43980CE3041E}"/>
              </a:ext>
            </a:extLst>
          </p:cNvPr>
          <p:cNvSpPr>
            <a:spLocks noGrp="1"/>
          </p:cNvSpPr>
          <p:nvPr>
            <p:ph type="body" sz="quarter" idx="16"/>
          </p:nvPr>
        </p:nvSpPr>
        <p:spPr>
          <a:xfrm>
            <a:off x="0" y="0"/>
            <a:ext cx="7849590" cy="463138"/>
          </a:xfrm>
        </p:spPr>
        <p:txBody>
          <a:bodyPr>
            <a:noAutofit/>
          </a:bodyPr>
          <a:lstStyle/>
          <a:p>
            <a:r>
              <a:rPr lang="en-US" sz="3200" dirty="0"/>
              <a:t>WEEK 1 TUTORIAL GUIDELINE</a:t>
            </a:r>
            <a:endParaRPr lang="en-AU" sz="3000" dirty="0">
              <a:latin typeface="Calibri" panose="020F0502020204030204" pitchFamily="34" charset="0"/>
              <a:cs typeface="Calibri" panose="020F0502020204030204" pitchFamily="34" charset="0"/>
            </a:endParaRPr>
          </a:p>
        </p:txBody>
      </p:sp>
      <p:sp>
        <p:nvSpPr>
          <p:cNvPr id="5" name="TextBox 4">
            <a:extLst>
              <a:ext uri="{FF2B5EF4-FFF2-40B4-BE49-F238E27FC236}">
                <a16:creationId xmlns:a16="http://schemas.microsoft.com/office/drawing/2014/main" id="{94FE9EB5-ADD5-F6BC-B944-6186E1BD28F1}"/>
              </a:ext>
            </a:extLst>
          </p:cNvPr>
          <p:cNvSpPr txBox="1"/>
          <p:nvPr/>
        </p:nvSpPr>
        <p:spPr>
          <a:xfrm>
            <a:off x="0" y="578068"/>
            <a:ext cx="9144000" cy="3903504"/>
          </a:xfrm>
          <a:prstGeom prst="rect">
            <a:avLst/>
          </a:prstGeom>
          <a:noFill/>
        </p:spPr>
        <p:txBody>
          <a:bodyPr wrap="square">
            <a:spAutoFit/>
          </a:bodyPr>
          <a:lstStyle/>
          <a:p>
            <a:pPr>
              <a:lnSpc>
                <a:spcPct val="150000"/>
              </a:lnSpc>
              <a:buNone/>
            </a:pPr>
            <a:r>
              <a:rPr lang="en-US" sz="2800" b="1" dirty="0">
                <a:latin typeface="Calibri" panose="020F0502020204030204" pitchFamily="34" charset="0"/>
                <a:cs typeface="Calibri" panose="020F0502020204030204" pitchFamily="34" charset="0"/>
              </a:rPr>
              <a:t>2. Problem when listing by city &amp; how to fix it (</a:t>
            </a:r>
            <a:r>
              <a:rPr lang="en-US" sz="2800" b="1" dirty="0">
                <a:highlight>
                  <a:srgbClr val="FFFF00"/>
                </a:highlight>
                <a:latin typeface="Calibri" panose="020F0502020204030204" pitchFamily="34" charset="0"/>
                <a:cs typeface="Calibri" panose="020F0502020204030204" pitchFamily="34" charset="0"/>
              </a:rPr>
              <a:t>3 min</a:t>
            </a:r>
            <a:r>
              <a:rPr lang="en-US" sz="2800" b="1" dirty="0">
                <a:latin typeface="Calibri" panose="020F0502020204030204" pitchFamily="34" charset="0"/>
                <a:cs typeface="Calibri" panose="020F0502020204030204" pitchFamily="34" charset="0"/>
              </a:rPr>
              <a:t>)</a:t>
            </a:r>
          </a:p>
          <a:p>
            <a:pPr>
              <a:lnSpc>
                <a:spcPct val="150000"/>
              </a:lnSpc>
              <a:buNone/>
            </a:pPr>
            <a:r>
              <a:rPr lang="en-US" sz="2800" b="1" dirty="0">
                <a:latin typeface="Calibri" panose="020F0502020204030204" pitchFamily="34" charset="0"/>
                <a:cs typeface="Calibri" panose="020F0502020204030204" pitchFamily="34" charset="0"/>
              </a:rPr>
              <a:t>Problem:</a:t>
            </a:r>
            <a:br>
              <a:rPr lang="en-US" sz="2800" dirty="0">
                <a:latin typeface="Calibri" panose="020F0502020204030204" pitchFamily="34" charset="0"/>
                <a:cs typeface="Calibri" panose="020F0502020204030204" pitchFamily="34" charset="0"/>
              </a:rPr>
            </a:br>
            <a:r>
              <a:rPr lang="en-US" sz="2800" dirty="0">
                <a:latin typeface="Calibri" panose="020F0502020204030204" pitchFamily="34" charset="0"/>
                <a:cs typeface="Calibri" panose="020F0502020204030204" pitchFamily="34" charset="0"/>
              </a:rPr>
              <a:t>City is stored inside the MANAGER_ADDRESS field together with street, state, and ZIP code.</a:t>
            </a:r>
            <a:br>
              <a:rPr lang="en-US" sz="2800" dirty="0">
                <a:latin typeface="Calibri" panose="020F0502020204030204" pitchFamily="34" charset="0"/>
                <a:cs typeface="Calibri" panose="020F0502020204030204" pitchFamily="34" charset="0"/>
              </a:rPr>
            </a:br>
            <a:r>
              <a:rPr lang="en-US" sz="2800" dirty="0">
                <a:latin typeface="Calibri" panose="020F0502020204030204" pitchFamily="34" charset="0"/>
                <a:cs typeface="Calibri" panose="020F0502020204030204" pitchFamily="34" charset="0"/>
              </a:rPr>
              <a:t>Because all address parts are combined in one field, the database cannot easily sort or filter by city.</a:t>
            </a:r>
          </a:p>
        </p:txBody>
      </p:sp>
      <p:pic>
        <p:nvPicPr>
          <p:cNvPr id="6" name="Picture 5">
            <a:extLst>
              <a:ext uri="{FF2B5EF4-FFF2-40B4-BE49-F238E27FC236}">
                <a16:creationId xmlns:a16="http://schemas.microsoft.com/office/drawing/2014/main" id="{BDC43BA3-3610-D051-A899-EDFC7626FAF3}"/>
              </a:ext>
            </a:extLst>
          </p:cNvPr>
          <p:cNvPicPr>
            <a:picLocks noChangeAspect="1"/>
          </p:cNvPicPr>
          <p:nvPr/>
        </p:nvPicPr>
        <p:blipFill>
          <a:blip r:embed="rId3"/>
          <a:stretch>
            <a:fillRect/>
          </a:stretch>
        </p:blipFill>
        <p:spPr>
          <a:xfrm>
            <a:off x="162493" y="4552718"/>
            <a:ext cx="8819014" cy="1886606"/>
          </a:xfrm>
          <a:prstGeom prst="rect">
            <a:avLst/>
          </a:prstGeom>
        </p:spPr>
      </p:pic>
    </p:spTree>
    <p:extLst>
      <p:ext uri="{BB962C8B-B14F-4D97-AF65-F5344CB8AC3E}">
        <p14:creationId xmlns:p14="http://schemas.microsoft.com/office/powerpoint/2010/main" val="3167455723"/>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57FA4834-02E0-0846-907D-F3271E339BE5}"/>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314B3A6F-114A-2B5F-DB04-FBF183471D29}"/>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494072F3-0880-29C3-87E7-CA18D37AC2EC}"/>
              </a:ext>
            </a:extLst>
          </p:cNvPr>
          <p:cNvSpPr>
            <a:spLocks noGrp="1"/>
          </p:cNvSpPr>
          <p:nvPr>
            <p:ph type="sldNum" sz="quarter" idx="4"/>
          </p:nvPr>
        </p:nvSpPr>
        <p:spPr/>
        <p:txBody>
          <a:bodyPr/>
          <a:lstStyle/>
          <a:p>
            <a:fld id="{16A89BA3-132D-40E1-AAB4-CDCD0A14C216}" type="slidenum">
              <a:rPr lang="en-AU" smtClean="0"/>
              <a:pPr/>
              <a:t>73</a:t>
            </a:fld>
            <a:r>
              <a:rPr lang="en-AU"/>
              <a:t>  |</a:t>
            </a:r>
            <a:endParaRPr lang="en-AU" dirty="0"/>
          </a:p>
        </p:txBody>
      </p:sp>
      <p:sp>
        <p:nvSpPr>
          <p:cNvPr id="9" name="Text Placeholder 3">
            <a:extLst>
              <a:ext uri="{FF2B5EF4-FFF2-40B4-BE49-F238E27FC236}">
                <a16:creationId xmlns:a16="http://schemas.microsoft.com/office/drawing/2014/main" id="{C99321E5-A935-F5BE-8827-DECA7CC5BB31}"/>
              </a:ext>
            </a:extLst>
          </p:cNvPr>
          <p:cNvSpPr>
            <a:spLocks noGrp="1"/>
          </p:cNvSpPr>
          <p:nvPr>
            <p:ph type="body" sz="quarter" idx="16"/>
          </p:nvPr>
        </p:nvSpPr>
        <p:spPr>
          <a:xfrm>
            <a:off x="0" y="0"/>
            <a:ext cx="7849590" cy="463138"/>
          </a:xfrm>
        </p:spPr>
        <p:txBody>
          <a:bodyPr>
            <a:noAutofit/>
          </a:bodyPr>
          <a:lstStyle/>
          <a:p>
            <a:r>
              <a:rPr lang="en-US" sz="3200" dirty="0"/>
              <a:t>WEEK 1 TUTORIAL GUIDELINE</a:t>
            </a:r>
            <a:endParaRPr lang="en-AU" sz="3000" dirty="0">
              <a:latin typeface="Calibri" panose="020F0502020204030204" pitchFamily="34" charset="0"/>
              <a:cs typeface="Calibri" panose="020F0502020204030204" pitchFamily="34" charset="0"/>
            </a:endParaRPr>
          </a:p>
        </p:txBody>
      </p:sp>
      <p:sp>
        <p:nvSpPr>
          <p:cNvPr id="5" name="TextBox 4">
            <a:extLst>
              <a:ext uri="{FF2B5EF4-FFF2-40B4-BE49-F238E27FC236}">
                <a16:creationId xmlns:a16="http://schemas.microsoft.com/office/drawing/2014/main" id="{2859E14C-827A-6828-A334-74D848793582}"/>
              </a:ext>
            </a:extLst>
          </p:cNvPr>
          <p:cNvSpPr txBox="1"/>
          <p:nvPr/>
        </p:nvSpPr>
        <p:spPr>
          <a:xfrm>
            <a:off x="0" y="463138"/>
            <a:ext cx="9144000" cy="4549835"/>
          </a:xfrm>
          <a:prstGeom prst="rect">
            <a:avLst/>
          </a:prstGeom>
          <a:noFill/>
        </p:spPr>
        <p:txBody>
          <a:bodyPr wrap="square">
            <a:spAutoFit/>
          </a:bodyPr>
          <a:lstStyle/>
          <a:p>
            <a:pPr>
              <a:lnSpc>
                <a:spcPct val="150000"/>
              </a:lnSpc>
            </a:pPr>
            <a:r>
              <a:rPr lang="en-US" sz="2800" b="1" dirty="0">
                <a:latin typeface="Calibri" panose="020F0502020204030204" pitchFamily="34" charset="0"/>
                <a:cs typeface="Calibri" panose="020F0502020204030204" pitchFamily="34" charset="0"/>
              </a:rPr>
              <a:t>Solution:</a:t>
            </a:r>
            <a:br>
              <a:rPr lang="en-US" sz="2800" dirty="0">
                <a:latin typeface="Calibri" panose="020F0502020204030204" pitchFamily="34" charset="0"/>
                <a:cs typeface="Calibri" panose="020F0502020204030204" pitchFamily="34" charset="0"/>
              </a:rPr>
            </a:br>
            <a:r>
              <a:rPr lang="en-US" sz="2800" dirty="0">
                <a:latin typeface="Calibri" panose="020F0502020204030204" pitchFamily="34" charset="0"/>
                <a:cs typeface="Calibri" panose="020F0502020204030204" pitchFamily="34" charset="0"/>
              </a:rPr>
              <a:t>Break MANAGER_ADDRESS into separate fields: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STREET</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CITY</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STATE</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ZIP_CODE</a:t>
            </a:r>
          </a:p>
          <a:p>
            <a:pPr>
              <a:lnSpc>
                <a:spcPct val="150000"/>
              </a:lnSpc>
            </a:pPr>
            <a:r>
              <a:rPr lang="en-US" sz="2800" dirty="0">
                <a:latin typeface="Calibri" panose="020F0502020204030204" pitchFamily="34" charset="0"/>
                <a:cs typeface="Calibri" panose="020F0502020204030204" pitchFamily="34" charset="0"/>
              </a:rPr>
              <a:t>This makes it easy to sort or list records by city.</a:t>
            </a:r>
          </a:p>
        </p:txBody>
      </p:sp>
      <p:pic>
        <p:nvPicPr>
          <p:cNvPr id="6" name="Picture 5">
            <a:extLst>
              <a:ext uri="{FF2B5EF4-FFF2-40B4-BE49-F238E27FC236}">
                <a16:creationId xmlns:a16="http://schemas.microsoft.com/office/drawing/2014/main" id="{82043FD4-6C17-BD52-4161-06E2FE1E6688}"/>
              </a:ext>
            </a:extLst>
          </p:cNvPr>
          <p:cNvPicPr>
            <a:picLocks noChangeAspect="1"/>
          </p:cNvPicPr>
          <p:nvPr/>
        </p:nvPicPr>
        <p:blipFill>
          <a:blip r:embed="rId3"/>
          <a:stretch>
            <a:fillRect/>
          </a:stretch>
        </p:blipFill>
        <p:spPr>
          <a:xfrm>
            <a:off x="162493" y="4971394"/>
            <a:ext cx="8819014" cy="1886606"/>
          </a:xfrm>
          <a:prstGeom prst="rect">
            <a:avLst/>
          </a:prstGeom>
        </p:spPr>
      </p:pic>
    </p:spTree>
    <p:extLst>
      <p:ext uri="{BB962C8B-B14F-4D97-AF65-F5344CB8AC3E}">
        <p14:creationId xmlns:p14="http://schemas.microsoft.com/office/powerpoint/2010/main" val="3290567031"/>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BAC49004-1FA0-56C1-4493-36713A9BE8C1}"/>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1F5E053B-CA2A-4919-A5D1-396615FC8E71}"/>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DD5E703C-8BCC-B783-73E6-112F0341F867}"/>
              </a:ext>
            </a:extLst>
          </p:cNvPr>
          <p:cNvSpPr>
            <a:spLocks noGrp="1"/>
          </p:cNvSpPr>
          <p:nvPr>
            <p:ph type="sldNum" sz="quarter" idx="4"/>
          </p:nvPr>
        </p:nvSpPr>
        <p:spPr/>
        <p:txBody>
          <a:bodyPr/>
          <a:lstStyle/>
          <a:p>
            <a:fld id="{16A89BA3-132D-40E1-AAB4-CDCD0A14C216}" type="slidenum">
              <a:rPr lang="en-AU" smtClean="0"/>
              <a:pPr/>
              <a:t>74</a:t>
            </a:fld>
            <a:r>
              <a:rPr lang="en-AU"/>
              <a:t>  |</a:t>
            </a:r>
            <a:endParaRPr lang="en-AU" dirty="0"/>
          </a:p>
        </p:txBody>
      </p:sp>
      <p:sp>
        <p:nvSpPr>
          <p:cNvPr id="9" name="Text Placeholder 3">
            <a:extLst>
              <a:ext uri="{FF2B5EF4-FFF2-40B4-BE49-F238E27FC236}">
                <a16:creationId xmlns:a16="http://schemas.microsoft.com/office/drawing/2014/main" id="{B066010E-C0F3-656F-0D8F-84E19DDB83D2}"/>
              </a:ext>
            </a:extLst>
          </p:cNvPr>
          <p:cNvSpPr>
            <a:spLocks noGrp="1"/>
          </p:cNvSpPr>
          <p:nvPr>
            <p:ph type="body" sz="quarter" idx="16"/>
          </p:nvPr>
        </p:nvSpPr>
        <p:spPr>
          <a:xfrm>
            <a:off x="0" y="0"/>
            <a:ext cx="7849590" cy="463138"/>
          </a:xfrm>
        </p:spPr>
        <p:txBody>
          <a:bodyPr>
            <a:noAutofit/>
          </a:bodyPr>
          <a:lstStyle/>
          <a:p>
            <a:r>
              <a:rPr lang="en-US" sz="3200" dirty="0"/>
              <a:t>WEEK 1 TUTORIAL GUIDELINE</a:t>
            </a:r>
            <a:endParaRPr lang="en-AU" sz="3000" dirty="0">
              <a:latin typeface="Calibri" panose="020F0502020204030204" pitchFamily="34" charset="0"/>
              <a:cs typeface="Calibri" panose="020F0502020204030204" pitchFamily="34" charset="0"/>
            </a:endParaRPr>
          </a:p>
        </p:txBody>
      </p:sp>
      <p:sp>
        <p:nvSpPr>
          <p:cNvPr id="5" name="TextBox 4">
            <a:extLst>
              <a:ext uri="{FF2B5EF4-FFF2-40B4-BE49-F238E27FC236}">
                <a16:creationId xmlns:a16="http://schemas.microsoft.com/office/drawing/2014/main" id="{8101CF06-2537-424F-7133-E1F589B5B921}"/>
              </a:ext>
            </a:extLst>
          </p:cNvPr>
          <p:cNvSpPr txBox="1"/>
          <p:nvPr/>
        </p:nvSpPr>
        <p:spPr>
          <a:xfrm>
            <a:off x="0" y="463138"/>
            <a:ext cx="9144000" cy="1964512"/>
          </a:xfrm>
          <a:prstGeom prst="rect">
            <a:avLst/>
          </a:prstGeom>
          <a:noFill/>
        </p:spPr>
        <p:txBody>
          <a:bodyPr wrap="square">
            <a:spAutoFit/>
          </a:bodyPr>
          <a:lstStyle/>
          <a:p>
            <a:pPr>
              <a:lnSpc>
                <a:spcPct val="150000"/>
              </a:lnSpc>
            </a:pPr>
            <a:r>
              <a:rPr lang="en-US" sz="2800" dirty="0">
                <a:latin typeface="Calibri" panose="020F0502020204030204" pitchFamily="34" charset="0"/>
                <a:cs typeface="Calibri" panose="020F0502020204030204" pitchFamily="34" charset="0"/>
              </a:rPr>
              <a:t>3. If you wanted to produce a listing of the file contents by last name, area code, city, state, or zip code, how </a:t>
            </a:r>
            <a:r>
              <a:rPr lang="en-US" sz="2800" dirty="0" err="1">
                <a:latin typeface="Calibri" panose="020F0502020204030204" pitchFamily="34" charset="0"/>
                <a:cs typeface="Calibri" panose="020F0502020204030204" pitchFamily="34" charset="0"/>
              </a:rPr>
              <a:t>wouldyou</a:t>
            </a:r>
            <a:r>
              <a:rPr lang="en-US" sz="2800" dirty="0">
                <a:latin typeface="Calibri" panose="020F0502020204030204" pitchFamily="34" charset="0"/>
                <a:cs typeface="Calibri" panose="020F0502020204030204" pitchFamily="34" charset="0"/>
              </a:rPr>
              <a:t> alter the file structure?</a:t>
            </a:r>
          </a:p>
        </p:txBody>
      </p:sp>
      <p:pic>
        <p:nvPicPr>
          <p:cNvPr id="6" name="Picture 5">
            <a:extLst>
              <a:ext uri="{FF2B5EF4-FFF2-40B4-BE49-F238E27FC236}">
                <a16:creationId xmlns:a16="http://schemas.microsoft.com/office/drawing/2014/main" id="{21225CB7-98F9-5E4D-4523-70A0D326645A}"/>
              </a:ext>
            </a:extLst>
          </p:cNvPr>
          <p:cNvPicPr>
            <a:picLocks noChangeAspect="1"/>
          </p:cNvPicPr>
          <p:nvPr/>
        </p:nvPicPr>
        <p:blipFill>
          <a:blip r:embed="rId3"/>
          <a:stretch>
            <a:fillRect/>
          </a:stretch>
        </p:blipFill>
        <p:spPr>
          <a:xfrm>
            <a:off x="0" y="4508256"/>
            <a:ext cx="8819014" cy="1886606"/>
          </a:xfrm>
          <a:prstGeom prst="rect">
            <a:avLst/>
          </a:prstGeom>
        </p:spPr>
      </p:pic>
    </p:spTree>
    <p:extLst>
      <p:ext uri="{BB962C8B-B14F-4D97-AF65-F5344CB8AC3E}">
        <p14:creationId xmlns:p14="http://schemas.microsoft.com/office/powerpoint/2010/main" val="533503900"/>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B4884962-0562-AD48-AAF9-10F18285FA66}"/>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2D867320-D0F9-53AB-3700-ED9306D0FC85}"/>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CA1851AA-D1AE-12BB-B5B9-2EC50161FE03}"/>
              </a:ext>
            </a:extLst>
          </p:cNvPr>
          <p:cNvSpPr>
            <a:spLocks noGrp="1"/>
          </p:cNvSpPr>
          <p:nvPr>
            <p:ph type="sldNum" sz="quarter" idx="4"/>
          </p:nvPr>
        </p:nvSpPr>
        <p:spPr/>
        <p:txBody>
          <a:bodyPr/>
          <a:lstStyle/>
          <a:p>
            <a:fld id="{16A89BA3-132D-40E1-AAB4-CDCD0A14C216}" type="slidenum">
              <a:rPr lang="en-AU" smtClean="0"/>
              <a:pPr/>
              <a:t>75</a:t>
            </a:fld>
            <a:r>
              <a:rPr lang="en-AU"/>
              <a:t>  |</a:t>
            </a:r>
            <a:endParaRPr lang="en-AU" dirty="0"/>
          </a:p>
        </p:txBody>
      </p:sp>
      <p:sp>
        <p:nvSpPr>
          <p:cNvPr id="9" name="Text Placeholder 3">
            <a:extLst>
              <a:ext uri="{FF2B5EF4-FFF2-40B4-BE49-F238E27FC236}">
                <a16:creationId xmlns:a16="http://schemas.microsoft.com/office/drawing/2014/main" id="{E1AAA43D-995D-B765-663E-CCC5A5B130AF}"/>
              </a:ext>
            </a:extLst>
          </p:cNvPr>
          <p:cNvSpPr>
            <a:spLocks noGrp="1"/>
          </p:cNvSpPr>
          <p:nvPr>
            <p:ph type="body" sz="quarter" idx="16"/>
          </p:nvPr>
        </p:nvSpPr>
        <p:spPr>
          <a:xfrm>
            <a:off x="0" y="0"/>
            <a:ext cx="7849590" cy="463138"/>
          </a:xfrm>
        </p:spPr>
        <p:txBody>
          <a:bodyPr>
            <a:noAutofit/>
          </a:bodyPr>
          <a:lstStyle/>
          <a:p>
            <a:r>
              <a:rPr lang="en-US" sz="3200" dirty="0"/>
              <a:t>WEEK 1 TUTORIAL GUIDELINE</a:t>
            </a:r>
            <a:endParaRPr lang="en-AU" sz="3000" dirty="0">
              <a:latin typeface="Calibri" panose="020F0502020204030204" pitchFamily="34" charset="0"/>
              <a:cs typeface="Calibri" panose="020F0502020204030204" pitchFamily="34" charset="0"/>
            </a:endParaRPr>
          </a:p>
        </p:txBody>
      </p:sp>
      <p:sp>
        <p:nvSpPr>
          <p:cNvPr id="5" name="TextBox 4">
            <a:extLst>
              <a:ext uri="{FF2B5EF4-FFF2-40B4-BE49-F238E27FC236}">
                <a16:creationId xmlns:a16="http://schemas.microsoft.com/office/drawing/2014/main" id="{7F58DFB4-D35E-98F7-4A6F-6BB84D433E42}"/>
              </a:ext>
            </a:extLst>
          </p:cNvPr>
          <p:cNvSpPr txBox="1"/>
          <p:nvPr/>
        </p:nvSpPr>
        <p:spPr>
          <a:xfrm>
            <a:off x="0" y="463138"/>
            <a:ext cx="9144000" cy="4549835"/>
          </a:xfrm>
          <a:prstGeom prst="rect">
            <a:avLst/>
          </a:prstGeom>
          <a:noFill/>
        </p:spPr>
        <p:txBody>
          <a:bodyPr wrap="square">
            <a:spAutoFit/>
          </a:bodyPr>
          <a:lstStyle/>
          <a:p>
            <a:pPr>
              <a:lnSpc>
                <a:spcPct val="150000"/>
              </a:lnSpc>
            </a:pPr>
            <a:r>
              <a:rPr lang="en-US" sz="2800" dirty="0">
                <a:latin typeface="Calibri" panose="020F0502020204030204" pitchFamily="34" charset="0"/>
                <a:cs typeface="Calibri" panose="020F0502020204030204" pitchFamily="34" charset="0"/>
              </a:rPr>
              <a:t>Changes needed to list by last name, area code, city, state, or zip code</a:t>
            </a:r>
          </a:p>
          <a:p>
            <a:pPr>
              <a:lnSpc>
                <a:spcPct val="150000"/>
              </a:lnSpc>
            </a:pPr>
            <a:r>
              <a:rPr lang="en-US" sz="2800" dirty="0">
                <a:latin typeface="Calibri" panose="020F0502020204030204" pitchFamily="34" charset="0"/>
                <a:cs typeface="Calibri" panose="020F0502020204030204" pitchFamily="34" charset="0"/>
              </a:rPr>
              <a:t>Currently:</a:t>
            </a:r>
          </a:p>
          <a:p>
            <a:pPr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Manager name is stored as one field (first and last name together).</a:t>
            </a:r>
          </a:p>
          <a:p>
            <a:pPr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Phone number is stored as one field (including area code).</a:t>
            </a:r>
          </a:p>
          <a:p>
            <a:pPr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Address is stored as one field.</a:t>
            </a:r>
          </a:p>
        </p:txBody>
      </p:sp>
      <p:pic>
        <p:nvPicPr>
          <p:cNvPr id="6" name="Picture 5">
            <a:extLst>
              <a:ext uri="{FF2B5EF4-FFF2-40B4-BE49-F238E27FC236}">
                <a16:creationId xmlns:a16="http://schemas.microsoft.com/office/drawing/2014/main" id="{E81012F2-DDB5-3199-FC76-8DDD9B9FEBE5}"/>
              </a:ext>
            </a:extLst>
          </p:cNvPr>
          <p:cNvPicPr>
            <a:picLocks noChangeAspect="1"/>
          </p:cNvPicPr>
          <p:nvPr/>
        </p:nvPicPr>
        <p:blipFill>
          <a:blip r:embed="rId3"/>
          <a:stretch>
            <a:fillRect/>
          </a:stretch>
        </p:blipFill>
        <p:spPr>
          <a:xfrm>
            <a:off x="0" y="4971394"/>
            <a:ext cx="8819014" cy="1886606"/>
          </a:xfrm>
          <a:prstGeom prst="rect">
            <a:avLst/>
          </a:prstGeom>
        </p:spPr>
      </p:pic>
    </p:spTree>
    <p:extLst>
      <p:ext uri="{BB962C8B-B14F-4D97-AF65-F5344CB8AC3E}">
        <p14:creationId xmlns:p14="http://schemas.microsoft.com/office/powerpoint/2010/main" val="623732826"/>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17DAF74B-7761-EC96-11DB-1776CDB15678}"/>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5A709353-4626-00C2-E9A7-A5B95871F9C0}"/>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659FD513-F991-D5C5-7DFB-F6BEC754DCC9}"/>
              </a:ext>
            </a:extLst>
          </p:cNvPr>
          <p:cNvSpPr>
            <a:spLocks noGrp="1"/>
          </p:cNvSpPr>
          <p:nvPr>
            <p:ph type="sldNum" sz="quarter" idx="4"/>
          </p:nvPr>
        </p:nvSpPr>
        <p:spPr/>
        <p:txBody>
          <a:bodyPr/>
          <a:lstStyle/>
          <a:p>
            <a:fld id="{16A89BA3-132D-40E1-AAB4-CDCD0A14C216}" type="slidenum">
              <a:rPr lang="en-AU" smtClean="0"/>
              <a:pPr/>
              <a:t>76</a:t>
            </a:fld>
            <a:r>
              <a:rPr lang="en-AU"/>
              <a:t>  |</a:t>
            </a:r>
            <a:endParaRPr lang="en-AU" dirty="0"/>
          </a:p>
        </p:txBody>
      </p:sp>
      <p:sp>
        <p:nvSpPr>
          <p:cNvPr id="9" name="Text Placeholder 3">
            <a:extLst>
              <a:ext uri="{FF2B5EF4-FFF2-40B4-BE49-F238E27FC236}">
                <a16:creationId xmlns:a16="http://schemas.microsoft.com/office/drawing/2014/main" id="{94D6C4B9-DF45-70A3-BDBC-F3A7712983B0}"/>
              </a:ext>
            </a:extLst>
          </p:cNvPr>
          <p:cNvSpPr>
            <a:spLocks noGrp="1"/>
          </p:cNvSpPr>
          <p:nvPr>
            <p:ph type="body" sz="quarter" idx="16"/>
          </p:nvPr>
        </p:nvSpPr>
        <p:spPr>
          <a:xfrm>
            <a:off x="0" y="0"/>
            <a:ext cx="7849590" cy="463138"/>
          </a:xfrm>
        </p:spPr>
        <p:txBody>
          <a:bodyPr>
            <a:noAutofit/>
          </a:bodyPr>
          <a:lstStyle/>
          <a:p>
            <a:r>
              <a:rPr lang="en-US" sz="3200" dirty="0"/>
              <a:t>WEEK 1 TUTORIAL GUIDELINE</a:t>
            </a:r>
            <a:endParaRPr lang="en-AU" sz="3000" dirty="0">
              <a:latin typeface="Calibri" panose="020F0502020204030204" pitchFamily="34" charset="0"/>
              <a:cs typeface="Calibri" panose="020F0502020204030204" pitchFamily="34" charset="0"/>
            </a:endParaRPr>
          </a:p>
        </p:txBody>
      </p:sp>
      <p:sp>
        <p:nvSpPr>
          <p:cNvPr id="5" name="TextBox 4">
            <a:extLst>
              <a:ext uri="{FF2B5EF4-FFF2-40B4-BE49-F238E27FC236}">
                <a16:creationId xmlns:a16="http://schemas.microsoft.com/office/drawing/2014/main" id="{E63C9EAB-2667-74AB-4BD5-B5BC65F08690}"/>
              </a:ext>
            </a:extLst>
          </p:cNvPr>
          <p:cNvSpPr txBox="1"/>
          <p:nvPr/>
        </p:nvSpPr>
        <p:spPr>
          <a:xfrm>
            <a:off x="0" y="882149"/>
            <a:ext cx="9144000" cy="4072269"/>
          </a:xfrm>
          <a:prstGeom prst="rect">
            <a:avLst/>
          </a:prstGeom>
          <a:noFill/>
        </p:spPr>
        <p:txBody>
          <a:bodyPr wrap="square">
            <a:spAutoFit/>
          </a:bodyPr>
          <a:lstStyle/>
          <a:p>
            <a:pPr>
              <a:lnSpc>
                <a:spcPct val="150000"/>
              </a:lnSpc>
            </a:pPr>
            <a:r>
              <a:rPr lang="en-US" sz="2500" dirty="0">
                <a:latin typeface="Calibri" panose="020F0502020204030204" pitchFamily="34" charset="0"/>
                <a:cs typeface="Calibri" panose="020F0502020204030204" pitchFamily="34" charset="0"/>
              </a:rPr>
              <a:t>To allow sorting/listing by those items, split fields into smaller parts:</a:t>
            </a:r>
          </a:p>
          <a:p>
            <a:pPr marL="342900" indent="-342900">
              <a:lnSpc>
                <a:spcPct val="150000"/>
              </a:lnSpc>
              <a:buFont typeface="Arial" panose="020B0604020202020204" pitchFamily="34" charset="0"/>
              <a:buChar char="•"/>
            </a:pPr>
            <a:r>
              <a:rPr lang="en-US" sz="2500" dirty="0">
                <a:latin typeface="Calibri" panose="020F0502020204030204" pitchFamily="34" charset="0"/>
                <a:cs typeface="Calibri" panose="020F0502020204030204" pitchFamily="34" charset="0"/>
              </a:rPr>
              <a:t>Split PROJECT_MANAGER into:</a:t>
            </a:r>
          </a:p>
          <a:p>
            <a:pPr marL="800100" lvl="1" indent="-342900">
              <a:lnSpc>
                <a:spcPct val="150000"/>
              </a:lnSpc>
              <a:buFont typeface="Arial" panose="020B0604020202020204" pitchFamily="34" charset="0"/>
              <a:buChar char="•"/>
            </a:pPr>
            <a:r>
              <a:rPr lang="en-US" sz="2500" dirty="0">
                <a:latin typeface="Calibri" panose="020F0502020204030204" pitchFamily="34" charset="0"/>
                <a:cs typeface="Calibri" panose="020F0502020204030204" pitchFamily="34" charset="0"/>
              </a:rPr>
              <a:t>FIRST_NAME</a:t>
            </a:r>
          </a:p>
          <a:p>
            <a:pPr marL="800100" lvl="1" indent="-342900">
              <a:lnSpc>
                <a:spcPct val="150000"/>
              </a:lnSpc>
              <a:buFont typeface="Arial" panose="020B0604020202020204" pitchFamily="34" charset="0"/>
              <a:buChar char="•"/>
            </a:pPr>
            <a:r>
              <a:rPr lang="en-US" sz="2500" dirty="0">
                <a:latin typeface="Calibri" panose="020F0502020204030204" pitchFamily="34" charset="0"/>
                <a:cs typeface="Calibri" panose="020F0502020204030204" pitchFamily="34" charset="0"/>
              </a:rPr>
              <a:t>LAST_NAME</a:t>
            </a:r>
          </a:p>
          <a:p>
            <a:pPr marL="342900" indent="-342900">
              <a:lnSpc>
                <a:spcPct val="150000"/>
              </a:lnSpc>
              <a:buFont typeface="Arial" panose="020B0604020202020204" pitchFamily="34" charset="0"/>
              <a:buChar char="•"/>
            </a:pPr>
            <a:r>
              <a:rPr lang="en-US" sz="2500" dirty="0">
                <a:latin typeface="Calibri" panose="020F0502020204030204" pitchFamily="34" charset="0"/>
                <a:cs typeface="Calibri" panose="020F0502020204030204" pitchFamily="34" charset="0"/>
              </a:rPr>
              <a:t>Split MANAGER_PHONE into:</a:t>
            </a:r>
          </a:p>
          <a:p>
            <a:pPr marL="800100" lvl="1" indent="-342900">
              <a:lnSpc>
                <a:spcPct val="150000"/>
              </a:lnSpc>
              <a:buFont typeface="Arial" panose="020B0604020202020204" pitchFamily="34" charset="0"/>
              <a:buChar char="•"/>
            </a:pPr>
            <a:r>
              <a:rPr lang="en-US" sz="2500" dirty="0">
                <a:latin typeface="Calibri" panose="020F0502020204030204" pitchFamily="34" charset="0"/>
                <a:cs typeface="Calibri" panose="020F0502020204030204" pitchFamily="34" charset="0"/>
              </a:rPr>
              <a:t>AREA_CODE</a:t>
            </a:r>
          </a:p>
          <a:p>
            <a:pPr marL="800100" lvl="1" indent="-342900">
              <a:lnSpc>
                <a:spcPct val="150000"/>
              </a:lnSpc>
              <a:buFont typeface="Arial" panose="020B0604020202020204" pitchFamily="34" charset="0"/>
              <a:buChar char="•"/>
            </a:pPr>
            <a:r>
              <a:rPr lang="en-US" sz="2500" dirty="0">
                <a:latin typeface="Calibri" panose="020F0502020204030204" pitchFamily="34" charset="0"/>
                <a:cs typeface="Calibri" panose="020F0502020204030204" pitchFamily="34" charset="0"/>
              </a:rPr>
              <a:t>PHONE_NUMBER</a:t>
            </a:r>
          </a:p>
        </p:txBody>
      </p:sp>
      <p:pic>
        <p:nvPicPr>
          <p:cNvPr id="2" name="Picture 1">
            <a:extLst>
              <a:ext uri="{FF2B5EF4-FFF2-40B4-BE49-F238E27FC236}">
                <a16:creationId xmlns:a16="http://schemas.microsoft.com/office/drawing/2014/main" id="{9DB0D0A6-590C-F0F6-8B98-2742728BBC5D}"/>
              </a:ext>
            </a:extLst>
          </p:cNvPr>
          <p:cNvPicPr>
            <a:picLocks noChangeAspect="1"/>
          </p:cNvPicPr>
          <p:nvPr/>
        </p:nvPicPr>
        <p:blipFill>
          <a:blip r:embed="rId3"/>
          <a:stretch>
            <a:fillRect/>
          </a:stretch>
        </p:blipFill>
        <p:spPr>
          <a:xfrm>
            <a:off x="0" y="4971394"/>
            <a:ext cx="8819014" cy="1886606"/>
          </a:xfrm>
          <a:prstGeom prst="rect">
            <a:avLst/>
          </a:prstGeom>
        </p:spPr>
      </p:pic>
    </p:spTree>
    <p:extLst>
      <p:ext uri="{BB962C8B-B14F-4D97-AF65-F5344CB8AC3E}">
        <p14:creationId xmlns:p14="http://schemas.microsoft.com/office/powerpoint/2010/main" val="4275587792"/>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E5B49CD3-0797-C8F0-8A51-729C2932FDA3}"/>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2D9120D1-48E5-02E2-9C42-B21BF36A5741}"/>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ED21308B-34D0-F37B-39ED-469595467372}"/>
              </a:ext>
            </a:extLst>
          </p:cNvPr>
          <p:cNvSpPr>
            <a:spLocks noGrp="1"/>
          </p:cNvSpPr>
          <p:nvPr>
            <p:ph type="sldNum" sz="quarter" idx="4"/>
          </p:nvPr>
        </p:nvSpPr>
        <p:spPr/>
        <p:txBody>
          <a:bodyPr/>
          <a:lstStyle/>
          <a:p>
            <a:fld id="{16A89BA3-132D-40E1-AAB4-CDCD0A14C216}" type="slidenum">
              <a:rPr lang="en-AU" smtClean="0"/>
              <a:pPr/>
              <a:t>77</a:t>
            </a:fld>
            <a:r>
              <a:rPr lang="en-AU"/>
              <a:t>  |</a:t>
            </a:r>
            <a:endParaRPr lang="en-AU" dirty="0"/>
          </a:p>
        </p:txBody>
      </p:sp>
      <p:sp>
        <p:nvSpPr>
          <p:cNvPr id="9" name="Text Placeholder 3">
            <a:extLst>
              <a:ext uri="{FF2B5EF4-FFF2-40B4-BE49-F238E27FC236}">
                <a16:creationId xmlns:a16="http://schemas.microsoft.com/office/drawing/2014/main" id="{A72639D4-6183-212B-BF11-A4516F2F2E7E}"/>
              </a:ext>
            </a:extLst>
          </p:cNvPr>
          <p:cNvSpPr>
            <a:spLocks noGrp="1"/>
          </p:cNvSpPr>
          <p:nvPr>
            <p:ph type="body" sz="quarter" idx="16"/>
          </p:nvPr>
        </p:nvSpPr>
        <p:spPr>
          <a:xfrm>
            <a:off x="0" y="0"/>
            <a:ext cx="7849590" cy="463138"/>
          </a:xfrm>
        </p:spPr>
        <p:txBody>
          <a:bodyPr>
            <a:noAutofit/>
          </a:bodyPr>
          <a:lstStyle/>
          <a:p>
            <a:r>
              <a:rPr lang="en-US" sz="3200" dirty="0"/>
              <a:t>WEEK 1 TUTORIAL GUIDELINE</a:t>
            </a:r>
            <a:endParaRPr lang="en-AU" sz="3000" dirty="0">
              <a:latin typeface="Calibri" panose="020F0502020204030204" pitchFamily="34" charset="0"/>
              <a:cs typeface="Calibri" panose="020F0502020204030204" pitchFamily="34" charset="0"/>
            </a:endParaRPr>
          </a:p>
        </p:txBody>
      </p:sp>
      <p:sp>
        <p:nvSpPr>
          <p:cNvPr id="5" name="TextBox 4">
            <a:extLst>
              <a:ext uri="{FF2B5EF4-FFF2-40B4-BE49-F238E27FC236}">
                <a16:creationId xmlns:a16="http://schemas.microsoft.com/office/drawing/2014/main" id="{275DCA86-4919-BC84-4198-96E200F7625A}"/>
              </a:ext>
            </a:extLst>
          </p:cNvPr>
          <p:cNvSpPr txBox="1"/>
          <p:nvPr/>
        </p:nvSpPr>
        <p:spPr>
          <a:xfrm>
            <a:off x="0" y="882149"/>
            <a:ext cx="9144000" cy="3495188"/>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US" sz="2500" dirty="0">
                <a:latin typeface="Calibri" panose="020F0502020204030204" pitchFamily="34" charset="0"/>
                <a:cs typeface="Calibri" panose="020F0502020204030204" pitchFamily="34" charset="0"/>
              </a:rPr>
              <a:t>Split MANAGER_ADDRESS into:</a:t>
            </a:r>
          </a:p>
          <a:p>
            <a:pPr marL="800100" lvl="1" indent="-342900">
              <a:lnSpc>
                <a:spcPct val="150000"/>
              </a:lnSpc>
              <a:buFont typeface="Arial" panose="020B0604020202020204" pitchFamily="34" charset="0"/>
              <a:buChar char="•"/>
            </a:pPr>
            <a:r>
              <a:rPr lang="en-US" sz="2500" dirty="0">
                <a:latin typeface="Calibri" panose="020F0502020204030204" pitchFamily="34" charset="0"/>
                <a:cs typeface="Calibri" panose="020F0502020204030204" pitchFamily="34" charset="0"/>
              </a:rPr>
              <a:t>STREET</a:t>
            </a:r>
          </a:p>
          <a:p>
            <a:pPr marL="800100" lvl="1" indent="-342900">
              <a:lnSpc>
                <a:spcPct val="150000"/>
              </a:lnSpc>
              <a:buFont typeface="Arial" panose="020B0604020202020204" pitchFamily="34" charset="0"/>
              <a:buChar char="•"/>
            </a:pPr>
            <a:r>
              <a:rPr lang="en-US" sz="2500" dirty="0">
                <a:latin typeface="Calibri" panose="020F0502020204030204" pitchFamily="34" charset="0"/>
                <a:cs typeface="Calibri" panose="020F0502020204030204" pitchFamily="34" charset="0"/>
              </a:rPr>
              <a:t>CITY</a:t>
            </a:r>
          </a:p>
          <a:p>
            <a:pPr marL="800100" lvl="1" indent="-342900">
              <a:lnSpc>
                <a:spcPct val="150000"/>
              </a:lnSpc>
              <a:buFont typeface="Arial" panose="020B0604020202020204" pitchFamily="34" charset="0"/>
              <a:buChar char="•"/>
            </a:pPr>
            <a:r>
              <a:rPr lang="en-US" sz="2500" dirty="0">
                <a:latin typeface="Calibri" panose="020F0502020204030204" pitchFamily="34" charset="0"/>
                <a:cs typeface="Calibri" panose="020F0502020204030204" pitchFamily="34" charset="0"/>
              </a:rPr>
              <a:t>STATE</a:t>
            </a:r>
          </a:p>
          <a:p>
            <a:pPr marL="800100" lvl="1" indent="-342900">
              <a:lnSpc>
                <a:spcPct val="150000"/>
              </a:lnSpc>
              <a:buFont typeface="Arial" panose="020B0604020202020204" pitchFamily="34" charset="0"/>
              <a:buChar char="•"/>
            </a:pPr>
            <a:r>
              <a:rPr lang="en-US" sz="2500" dirty="0">
                <a:latin typeface="Calibri" panose="020F0502020204030204" pitchFamily="34" charset="0"/>
                <a:cs typeface="Calibri" panose="020F0502020204030204" pitchFamily="34" charset="0"/>
              </a:rPr>
              <a:t>ZIP_CODE</a:t>
            </a:r>
          </a:p>
          <a:p>
            <a:pPr>
              <a:lnSpc>
                <a:spcPct val="150000"/>
              </a:lnSpc>
            </a:pPr>
            <a:r>
              <a:rPr lang="en-US" sz="2500" dirty="0">
                <a:latin typeface="Calibri" panose="020F0502020204030204" pitchFamily="34" charset="0"/>
                <a:cs typeface="Calibri" panose="020F0502020204030204" pitchFamily="34" charset="0"/>
              </a:rPr>
              <a:t>This structure makes sorting and searching much easier.</a:t>
            </a:r>
          </a:p>
        </p:txBody>
      </p:sp>
      <p:pic>
        <p:nvPicPr>
          <p:cNvPr id="2" name="Picture 1">
            <a:extLst>
              <a:ext uri="{FF2B5EF4-FFF2-40B4-BE49-F238E27FC236}">
                <a16:creationId xmlns:a16="http://schemas.microsoft.com/office/drawing/2014/main" id="{75CFC639-ADD9-D7D9-301B-551B41BE2ED2}"/>
              </a:ext>
            </a:extLst>
          </p:cNvPr>
          <p:cNvPicPr>
            <a:picLocks noChangeAspect="1"/>
          </p:cNvPicPr>
          <p:nvPr/>
        </p:nvPicPr>
        <p:blipFill>
          <a:blip r:embed="rId3"/>
          <a:stretch>
            <a:fillRect/>
          </a:stretch>
        </p:blipFill>
        <p:spPr>
          <a:xfrm>
            <a:off x="0" y="4971394"/>
            <a:ext cx="8819014" cy="1886606"/>
          </a:xfrm>
          <a:prstGeom prst="rect">
            <a:avLst/>
          </a:prstGeom>
        </p:spPr>
      </p:pic>
    </p:spTree>
    <p:extLst>
      <p:ext uri="{BB962C8B-B14F-4D97-AF65-F5344CB8AC3E}">
        <p14:creationId xmlns:p14="http://schemas.microsoft.com/office/powerpoint/2010/main" val="2051190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9524BA48-1343-CE70-EAF6-0A7528001995}"/>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557F023B-711B-D3AB-D4BB-8A43B20CA6A1}"/>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495EE430-6CBE-CCD7-AE92-898CC807E388}"/>
              </a:ext>
            </a:extLst>
          </p:cNvPr>
          <p:cNvSpPr>
            <a:spLocks noGrp="1"/>
          </p:cNvSpPr>
          <p:nvPr>
            <p:ph type="sldNum" sz="quarter" idx="4"/>
          </p:nvPr>
        </p:nvSpPr>
        <p:spPr/>
        <p:txBody>
          <a:bodyPr/>
          <a:lstStyle/>
          <a:p>
            <a:fld id="{16A89BA3-132D-40E1-AAB4-CDCD0A14C216}" type="slidenum">
              <a:rPr lang="en-AU" smtClean="0"/>
              <a:pPr/>
              <a:t>78</a:t>
            </a:fld>
            <a:r>
              <a:rPr lang="en-AU"/>
              <a:t>  |</a:t>
            </a:r>
            <a:endParaRPr lang="en-AU" dirty="0"/>
          </a:p>
        </p:txBody>
      </p:sp>
      <p:sp>
        <p:nvSpPr>
          <p:cNvPr id="9" name="Text Placeholder 3">
            <a:extLst>
              <a:ext uri="{FF2B5EF4-FFF2-40B4-BE49-F238E27FC236}">
                <a16:creationId xmlns:a16="http://schemas.microsoft.com/office/drawing/2014/main" id="{2269E821-5CA3-653B-154C-D902547B5972}"/>
              </a:ext>
            </a:extLst>
          </p:cNvPr>
          <p:cNvSpPr>
            <a:spLocks noGrp="1"/>
          </p:cNvSpPr>
          <p:nvPr>
            <p:ph type="body" sz="quarter" idx="16"/>
          </p:nvPr>
        </p:nvSpPr>
        <p:spPr>
          <a:xfrm>
            <a:off x="0" y="0"/>
            <a:ext cx="7849590" cy="463138"/>
          </a:xfrm>
        </p:spPr>
        <p:txBody>
          <a:bodyPr>
            <a:noAutofit/>
          </a:bodyPr>
          <a:lstStyle/>
          <a:p>
            <a:r>
              <a:rPr lang="en-US" sz="3200" dirty="0"/>
              <a:t>WEEK 1 TUTORIAL GUIDELINE</a:t>
            </a:r>
            <a:endParaRPr lang="en-AU" sz="3000" dirty="0">
              <a:latin typeface="Calibri" panose="020F0502020204030204" pitchFamily="34" charset="0"/>
              <a:cs typeface="Calibri" panose="020F0502020204030204" pitchFamily="34" charset="0"/>
            </a:endParaRPr>
          </a:p>
        </p:txBody>
      </p:sp>
      <p:sp>
        <p:nvSpPr>
          <p:cNvPr id="5" name="TextBox 4">
            <a:extLst>
              <a:ext uri="{FF2B5EF4-FFF2-40B4-BE49-F238E27FC236}">
                <a16:creationId xmlns:a16="http://schemas.microsoft.com/office/drawing/2014/main" id="{F4023AB2-FE4C-2744-E8A5-810D04D12051}"/>
              </a:ext>
            </a:extLst>
          </p:cNvPr>
          <p:cNvSpPr txBox="1"/>
          <p:nvPr/>
        </p:nvSpPr>
        <p:spPr>
          <a:xfrm>
            <a:off x="0" y="550544"/>
            <a:ext cx="9144000" cy="1318181"/>
          </a:xfrm>
          <a:prstGeom prst="rect">
            <a:avLst/>
          </a:prstGeom>
          <a:noFill/>
        </p:spPr>
        <p:txBody>
          <a:bodyPr wrap="square">
            <a:spAutoFit/>
          </a:bodyPr>
          <a:lstStyle/>
          <a:p>
            <a:pPr>
              <a:lnSpc>
                <a:spcPct val="150000"/>
              </a:lnSpc>
            </a:pPr>
            <a:r>
              <a:rPr lang="en-US" sz="2800" dirty="0">
                <a:latin typeface="Calibri" panose="020F0502020204030204" pitchFamily="34" charset="0"/>
                <a:cs typeface="Calibri" panose="020F0502020204030204" pitchFamily="34" charset="0"/>
              </a:rPr>
              <a:t>4. What data redundancies do you detect? How could those redundancies lead to anomalies?</a:t>
            </a:r>
          </a:p>
        </p:txBody>
      </p:sp>
      <p:pic>
        <p:nvPicPr>
          <p:cNvPr id="2" name="Picture 1">
            <a:extLst>
              <a:ext uri="{FF2B5EF4-FFF2-40B4-BE49-F238E27FC236}">
                <a16:creationId xmlns:a16="http://schemas.microsoft.com/office/drawing/2014/main" id="{1E60D9B8-E651-8E02-644C-56DA463CDDAD}"/>
              </a:ext>
            </a:extLst>
          </p:cNvPr>
          <p:cNvPicPr>
            <a:picLocks noChangeAspect="1"/>
          </p:cNvPicPr>
          <p:nvPr/>
        </p:nvPicPr>
        <p:blipFill>
          <a:blip r:embed="rId3"/>
          <a:stretch>
            <a:fillRect/>
          </a:stretch>
        </p:blipFill>
        <p:spPr>
          <a:xfrm>
            <a:off x="0" y="4971394"/>
            <a:ext cx="8819014" cy="1886606"/>
          </a:xfrm>
          <a:prstGeom prst="rect">
            <a:avLst/>
          </a:prstGeom>
        </p:spPr>
      </p:pic>
      <p:sp>
        <p:nvSpPr>
          <p:cNvPr id="7" name="TextBox 6">
            <a:extLst>
              <a:ext uri="{FF2B5EF4-FFF2-40B4-BE49-F238E27FC236}">
                <a16:creationId xmlns:a16="http://schemas.microsoft.com/office/drawing/2014/main" id="{06A73D0B-9A14-21E1-E305-F69AE3514CFA}"/>
              </a:ext>
            </a:extLst>
          </p:cNvPr>
          <p:cNvSpPr txBox="1"/>
          <p:nvPr/>
        </p:nvSpPr>
        <p:spPr>
          <a:xfrm>
            <a:off x="0" y="2002215"/>
            <a:ext cx="8986344" cy="2610843"/>
          </a:xfrm>
          <a:prstGeom prst="rect">
            <a:avLst/>
          </a:prstGeom>
          <a:noFill/>
        </p:spPr>
        <p:txBody>
          <a:bodyPr wrap="square">
            <a:spAutoFit/>
          </a:bodyPr>
          <a:lstStyle/>
          <a:p>
            <a:pPr>
              <a:lnSpc>
                <a:spcPct val="150000"/>
              </a:lnSpc>
              <a:buNone/>
            </a:pPr>
            <a:r>
              <a:rPr lang="en-US" sz="2800" b="1" dirty="0">
                <a:latin typeface="Calibri" panose="020F0502020204030204" pitchFamily="34" charset="0"/>
                <a:cs typeface="Calibri" panose="020F0502020204030204" pitchFamily="34" charset="0"/>
              </a:rPr>
              <a:t>4. Data redundancies and possible anomalies</a:t>
            </a:r>
          </a:p>
          <a:p>
            <a:pPr>
              <a:lnSpc>
                <a:spcPct val="150000"/>
              </a:lnSpc>
              <a:buNone/>
            </a:pPr>
            <a:r>
              <a:rPr lang="en-US" sz="2800" b="1" dirty="0">
                <a:latin typeface="Calibri" panose="020F0502020204030204" pitchFamily="34" charset="0"/>
                <a:cs typeface="Calibri" panose="020F0502020204030204" pitchFamily="34" charset="0"/>
              </a:rPr>
              <a:t>Redundancies found:</a:t>
            </a:r>
            <a:endParaRPr lang="en-US" sz="2800" dirty="0">
              <a:latin typeface="Calibri" panose="020F0502020204030204" pitchFamily="34" charset="0"/>
              <a:cs typeface="Calibri" panose="020F0502020204030204" pitchFamily="34" charset="0"/>
            </a:endParaRP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Some managers appear more than once (e.g., Holly B. Parker, George F. </a:t>
            </a:r>
            <a:r>
              <a:rPr lang="en-US" sz="2800" dirty="0" err="1">
                <a:latin typeface="Calibri" panose="020F0502020204030204" pitchFamily="34" charset="0"/>
                <a:cs typeface="Calibri" panose="020F0502020204030204" pitchFamily="34" charset="0"/>
              </a:rPr>
              <a:t>Dorts</a:t>
            </a:r>
            <a:r>
              <a:rPr lang="en-US" sz="2800" dirty="0">
                <a:latin typeface="Calibri" panose="020F0502020204030204" pitchFamily="34" charset="0"/>
                <a:cs typeface="Calibri" panose="020F0502020204030204" pitchFamily="34" charset="0"/>
              </a:rPr>
              <a:t>).</a:t>
            </a:r>
          </a:p>
        </p:txBody>
      </p:sp>
    </p:spTree>
    <p:extLst>
      <p:ext uri="{BB962C8B-B14F-4D97-AF65-F5344CB8AC3E}">
        <p14:creationId xmlns:p14="http://schemas.microsoft.com/office/powerpoint/2010/main" val="3974368508"/>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4371F401-F1B2-12CE-7918-380D83ECDAD3}"/>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331B3643-0BA1-F9EE-83E4-4948B3C6F290}"/>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8BB5426C-ADC2-78B2-5A78-193F9332BF40}"/>
              </a:ext>
            </a:extLst>
          </p:cNvPr>
          <p:cNvSpPr>
            <a:spLocks noGrp="1"/>
          </p:cNvSpPr>
          <p:nvPr>
            <p:ph type="sldNum" sz="quarter" idx="4"/>
          </p:nvPr>
        </p:nvSpPr>
        <p:spPr/>
        <p:txBody>
          <a:bodyPr/>
          <a:lstStyle/>
          <a:p>
            <a:fld id="{16A89BA3-132D-40E1-AAB4-CDCD0A14C216}" type="slidenum">
              <a:rPr lang="en-AU" smtClean="0"/>
              <a:pPr/>
              <a:t>79</a:t>
            </a:fld>
            <a:r>
              <a:rPr lang="en-AU"/>
              <a:t>  |</a:t>
            </a:r>
            <a:endParaRPr lang="en-AU" dirty="0"/>
          </a:p>
        </p:txBody>
      </p:sp>
      <p:sp>
        <p:nvSpPr>
          <p:cNvPr id="9" name="Text Placeholder 3">
            <a:extLst>
              <a:ext uri="{FF2B5EF4-FFF2-40B4-BE49-F238E27FC236}">
                <a16:creationId xmlns:a16="http://schemas.microsoft.com/office/drawing/2014/main" id="{00797E2D-3D8F-6DED-1236-28B243F6406C}"/>
              </a:ext>
            </a:extLst>
          </p:cNvPr>
          <p:cNvSpPr>
            <a:spLocks noGrp="1"/>
          </p:cNvSpPr>
          <p:nvPr>
            <p:ph type="body" sz="quarter" idx="16"/>
          </p:nvPr>
        </p:nvSpPr>
        <p:spPr>
          <a:xfrm>
            <a:off x="0" y="0"/>
            <a:ext cx="7849590" cy="463138"/>
          </a:xfrm>
        </p:spPr>
        <p:txBody>
          <a:bodyPr>
            <a:noAutofit/>
          </a:bodyPr>
          <a:lstStyle/>
          <a:p>
            <a:r>
              <a:rPr lang="en-US" sz="3200" dirty="0"/>
              <a:t>WEEK 1 TUTORIAL GUIDELINE</a:t>
            </a:r>
            <a:endParaRPr lang="en-AU" sz="3000" dirty="0">
              <a:latin typeface="Calibri" panose="020F0502020204030204" pitchFamily="34" charset="0"/>
              <a:cs typeface="Calibri" panose="020F0502020204030204" pitchFamily="34" charset="0"/>
            </a:endParaRPr>
          </a:p>
        </p:txBody>
      </p:sp>
      <p:sp>
        <p:nvSpPr>
          <p:cNvPr id="5" name="TextBox 4">
            <a:extLst>
              <a:ext uri="{FF2B5EF4-FFF2-40B4-BE49-F238E27FC236}">
                <a16:creationId xmlns:a16="http://schemas.microsoft.com/office/drawing/2014/main" id="{7F36B71B-FB4C-AE43-B62C-2C6114DA9691}"/>
              </a:ext>
            </a:extLst>
          </p:cNvPr>
          <p:cNvSpPr txBox="1"/>
          <p:nvPr/>
        </p:nvSpPr>
        <p:spPr>
          <a:xfrm>
            <a:off x="0" y="550544"/>
            <a:ext cx="9144000" cy="1318181"/>
          </a:xfrm>
          <a:prstGeom prst="rect">
            <a:avLst/>
          </a:prstGeom>
          <a:noFill/>
        </p:spPr>
        <p:txBody>
          <a:bodyPr wrap="square">
            <a:spAutoFit/>
          </a:bodyPr>
          <a:lstStyle/>
          <a:p>
            <a:pPr>
              <a:lnSpc>
                <a:spcPct val="150000"/>
              </a:lnSpc>
            </a:pPr>
            <a:r>
              <a:rPr lang="en-US" sz="2800" dirty="0">
                <a:latin typeface="Calibri" panose="020F0502020204030204" pitchFamily="34" charset="0"/>
                <a:cs typeface="Calibri" panose="020F0502020204030204" pitchFamily="34" charset="0"/>
              </a:rPr>
              <a:t>4. What data redundancies do you detect? How could those redundancies lead to anomalies?</a:t>
            </a:r>
          </a:p>
        </p:txBody>
      </p:sp>
      <p:pic>
        <p:nvPicPr>
          <p:cNvPr id="2" name="Picture 1">
            <a:extLst>
              <a:ext uri="{FF2B5EF4-FFF2-40B4-BE49-F238E27FC236}">
                <a16:creationId xmlns:a16="http://schemas.microsoft.com/office/drawing/2014/main" id="{B2B62D95-52D1-9368-1E64-1F5DF5DEB2DA}"/>
              </a:ext>
            </a:extLst>
          </p:cNvPr>
          <p:cNvPicPr>
            <a:picLocks noChangeAspect="1"/>
          </p:cNvPicPr>
          <p:nvPr/>
        </p:nvPicPr>
        <p:blipFill>
          <a:blip r:embed="rId3"/>
          <a:stretch>
            <a:fillRect/>
          </a:stretch>
        </p:blipFill>
        <p:spPr>
          <a:xfrm>
            <a:off x="0" y="4971394"/>
            <a:ext cx="8819014" cy="1886606"/>
          </a:xfrm>
          <a:prstGeom prst="rect">
            <a:avLst/>
          </a:prstGeom>
        </p:spPr>
      </p:pic>
      <p:sp>
        <p:nvSpPr>
          <p:cNvPr id="7" name="TextBox 6">
            <a:extLst>
              <a:ext uri="{FF2B5EF4-FFF2-40B4-BE49-F238E27FC236}">
                <a16:creationId xmlns:a16="http://schemas.microsoft.com/office/drawing/2014/main" id="{F281032C-4296-413C-9349-179EF859E05E}"/>
              </a:ext>
            </a:extLst>
          </p:cNvPr>
          <p:cNvSpPr txBox="1"/>
          <p:nvPr/>
        </p:nvSpPr>
        <p:spPr>
          <a:xfrm>
            <a:off x="0" y="2002215"/>
            <a:ext cx="8986344" cy="1318181"/>
          </a:xfrm>
          <a:prstGeom prst="rect">
            <a:avLst/>
          </a:prstGeom>
          <a:noFill/>
        </p:spPr>
        <p:txBody>
          <a:bodyPr wrap="square">
            <a:spAutoFit/>
          </a:bodyPr>
          <a:lstStyle/>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Their phone numbers and addresses are repeated in multiple records.</a:t>
            </a:r>
          </a:p>
        </p:txBody>
      </p:sp>
    </p:spTree>
    <p:extLst>
      <p:ext uri="{BB962C8B-B14F-4D97-AF65-F5344CB8AC3E}">
        <p14:creationId xmlns:p14="http://schemas.microsoft.com/office/powerpoint/2010/main" val="2120783072"/>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FDD6426F-77B2-A136-ED68-349CC4E3C63A}"/>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3197F1A0-8BB8-B101-5314-823834E4BC4E}"/>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E6BED1CB-EFC5-5910-D9FE-DF947CCA219C}"/>
              </a:ext>
            </a:extLst>
          </p:cNvPr>
          <p:cNvSpPr>
            <a:spLocks noGrp="1"/>
          </p:cNvSpPr>
          <p:nvPr>
            <p:ph type="sldNum" sz="quarter" idx="4"/>
          </p:nvPr>
        </p:nvSpPr>
        <p:spPr/>
        <p:txBody>
          <a:bodyPr/>
          <a:lstStyle/>
          <a:p>
            <a:fld id="{16A89BA3-132D-40E1-AAB4-CDCD0A14C216}" type="slidenum">
              <a:rPr lang="en-AU" smtClean="0"/>
              <a:pPr/>
              <a:t>80</a:t>
            </a:fld>
            <a:r>
              <a:rPr lang="en-AU"/>
              <a:t>  |</a:t>
            </a:r>
            <a:endParaRPr lang="en-AU" dirty="0"/>
          </a:p>
        </p:txBody>
      </p:sp>
      <p:sp>
        <p:nvSpPr>
          <p:cNvPr id="9" name="Text Placeholder 3">
            <a:extLst>
              <a:ext uri="{FF2B5EF4-FFF2-40B4-BE49-F238E27FC236}">
                <a16:creationId xmlns:a16="http://schemas.microsoft.com/office/drawing/2014/main" id="{D065A2D8-4807-8E51-688A-4AD6DE2F7AD9}"/>
              </a:ext>
            </a:extLst>
          </p:cNvPr>
          <p:cNvSpPr>
            <a:spLocks noGrp="1"/>
          </p:cNvSpPr>
          <p:nvPr>
            <p:ph type="body" sz="quarter" idx="16"/>
          </p:nvPr>
        </p:nvSpPr>
        <p:spPr>
          <a:xfrm>
            <a:off x="0" y="0"/>
            <a:ext cx="7849590" cy="463138"/>
          </a:xfrm>
        </p:spPr>
        <p:txBody>
          <a:bodyPr>
            <a:noAutofit/>
          </a:bodyPr>
          <a:lstStyle/>
          <a:p>
            <a:r>
              <a:rPr lang="en-US" sz="3200" dirty="0"/>
              <a:t>WEEK 1 TUTORIAL GUIDELINE</a:t>
            </a:r>
            <a:endParaRPr lang="en-AU" sz="3000" dirty="0">
              <a:latin typeface="Calibri" panose="020F0502020204030204" pitchFamily="34" charset="0"/>
              <a:cs typeface="Calibri" panose="020F0502020204030204" pitchFamily="34" charset="0"/>
            </a:endParaRPr>
          </a:p>
        </p:txBody>
      </p:sp>
      <p:sp>
        <p:nvSpPr>
          <p:cNvPr id="5" name="TextBox 4">
            <a:extLst>
              <a:ext uri="{FF2B5EF4-FFF2-40B4-BE49-F238E27FC236}">
                <a16:creationId xmlns:a16="http://schemas.microsoft.com/office/drawing/2014/main" id="{F4A10818-04F7-A648-2593-3EF7E1FD7864}"/>
              </a:ext>
            </a:extLst>
          </p:cNvPr>
          <p:cNvSpPr txBox="1"/>
          <p:nvPr/>
        </p:nvSpPr>
        <p:spPr>
          <a:xfrm>
            <a:off x="0" y="550544"/>
            <a:ext cx="9144000" cy="3257174"/>
          </a:xfrm>
          <a:prstGeom prst="rect">
            <a:avLst/>
          </a:prstGeom>
          <a:noFill/>
        </p:spPr>
        <p:txBody>
          <a:bodyPr wrap="square">
            <a:spAutoFit/>
          </a:bodyPr>
          <a:lstStyle/>
          <a:p>
            <a:pPr>
              <a:lnSpc>
                <a:spcPct val="150000"/>
              </a:lnSpc>
            </a:pPr>
            <a:r>
              <a:rPr lang="en-US" sz="2800" dirty="0">
                <a:latin typeface="Calibri" panose="020F0502020204030204" pitchFamily="34" charset="0"/>
                <a:cs typeface="Calibri" panose="020F0502020204030204" pitchFamily="34" charset="0"/>
              </a:rPr>
              <a:t>Problems caused (anomalies):</a:t>
            </a:r>
          </a:p>
          <a:p>
            <a:pPr marL="457200"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Update anomaly:</a:t>
            </a:r>
            <a:br>
              <a:rPr lang="en-US" sz="2800" dirty="0">
                <a:latin typeface="Calibri" panose="020F0502020204030204" pitchFamily="34" charset="0"/>
                <a:cs typeface="Calibri" panose="020F0502020204030204" pitchFamily="34" charset="0"/>
              </a:rPr>
            </a:br>
            <a:r>
              <a:rPr lang="en-US" sz="2800" dirty="0">
                <a:latin typeface="Calibri" panose="020F0502020204030204" pitchFamily="34" charset="0"/>
                <a:cs typeface="Calibri" panose="020F0502020204030204" pitchFamily="34" charset="0"/>
              </a:rPr>
              <a:t>If a manager changes phone number, you must update it in several records. If you miss one, data becomes inconsistent.</a:t>
            </a:r>
          </a:p>
        </p:txBody>
      </p:sp>
      <p:pic>
        <p:nvPicPr>
          <p:cNvPr id="2" name="Picture 1">
            <a:extLst>
              <a:ext uri="{FF2B5EF4-FFF2-40B4-BE49-F238E27FC236}">
                <a16:creationId xmlns:a16="http://schemas.microsoft.com/office/drawing/2014/main" id="{D3089AAC-856D-AC52-BE3D-5416889B0CA2}"/>
              </a:ext>
            </a:extLst>
          </p:cNvPr>
          <p:cNvPicPr>
            <a:picLocks noChangeAspect="1"/>
          </p:cNvPicPr>
          <p:nvPr/>
        </p:nvPicPr>
        <p:blipFill>
          <a:blip r:embed="rId3"/>
          <a:stretch>
            <a:fillRect/>
          </a:stretch>
        </p:blipFill>
        <p:spPr>
          <a:xfrm>
            <a:off x="0" y="4971394"/>
            <a:ext cx="8819014" cy="1886606"/>
          </a:xfrm>
          <a:prstGeom prst="rect">
            <a:avLst/>
          </a:prstGeom>
        </p:spPr>
      </p:pic>
    </p:spTree>
    <p:extLst>
      <p:ext uri="{BB962C8B-B14F-4D97-AF65-F5344CB8AC3E}">
        <p14:creationId xmlns:p14="http://schemas.microsoft.com/office/powerpoint/2010/main" val="511626828"/>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5866EFF5-45ED-1859-CD35-013C8CB39502}"/>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A3A7A9FF-7ED6-554D-631C-1CFD2DE41942}"/>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E7D8B06D-2467-E2A0-9355-7582E156E5D1}"/>
              </a:ext>
            </a:extLst>
          </p:cNvPr>
          <p:cNvSpPr>
            <a:spLocks noGrp="1"/>
          </p:cNvSpPr>
          <p:nvPr>
            <p:ph type="sldNum" sz="quarter" idx="4"/>
          </p:nvPr>
        </p:nvSpPr>
        <p:spPr/>
        <p:txBody>
          <a:bodyPr/>
          <a:lstStyle/>
          <a:p>
            <a:fld id="{16A89BA3-132D-40E1-AAB4-CDCD0A14C216}" type="slidenum">
              <a:rPr lang="en-AU" smtClean="0"/>
              <a:pPr/>
              <a:t>81</a:t>
            </a:fld>
            <a:r>
              <a:rPr lang="en-AU"/>
              <a:t>  |</a:t>
            </a:r>
            <a:endParaRPr lang="en-AU" dirty="0"/>
          </a:p>
        </p:txBody>
      </p:sp>
      <p:sp>
        <p:nvSpPr>
          <p:cNvPr id="9" name="Text Placeholder 3">
            <a:extLst>
              <a:ext uri="{FF2B5EF4-FFF2-40B4-BE49-F238E27FC236}">
                <a16:creationId xmlns:a16="http://schemas.microsoft.com/office/drawing/2014/main" id="{86F8AC9B-7859-5DA6-3FE1-812DA2987529}"/>
              </a:ext>
            </a:extLst>
          </p:cNvPr>
          <p:cNvSpPr>
            <a:spLocks noGrp="1"/>
          </p:cNvSpPr>
          <p:nvPr>
            <p:ph type="body" sz="quarter" idx="16"/>
          </p:nvPr>
        </p:nvSpPr>
        <p:spPr>
          <a:xfrm>
            <a:off x="0" y="0"/>
            <a:ext cx="7849590" cy="463138"/>
          </a:xfrm>
        </p:spPr>
        <p:txBody>
          <a:bodyPr>
            <a:noAutofit/>
          </a:bodyPr>
          <a:lstStyle/>
          <a:p>
            <a:r>
              <a:rPr lang="en-US" sz="3200" dirty="0"/>
              <a:t>WEEK 1 TUTORIAL GUIDELINE</a:t>
            </a:r>
            <a:endParaRPr lang="en-AU" sz="3000" dirty="0">
              <a:latin typeface="Calibri" panose="020F0502020204030204" pitchFamily="34" charset="0"/>
              <a:cs typeface="Calibri" panose="020F0502020204030204" pitchFamily="34" charset="0"/>
            </a:endParaRPr>
          </a:p>
        </p:txBody>
      </p:sp>
      <p:sp>
        <p:nvSpPr>
          <p:cNvPr id="5" name="TextBox 4">
            <a:extLst>
              <a:ext uri="{FF2B5EF4-FFF2-40B4-BE49-F238E27FC236}">
                <a16:creationId xmlns:a16="http://schemas.microsoft.com/office/drawing/2014/main" id="{880F8339-7E0B-53B0-1C0B-8A21FDE0D827}"/>
              </a:ext>
            </a:extLst>
          </p:cNvPr>
          <p:cNvSpPr txBox="1"/>
          <p:nvPr/>
        </p:nvSpPr>
        <p:spPr>
          <a:xfrm>
            <a:off x="0" y="550544"/>
            <a:ext cx="9144000" cy="3903504"/>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Insertion anomaly:</a:t>
            </a:r>
            <a:br>
              <a:rPr lang="en-US" sz="2800" dirty="0">
                <a:latin typeface="Calibri" panose="020F0502020204030204" pitchFamily="34" charset="0"/>
                <a:cs typeface="Calibri" panose="020F0502020204030204" pitchFamily="34" charset="0"/>
              </a:rPr>
            </a:br>
            <a:r>
              <a:rPr lang="en-US" sz="2800" dirty="0">
                <a:latin typeface="Calibri" panose="020F0502020204030204" pitchFamily="34" charset="0"/>
                <a:cs typeface="Calibri" panose="020F0502020204030204" pitchFamily="34" charset="0"/>
              </a:rPr>
              <a:t>You cannot add a new manager unless they are assigned to a project.</a:t>
            </a:r>
          </a:p>
          <a:p>
            <a:pPr marL="457200"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Deletion anomaly:</a:t>
            </a:r>
            <a:br>
              <a:rPr lang="en-US" sz="2800" dirty="0">
                <a:latin typeface="Calibri" panose="020F0502020204030204" pitchFamily="34" charset="0"/>
                <a:cs typeface="Calibri" panose="020F0502020204030204" pitchFamily="34" charset="0"/>
              </a:rPr>
            </a:br>
            <a:r>
              <a:rPr lang="en-US" sz="2800" dirty="0">
                <a:latin typeface="Calibri" panose="020F0502020204030204" pitchFamily="34" charset="0"/>
                <a:cs typeface="Calibri" panose="020F0502020204030204" pitchFamily="34" charset="0"/>
              </a:rPr>
              <a:t>If you delete the last project of a manager, you lose all information about that manager.</a:t>
            </a:r>
          </a:p>
        </p:txBody>
      </p:sp>
      <p:pic>
        <p:nvPicPr>
          <p:cNvPr id="2" name="Picture 1">
            <a:extLst>
              <a:ext uri="{FF2B5EF4-FFF2-40B4-BE49-F238E27FC236}">
                <a16:creationId xmlns:a16="http://schemas.microsoft.com/office/drawing/2014/main" id="{BCFF479F-3F68-77AE-B807-09E1EC6B04E0}"/>
              </a:ext>
            </a:extLst>
          </p:cNvPr>
          <p:cNvPicPr>
            <a:picLocks noChangeAspect="1"/>
          </p:cNvPicPr>
          <p:nvPr/>
        </p:nvPicPr>
        <p:blipFill>
          <a:blip r:embed="rId3"/>
          <a:stretch>
            <a:fillRect/>
          </a:stretch>
        </p:blipFill>
        <p:spPr>
          <a:xfrm>
            <a:off x="0" y="4971394"/>
            <a:ext cx="8819014" cy="1886606"/>
          </a:xfrm>
          <a:prstGeom prst="rect">
            <a:avLst/>
          </a:prstGeom>
        </p:spPr>
      </p:pic>
    </p:spTree>
    <p:extLst>
      <p:ext uri="{BB962C8B-B14F-4D97-AF65-F5344CB8AC3E}">
        <p14:creationId xmlns:p14="http://schemas.microsoft.com/office/powerpoint/2010/main" val="133446602"/>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75FFBC30-E101-7A82-D978-2C00971F2428}"/>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C7FF2018-15EB-9B51-BED3-7F40418E0E7A}"/>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0BB7CD73-A522-4292-CA1A-6DDAD007F026}"/>
              </a:ext>
            </a:extLst>
          </p:cNvPr>
          <p:cNvSpPr>
            <a:spLocks noGrp="1"/>
          </p:cNvSpPr>
          <p:nvPr>
            <p:ph type="sldNum" sz="quarter" idx="4"/>
          </p:nvPr>
        </p:nvSpPr>
        <p:spPr/>
        <p:txBody>
          <a:bodyPr/>
          <a:lstStyle/>
          <a:p>
            <a:fld id="{16A89BA3-132D-40E1-AAB4-CDCD0A14C216}" type="slidenum">
              <a:rPr lang="en-AU" smtClean="0"/>
              <a:pPr/>
              <a:t>82</a:t>
            </a:fld>
            <a:r>
              <a:rPr lang="en-AU"/>
              <a:t>  |</a:t>
            </a:r>
            <a:endParaRPr lang="en-AU" dirty="0"/>
          </a:p>
        </p:txBody>
      </p:sp>
      <p:sp>
        <p:nvSpPr>
          <p:cNvPr id="9" name="Text Placeholder 3">
            <a:extLst>
              <a:ext uri="{FF2B5EF4-FFF2-40B4-BE49-F238E27FC236}">
                <a16:creationId xmlns:a16="http://schemas.microsoft.com/office/drawing/2014/main" id="{E7FD04F0-3AF4-A1D7-5FFE-E76486E88979}"/>
              </a:ext>
            </a:extLst>
          </p:cNvPr>
          <p:cNvSpPr>
            <a:spLocks noGrp="1"/>
          </p:cNvSpPr>
          <p:nvPr>
            <p:ph type="body" sz="quarter" idx="16"/>
          </p:nvPr>
        </p:nvSpPr>
        <p:spPr>
          <a:xfrm>
            <a:off x="0" y="0"/>
            <a:ext cx="7849590" cy="463138"/>
          </a:xfrm>
        </p:spPr>
        <p:txBody>
          <a:bodyPr>
            <a:noAutofit/>
          </a:bodyPr>
          <a:lstStyle/>
          <a:p>
            <a:r>
              <a:rPr lang="en-US" sz="3200" dirty="0"/>
              <a:t>WEEK 1 TUTORIAL GUIDELINE</a:t>
            </a:r>
            <a:endParaRPr lang="en-AU" sz="3000" dirty="0">
              <a:latin typeface="Calibri" panose="020F0502020204030204" pitchFamily="34" charset="0"/>
              <a:cs typeface="Calibri" panose="020F0502020204030204" pitchFamily="34" charset="0"/>
            </a:endParaRPr>
          </a:p>
        </p:txBody>
      </p:sp>
      <p:sp>
        <p:nvSpPr>
          <p:cNvPr id="5" name="TextBox 4">
            <a:extLst>
              <a:ext uri="{FF2B5EF4-FFF2-40B4-BE49-F238E27FC236}">
                <a16:creationId xmlns:a16="http://schemas.microsoft.com/office/drawing/2014/main" id="{04664E81-14CB-BED1-19B4-FFAED325450F}"/>
              </a:ext>
            </a:extLst>
          </p:cNvPr>
          <p:cNvSpPr txBox="1"/>
          <p:nvPr/>
        </p:nvSpPr>
        <p:spPr>
          <a:xfrm>
            <a:off x="0" y="550544"/>
            <a:ext cx="9144000" cy="4549835"/>
          </a:xfrm>
          <a:prstGeom prst="rect">
            <a:avLst/>
          </a:prstGeom>
          <a:noFill/>
        </p:spPr>
        <p:txBody>
          <a:bodyPr wrap="square">
            <a:spAutoFit/>
          </a:bodyPr>
          <a:lstStyle/>
          <a:p>
            <a:pPr>
              <a:lnSpc>
                <a:spcPct val="150000"/>
              </a:lnSpc>
            </a:pPr>
            <a:r>
              <a:rPr lang="en-US" sz="2800" b="1" dirty="0">
                <a:latin typeface="Calibri" panose="020F0502020204030204" pitchFamily="34" charset="0"/>
                <a:cs typeface="Calibri" panose="020F0502020204030204" pitchFamily="34" charset="0"/>
              </a:rPr>
              <a:t>5. Serious data redundancy problems</a:t>
            </a:r>
          </a:p>
          <a:p>
            <a:pPr>
              <a:lnSpc>
                <a:spcPct val="150000"/>
              </a:lnSpc>
            </a:pPr>
            <a:r>
              <a:rPr lang="en-US" sz="2800" dirty="0">
                <a:latin typeface="Calibri" panose="020F0502020204030204" pitchFamily="34" charset="0"/>
                <a:cs typeface="Calibri" panose="020F0502020204030204" pitchFamily="34" charset="0"/>
              </a:rPr>
              <a:t>The main problem is that manager information is stored repeatedly for every project.</a:t>
            </a:r>
          </a:p>
          <a:p>
            <a:pPr>
              <a:lnSpc>
                <a:spcPct val="150000"/>
              </a:lnSpc>
            </a:pPr>
            <a:r>
              <a:rPr lang="en-US" sz="2800" dirty="0">
                <a:latin typeface="Calibri" panose="020F0502020204030204" pitchFamily="34" charset="0"/>
                <a:cs typeface="Calibri" panose="020F0502020204030204" pitchFamily="34" charset="0"/>
              </a:rPr>
              <a:t>This means: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Manager data depends on the manager, not on the project.</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But it is stored inside the project record.</a:t>
            </a:r>
          </a:p>
        </p:txBody>
      </p:sp>
      <p:pic>
        <p:nvPicPr>
          <p:cNvPr id="2" name="Picture 1">
            <a:extLst>
              <a:ext uri="{FF2B5EF4-FFF2-40B4-BE49-F238E27FC236}">
                <a16:creationId xmlns:a16="http://schemas.microsoft.com/office/drawing/2014/main" id="{186AC483-61CA-8D94-C209-C3D9377F3057}"/>
              </a:ext>
            </a:extLst>
          </p:cNvPr>
          <p:cNvPicPr>
            <a:picLocks noChangeAspect="1"/>
          </p:cNvPicPr>
          <p:nvPr/>
        </p:nvPicPr>
        <p:blipFill>
          <a:blip r:embed="rId3"/>
          <a:stretch>
            <a:fillRect/>
          </a:stretch>
        </p:blipFill>
        <p:spPr>
          <a:xfrm>
            <a:off x="0" y="4971394"/>
            <a:ext cx="8819014" cy="1886606"/>
          </a:xfrm>
          <a:prstGeom prst="rect">
            <a:avLst/>
          </a:prstGeom>
        </p:spPr>
      </p:pic>
    </p:spTree>
    <p:extLst>
      <p:ext uri="{BB962C8B-B14F-4D97-AF65-F5344CB8AC3E}">
        <p14:creationId xmlns:p14="http://schemas.microsoft.com/office/powerpoint/2010/main" val="258847484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2812BB85-CA41-5C08-8FBE-8A49BE5C78E7}"/>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1560556F-23FE-D47D-AD8C-9964B6F44B82}"/>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2D45B7C9-2892-DA21-FB1E-8554BEEB9518}"/>
              </a:ext>
            </a:extLst>
          </p:cNvPr>
          <p:cNvSpPr>
            <a:spLocks noGrp="1"/>
          </p:cNvSpPr>
          <p:nvPr>
            <p:ph type="sldNum" sz="quarter" idx="4"/>
          </p:nvPr>
        </p:nvSpPr>
        <p:spPr/>
        <p:txBody>
          <a:bodyPr/>
          <a:lstStyle/>
          <a:p>
            <a:fld id="{16A89BA3-132D-40E1-AAB4-CDCD0A14C216}" type="slidenum">
              <a:rPr lang="en-AU" smtClean="0"/>
              <a:pPr/>
              <a:t>83</a:t>
            </a:fld>
            <a:r>
              <a:rPr lang="en-AU"/>
              <a:t>  |</a:t>
            </a:r>
            <a:endParaRPr lang="en-AU" dirty="0"/>
          </a:p>
        </p:txBody>
      </p:sp>
      <p:sp>
        <p:nvSpPr>
          <p:cNvPr id="9" name="Text Placeholder 3">
            <a:extLst>
              <a:ext uri="{FF2B5EF4-FFF2-40B4-BE49-F238E27FC236}">
                <a16:creationId xmlns:a16="http://schemas.microsoft.com/office/drawing/2014/main" id="{EEE88682-3573-8825-7B52-E5A4DE973BDD}"/>
              </a:ext>
            </a:extLst>
          </p:cNvPr>
          <p:cNvSpPr>
            <a:spLocks noGrp="1"/>
          </p:cNvSpPr>
          <p:nvPr>
            <p:ph type="body" sz="quarter" idx="16"/>
          </p:nvPr>
        </p:nvSpPr>
        <p:spPr>
          <a:xfrm>
            <a:off x="0" y="0"/>
            <a:ext cx="7849590" cy="463138"/>
          </a:xfrm>
        </p:spPr>
        <p:txBody>
          <a:bodyPr>
            <a:noAutofit/>
          </a:bodyPr>
          <a:lstStyle/>
          <a:p>
            <a:r>
              <a:rPr lang="en-US" sz="3200" dirty="0"/>
              <a:t>WEEK 1 TUTORIAL GUIDELINE</a:t>
            </a:r>
            <a:endParaRPr lang="en-AU" sz="3000" dirty="0">
              <a:latin typeface="Calibri" panose="020F0502020204030204" pitchFamily="34" charset="0"/>
              <a:cs typeface="Calibri" panose="020F0502020204030204" pitchFamily="34" charset="0"/>
            </a:endParaRPr>
          </a:p>
        </p:txBody>
      </p:sp>
      <p:sp>
        <p:nvSpPr>
          <p:cNvPr id="5" name="TextBox 4">
            <a:extLst>
              <a:ext uri="{FF2B5EF4-FFF2-40B4-BE49-F238E27FC236}">
                <a16:creationId xmlns:a16="http://schemas.microsoft.com/office/drawing/2014/main" id="{181DDAA1-DCEC-05FC-2C22-62A293D830F5}"/>
              </a:ext>
            </a:extLst>
          </p:cNvPr>
          <p:cNvSpPr txBox="1"/>
          <p:nvPr/>
        </p:nvSpPr>
        <p:spPr>
          <a:xfrm>
            <a:off x="0" y="550544"/>
            <a:ext cx="9144000" cy="3257174"/>
          </a:xfrm>
          <a:prstGeom prst="rect">
            <a:avLst/>
          </a:prstGeom>
          <a:noFill/>
        </p:spPr>
        <p:txBody>
          <a:bodyPr wrap="square">
            <a:spAutoFit/>
          </a:bodyPr>
          <a:lstStyle/>
          <a:p>
            <a:pPr>
              <a:lnSpc>
                <a:spcPct val="150000"/>
              </a:lnSpc>
            </a:pPr>
            <a:r>
              <a:rPr lang="en-US" sz="2800" dirty="0">
                <a:latin typeface="Calibri" panose="020F0502020204030204" pitchFamily="34" charset="0"/>
                <a:cs typeface="Calibri" panose="020F0502020204030204" pitchFamily="34" charset="0"/>
              </a:rPr>
              <a:t>This creates: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Repeated storage of the same data</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High risk of inconsistent data</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Wasted storage space</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Data anomalies (update, insert, delete problems)</a:t>
            </a:r>
          </a:p>
        </p:txBody>
      </p:sp>
      <p:pic>
        <p:nvPicPr>
          <p:cNvPr id="2" name="Picture 1">
            <a:extLst>
              <a:ext uri="{FF2B5EF4-FFF2-40B4-BE49-F238E27FC236}">
                <a16:creationId xmlns:a16="http://schemas.microsoft.com/office/drawing/2014/main" id="{11F1D2D6-7D9A-DF74-A32A-E9FAE6C25B7A}"/>
              </a:ext>
            </a:extLst>
          </p:cNvPr>
          <p:cNvPicPr>
            <a:picLocks noChangeAspect="1"/>
          </p:cNvPicPr>
          <p:nvPr/>
        </p:nvPicPr>
        <p:blipFill>
          <a:blip r:embed="rId3"/>
          <a:stretch>
            <a:fillRect/>
          </a:stretch>
        </p:blipFill>
        <p:spPr>
          <a:xfrm>
            <a:off x="0" y="3972911"/>
            <a:ext cx="8819014" cy="1886606"/>
          </a:xfrm>
          <a:prstGeom prst="rect">
            <a:avLst/>
          </a:prstGeom>
        </p:spPr>
      </p:pic>
    </p:spTree>
    <p:extLst>
      <p:ext uri="{BB962C8B-B14F-4D97-AF65-F5344CB8AC3E}">
        <p14:creationId xmlns:p14="http://schemas.microsoft.com/office/powerpoint/2010/main" val="2193032446"/>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62DE8971-C01F-F56F-65FE-A582F8B2C813}"/>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71CCED90-F16D-735D-A4E8-D105C94B2288}"/>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9F059318-78A7-096D-2F23-F7ADEC923E21}"/>
              </a:ext>
            </a:extLst>
          </p:cNvPr>
          <p:cNvSpPr>
            <a:spLocks noGrp="1"/>
          </p:cNvSpPr>
          <p:nvPr>
            <p:ph type="sldNum" sz="quarter" idx="4"/>
          </p:nvPr>
        </p:nvSpPr>
        <p:spPr/>
        <p:txBody>
          <a:bodyPr/>
          <a:lstStyle/>
          <a:p>
            <a:fld id="{16A89BA3-132D-40E1-AAB4-CDCD0A14C216}" type="slidenum">
              <a:rPr lang="en-AU" smtClean="0"/>
              <a:pPr/>
              <a:t>84</a:t>
            </a:fld>
            <a:r>
              <a:rPr lang="en-AU"/>
              <a:t>  |</a:t>
            </a:r>
            <a:endParaRPr lang="en-AU" dirty="0"/>
          </a:p>
        </p:txBody>
      </p:sp>
      <p:sp>
        <p:nvSpPr>
          <p:cNvPr id="9" name="Text Placeholder 3">
            <a:extLst>
              <a:ext uri="{FF2B5EF4-FFF2-40B4-BE49-F238E27FC236}">
                <a16:creationId xmlns:a16="http://schemas.microsoft.com/office/drawing/2014/main" id="{1DF8445E-855D-C436-9FA2-9AC587CA2B1F}"/>
              </a:ext>
            </a:extLst>
          </p:cNvPr>
          <p:cNvSpPr>
            <a:spLocks noGrp="1"/>
          </p:cNvSpPr>
          <p:nvPr>
            <p:ph type="body" sz="quarter" idx="16"/>
          </p:nvPr>
        </p:nvSpPr>
        <p:spPr>
          <a:xfrm>
            <a:off x="0" y="0"/>
            <a:ext cx="7849590" cy="463138"/>
          </a:xfrm>
        </p:spPr>
        <p:txBody>
          <a:bodyPr>
            <a:noAutofit/>
          </a:bodyPr>
          <a:lstStyle/>
          <a:p>
            <a:r>
              <a:rPr lang="en-US" sz="3200" dirty="0"/>
              <a:t>WEEK 1 TUTORIAL GUIDELINE</a:t>
            </a:r>
            <a:endParaRPr lang="en-AU" sz="3000" dirty="0">
              <a:latin typeface="Calibri" panose="020F0502020204030204" pitchFamily="34" charset="0"/>
              <a:cs typeface="Calibri" panose="020F0502020204030204" pitchFamily="34" charset="0"/>
            </a:endParaRPr>
          </a:p>
        </p:txBody>
      </p:sp>
      <p:sp>
        <p:nvSpPr>
          <p:cNvPr id="5" name="TextBox 4">
            <a:extLst>
              <a:ext uri="{FF2B5EF4-FFF2-40B4-BE49-F238E27FC236}">
                <a16:creationId xmlns:a16="http://schemas.microsoft.com/office/drawing/2014/main" id="{D8DA2B7D-A8E6-D6E4-273B-ED39574C21DC}"/>
              </a:ext>
            </a:extLst>
          </p:cNvPr>
          <p:cNvSpPr txBox="1"/>
          <p:nvPr/>
        </p:nvSpPr>
        <p:spPr>
          <a:xfrm>
            <a:off x="0" y="550544"/>
            <a:ext cx="9144000" cy="3903504"/>
          </a:xfrm>
          <a:prstGeom prst="rect">
            <a:avLst/>
          </a:prstGeom>
          <a:noFill/>
        </p:spPr>
        <p:txBody>
          <a:bodyPr wrap="square">
            <a:spAutoFit/>
          </a:bodyPr>
          <a:lstStyle/>
          <a:p>
            <a:pPr>
              <a:lnSpc>
                <a:spcPct val="150000"/>
              </a:lnSpc>
            </a:pPr>
            <a:r>
              <a:rPr lang="en-US" sz="2800" b="1" dirty="0">
                <a:latin typeface="Calibri" panose="020F0502020204030204" pitchFamily="34" charset="0"/>
                <a:cs typeface="Calibri" panose="020F0502020204030204" pitchFamily="34" charset="0"/>
              </a:rPr>
              <a:t>Better structure:</a:t>
            </a:r>
            <a:br>
              <a:rPr lang="en-US" sz="2800" dirty="0">
                <a:latin typeface="Calibri" panose="020F0502020204030204" pitchFamily="34" charset="0"/>
                <a:cs typeface="Calibri" panose="020F0502020204030204" pitchFamily="34" charset="0"/>
              </a:rPr>
            </a:br>
            <a:r>
              <a:rPr lang="en-US" sz="2800" dirty="0">
                <a:latin typeface="Calibri" panose="020F0502020204030204" pitchFamily="34" charset="0"/>
                <a:cs typeface="Calibri" panose="020F0502020204030204" pitchFamily="34" charset="0"/>
              </a:rPr>
              <a:t>Create two separate tables:</a:t>
            </a:r>
          </a:p>
          <a:p>
            <a:pPr marL="514350" indent="-514350">
              <a:lnSpc>
                <a:spcPct val="150000"/>
              </a:lnSpc>
              <a:buFont typeface="+mj-lt"/>
              <a:buAutoNum type="arabicPeriod"/>
            </a:pPr>
            <a:r>
              <a:rPr lang="en-US" sz="2800" b="1" dirty="0">
                <a:latin typeface="Calibri" panose="020F0502020204030204" pitchFamily="34" charset="0"/>
                <a:cs typeface="Calibri" panose="020F0502020204030204" pitchFamily="34" charset="0"/>
              </a:rPr>
              <a:t>PROJECT table</a:t>
            </a:r>
            <a:endParaRPr lang="en-US" sz="2800" dirty="0">
              <a:latin typeface="Calibri" panose="020F0502020204030204" pitchFamily="34" charset="0"/>
              <a:cs typeface="Calibri" panose="020F0502020204030204" pitchFamily="34" charset="0"/>
            </a:endParaRP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PROJECT_CODE</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PROJECT_BID_PRICE</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MANAGER_ID</a:t>
            </a:r>
          </a:p>
        </p:txBody>
      </p:sp>
      <p:pic>
        <p:nvPicPr>
          <p:cNvPr id="2" name="Picture 1">
            <a:extLst>
              <a:ext uri="{FF2B5EF4-FFF2-40B4-BE49-F238E27FC236}">
                <a16:creationId xmlns:a16="http://schemas.microsoft.com/office/drawing/2014/main" id="{B28F437D-9259-69F9-9E97-8E74B966D6B1}"/>
              </a:ext>
            </a:extLst>
          </p:cNvPr>
          <p:cNvPicPr>
            <a:picLocks noChangeAspect="1"/>
          </p:cNvPicPr>
          <p:nvPr/>
        </p:nvPicPr>
        <p:blipFill>
          <a:blip r:embed="rId3"/>
          <a:stretch>
            <a:fillRect/>
          </a:stretch>
        </p:blipFill>
        <p:spPr>
          <a:xfrm>
            <a:off x="0" y="4454048"/>
            <a:ext cx="8819014" cy="1886606"/>
          </a:xfrm>
          <a:prstGeom prst="rect">
            <a:avLst/>
          </a:prstGeom>
        </p:spPr>
      </p:pic>
    </p:spTree>
    <p:extLst>
      <p:ext uri="{BB962C8B-B14F-4D97-AF65-F5344CB8AC3E}">
        <p14:creationId xmlns:p14="http://schemas.microsoft.com/office/powerpoint/2010/main" val="2942733"/>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9E5175BF-424C-E1EA-B79A-AED9AC4127A8}"/>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56F67D5C-A68E-A624-81E5-03150A78CAF7}"/>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AB47682A-207F-9AD7-C735-19774C6C8FEA}"/>
              </a:ext>
            </a:extLst>
          </p:cNvPr>
          <p:cNvSpPr>
            <a:spLocks noGrp="1"/>
          </p:cNvSpPr>
          <p:nvPr>
            <p:ph type="sldNum" sz="quarter" idx="4"/>
          </p:nvPr>
        </p:nvSpPr>
        <p:spPr/>
        <p:txBody>
          <a:bodyPr/>
          <a:lstStyle/>
          <a:p>
            <a:fld id="{16A89BA3-132D-40E1-AAB4-CDCD0A14C216}" type="slidenum">
              <a:rPr lang="en-AU" smtClean="0"/>
              <a:pPr/>
              <a:t>85</a:t>
            </a:fld>
            <a:r>
              <a:rPr lang="en-AU"/>
              <a:t>  |</a:t>
            </a:r>
            <a:endParaRPr lang="en-AU" dirty="0"/>
          </a:p>
        </p:txBody>
      </p:sp>
      <p:sp>
        <p:nvSpPr>
          <p:cNvPr id="9" name="Text Placeholder 3">
            <a:extLst>
              <a:ext uri="{FF2B5EF4-FFF2-40B4-BE49-F238E27FC236}">
                <a16:creationId xmlns:a16="http://schemas.microsoft.com/office/drawing/2014/main" id="{A733715A-E0F7-11D7-C77B-CF367C5CF3A7}"/>
              </a:ext>
            </a:extLst>
          </p:cNvPr>
          <p:cNvSpPr>
            <a:spLocks noGrp="1"/>
          </p:cNvSpPr>
          <p:nvPr>
            <p:ph type="body" sz="quarter" idx="16"/>
          </p:nvPr>
        </p:nvSpPr>
        <p:spPr>
          <a:xfrm>
            <a:off x="0" y="0"/>
            <a:ext cx="7849590" cy="463138"/>
          </a:xfrm>
        </p:spPr>
        <p:txBody>
          <a:bodyPr>
            <a:noAutofit/>
          </a:bodyPr>
          <a:lstStyle/>
          <a:p>
            <a:r>
              <a:rPr lang="en-US" sz="3200" dirty="0"/>
              <a:t>WEEK 1 TUTORIAL GUIDELINE</a:t>
            </a:r>
            <a:endParaRPr lang="en-AU" sz="3000" dirty="0">
              <a:latin typeface="Calibri" panose="020F0502020204030204" pitchFamily="34" charset="0"/>
              <a:cs typeface="Calibri" panose="020F0502020204030204" pitchFamily="34" charset="0"/>
            </a:endParaRPr>
          </a:p>
        </p:txBody>
      </p:sp>
      <p:sp>
        <p:nvSpPr>
          <p:cNvPr id="5" name="TextBox 4">
            <a:extLst>
              <a:ext uri="{FF2B5EF4-FFF2-40B4-BE49-F238E27FC236}">
                <a16:creationId xmlns:a16="http://schemas.microsoft.com/office/drawing/2014/main" id="{04EB6815-2109-6161-CCBA-E0AC7990A0B6}"/>
              </a:ext>
            </a:extLst>
          </p:cNvPr>
          <p:cNvSpPr txBox="1"/>
          <p:nvPr/>
        </p:nvSpPr>
        <p:spPr>
          <a:xfrm>
            <a:off x="0" y="550544"/>
            <a:ext cx="9144000" cy="4619854"/>
          </a:xfrm>
          <a:prstGeom prst="rect">
            <a:avLst/>
          </a:prstGeom>
          <a:noFill/>
        </p:spPr>
        <p:txBody>
          <a:bodyPr wrap="square">
            <a:spAutoFit/>
          </a:bodyPr>
          <a:lstStyle/>
          <a:p>
            <a:pPr>
              <a:lnSpc>
                <a:spcPct val="150000"/>
              </a:lnSpc>
            </a:pPr>
            <a:r>
              <a:rPr lang="en-US" b="1" dirty="0">
                <a:latin typeface="Calibri" panose="020F0502020204030204" pitchFamily="34" charset="0"/>
                <a:cs typeface="Calibri" panose="020F0502020204030204" pitchFamily="34" charset="0"/>
              </a:rPr>
              <a:t>2. MANAGER table</a:t>
            </a:r>
            <a:endParaRPr lang="en-US" dirty="0">
              <a:latin typeface="Calibri" panose="020F0502020204030204" pitchFamily="34" charset="0"/>
              <a:cs typeface="Calibri" panose="020F0502020204030204" pitchFamily="34" charset="0"/>
            </a:endParaRPr>
          </a:p>
          <a:p>
            <a:pPr marL="742950" lvl="1" indent="-285750">
              <a:lnSpc>
                <a:spcPct val="150000"/>
              </a:lnSpc>
              <a:buFont typeface="Arial" panose="020B0604020202020204" pitchFamily="34" charset="0"/>
              <a:buChar char="•"/>
            </a:pPr>
            <a:r>
              <a:rPr lang="en-US" dirty="0">
                <a:latin typeface="Calibri" panose="020F0502020204030204" pitchFamily="34" charset="0"/>
                <a:cs typeface="Calibri" panose="020F0502020204030204" pitchFamily="34" charset="0"/>
              </a:rPr>
              <a:t>MANAGER_ID</a:t>
            </a:r>
          </a:p>
          <a:p>
            <a:pPr marL="742950" lvl="1" indent="-285750">
              <a:lnSpc>
                <a:spcPct val="150000"/>
              </a:lnSpc>
              <a:buFont typeface="Arial" panose="020B0604020202020204" pitchFamily="34" charset="0"/>
              <a:buChar char="•"/>
            </a:pPr>
            <a:r>
              <a:rPr lang="en-US" dirty="0">
                <a:latin typeface="Calibri" panose="020F0502020204030204" pitchFamily="34" charset="0"/>
                <a:cs typeface="Calibri" panose="020F0502020204030204" pitchFamily="34" charset="0"/>
              </a:rPr>
              <a:t>FIRST_NAME</a:t>
            </a:r>
          </a:p>
          <a:p>
            <a:pPr marL="742950" lvl="1" indent="-285750">
              <a:lnSpc>
                <a:spcPct val="150000"/>
              </a:lnSpc>
              <a:buFont typeface="Arial" panose="020B0604020202020204" pitchFamily="34" charset="0"/>
              <a:buChar char="•"/>
            </a:pPr>
            <a:r>
              <a:rPr lang="en-US" dirty="0">
                <a:latin typeface="Calibri" panose="020F0502020204030204" pitchFamily="34" charset="0"/>
                <a:cs typeface="Calibri" panose="020F0502020204030204" pitchFamily="34" charset="0"/>
              </a:rPr>
              <a:t>LAST_NAME</a:t>
            </a:r>
          </a:p>
          <a:p>
            <a:pPr marL="742950" lvl="1" indent="-285750">
              <a:lnSpc>
                <a:spcPct val="150000"/>
              </a:lnSpc>
              <a:buFont typeface="Arial" panose="020B0604020202020204" pitchFamily="34" charset="0"/>
              <a:buChar char="•"/>
            </a:pPr>
            <a:r>
              <a:rPr lang="en-US" dirty="0">
                <a:latin typeface="Calibri" panose="020F0502020204030204" pitchFamily="34" charset="0"/>
                <a:cs typeface="Calibri" panose="020F0502020204030204" pitchFamily="34" charset="0"/>
              </a:rPr>
              <a:t>AREA_CODE</a:t>
            </a:r>
          </a:p>
          <a:p>
            <a:pPr marL="742950" lvl="1" indent="-285750">
              <a:lnSpc>
                <a:spcPct val="150000"/>
              </a:lnSpc>
              <a:buFont typeface="Arial" panose="020B0604020202020204" pitchFamily="34" charset="0"/>
              <a:buChar char="•"/>
            </a:pPr>
            <a:r>
              <a:rPr lang="en-US" dirty="0">
                <a:latin typeface="Calibri" panose="020F0502020204030204" pitchFamily="34" charset="0"/>
                <a:cs typeface="Calibri" panose="020F0502020204030204" pitchFamily="34" charset="0"/>
              </a:rPr>
              <a:t>PHONE_NUMBER</a:t>
            </a:r>
          </a:p>
          <a:p>
            <a:pPr marL="742950" lvl="1" indent="-285750">
              <a:lnSpc>
                <a:spcPct val="150000"/>
              </a:lnSpc>
              <a:buFont typeface="Arial" panose="020B0604020202020204" pitchFamily="34" charset="0"/>
              <a:buChar char="•"/>
            </a:pPr>
            <a:r>
              <a:rPr lang="en-US" dirty="0">
                <a:latin typeface="Calibri" panose="020F0502020204030204" pitchFamily="34" charset="0"/>
                <a:cs typeface="Calibri" panose="020F0502020204030204" pitchFamily="34" charset="0"/>
              </a:rPr>
              <a:t>STREET</a:t>
            </a:r>
          </a:p>
          <a:p>
            <a:pPr marL="742950" lvl="1" indent="-285750">
              <a:lnSpc>
                <a:spcPct val="150000"/>
              </a:lnSpc>
              <a:buFont typeface="Arial" panose="020B0604020202020204" pitchFamily="34" charset="0"/>
              <a:buChar char="•"/>
            </a:pPr>
            <a:r>
              <a:rPr lang="en-US" dirty="0">
                <a:latin typeface="Calibri" panose="020F0502020204030204" pitchFamily="34" charset="0"/>
                <a:cs typeface="Calibri" panose="020F0502020204030204" pitchFamily="34" charset="0"/>
              </a:rPr>
              <a:t>CITY</a:t>
            </a:r>
          </a:p>
          <a:p>
            <a:pPr marL="742950" lvl="1" indent="-285750">
              <a:lnSpc>
                <a:spcPct val="150000"/>
              </a:lnSpc>
              <a:buFont typeface="Arial" panose="020B0604020202020204" pitchFamily="34" charset="0"/>
              <a:buChar char="•"/>
            </a:pPr>
            <a:r>
              <a:rPr lang="en-US" dirty="0">
                <a:latin typeface="Calibri" panose="020F0502020204030204" pitchFamily="34" charset="0"/>
                <a:cs typeface="Calibri" panose="020F0502020204030204" pitchFamily="34" charset="0"/>
              </a:rPr>
              <a:t>STATE</a:t>
            </a:r>
          </a:p>
          <a:p>
            <a:pPr marL="742950" lvl="1" indent="-285750">
              <a:lnSpc>
                <a:spcPct val="150000"/>
              </a:lnSpc>
              <a:buFont typeface="Arial" panose="020B0604020202020204" pitchFamily="34" charset="0"/>
              <a:buChar char="•"/>
            </a:pPr>
            <a:r>
              <a:rPr lang="en-US" dirty="0">
                <a:latin typeface="Calibri" panose="020F0502020204030204" pitchFamily="34" charset="0"/>
                <a:cs typeface="Calibri" panose="020F0502020204030204" pitchFamily="34" charset="0"/>
              </a:rPr>
              <a:t>ZIP_CODE</a:t>
            </a:r>
          </a:p>
          <a:p>
            <a:pPr>
              <a:lnSpc>
                <a:spcPct val="150000"/>
              </a:lnSpc>
            </a:pPr>
            <a:r>
              <a:rPr lang="en-US" dirty="0">
                <a:latin typeface="Calibri" panose="020F0502020204030204" pitchFamily="34" charset="0"/>
                <a:cs typeface="Calibri" panose="020F0502020204030204" pitchFamily="34" charset="0"/>
              </a:rPr>
              <a:t>This removes redundancy and improves data integrity.</a:t>
            </a:r>
          </a:p>
        </p:txBody>
      </p:sp>
      <p:pic>
        <p:nvPicPr>
          <p:cNvPr id="2" name="Picture 1">
            <a:extLst>
              <a:ext uri="{FF2B5EF4-FFF2-40B4-BE49-F238E27FC236}">
                <a16:creationId xmlns:a16="http://schemas.microsoft.com/office/drawing/2014/main" id="{A3FF081E-39EC-17FC-F5B4-3368777FEE9B}"/>
              </a:ext>
            </a:extLst>
          </p:cNvPr>
          <p:cNvPicPr>
            <a:picLocks noChangeAspect="1"/>
          </p:cNvPicPr>
          <p:nvPr/>
        </p:nvPicPr>
        <p:blipFill>
          <a:blip r:embed="rId3"/>
          <a:stretch>
            <a:fillRect/>
          </a:stretch>
        </p:blipFill>
        <p:spPr>
          <a:xfrm>
            <a:off x="0" y="5097484"/>
            <a:ext cx="8229600" cy="1760516"/>
          </a:xfrm>
          <a:prstGeom prst="rect">
            <a:avLst/>
          </a:prstGeom>
        </p:spPr>
      </p:pic>
    </p:spTree>
    <p:extLst>
      <p:ext uri="{BB962C8B-B14F-4D97-AF65-F5344CB8AC3E}">
        <p14:creationId xmlns:p14="http://schemas.microsoft.com/office/powerpoint/2010/main" val="2771661416"/>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8DF3ED2F-8821-8E57-8908-75B5430E0A65}"/>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EF3AF5AC-D8CE-951E-B7D5-7B641CB7393A}"/>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70B4D606-9F22-D2CF-2AA2-B7990BAA15A0}"/>
              </a:ext>
            </a:extLst>
          </p:cNvPr>
          <p:cNvSpPr>
            <a:spLocks noGrp="1"/>
          </p:cNvSpPr>
          <p:nvPr>
            <p:ph type="sldNum" sz="quarter" idx="4"/>
          </p:nvPr>
        </p:nvSpPr>
        <p:spPr/>
        <p:txBody>
          <a:bodyPr/>
          <a:lstStyle/>
          <a:p>
            <a:fld id="{16A89BA3-132D-40E1-AAB4-CDCD0A14C216}" type="slidenum">
              <a:rPr lang="en-AU" smtClean="0"/>
              <a:pPr/>
              <a:t>86</a:t>
            </a:fld>
            <a:r>
              <a:rPr lang="en-AU"/>
              <a:t>  |</a:t>
            </a:r>
            <a:endParaRPr lang="en-AU" dirty="0"/>
          </a:p>
        </p:txBody>
      </p:sp>
      <p:sp>
        <p:nvSpPr>
          <p:cNvPr id="9" name="Text Placeholder 3">
            <a:extLst>
              <a:ext uri="{FF2B5EF4-FFF2-40B4-BE49-F238E27FC236}">
                <a16:creationId xmlns:a16="http://schemas.microsoft.com/office/drawing/2014/main" id="{AB9DF19C-07F1-94E2-6A33-99BB5835D814}"/>
              </a:ext>
            </a:extLst>
          </p:cNvPr>
          <p:cNvSpPr>
            <a:spLocks noGrp="1"/>
          </p:cNvSpPr>
          <p:nvPr>
            <p:ph type="body" sz="quarter" idx="16"/>
          </p:nvPr>
        </p:nvSpPr>
        <p:spPr>
          <a:xfrm>
            <a:off x="0" y="0"/>
            <a:ext cx="7849590" cy="463138"/>
          </a:xfrm>
        </p:spPr>
        <p:txBody>
          <a:bodyPr>
            <a:noAutofit/>
          </a:bodyPr>
          <a:lstStyle/>
          <a:p>
            <a:r>
              <a:rPr lang="en-US" sz="3200" dirty="0"/>
              <a:t>WEEK 1 TUTORIAL GUIDELINE</a:t>
            </a:r>
            <a:endParaRPr lang="en-AU" sz="3000" dirty="0">
              <a:latin typeface="Calibri" panose="020F0502020204030204" pitchFamily="34" charset="0"/>
              <a:cs typeface="Calibri" panose="020F0502020204030204" pitchFamily="34" charset="0"/>
            </a:endParaRPr>
          </a:p>
        </p:txBody>
      </p:sp>
      <p:graphicFrame>
        <p:nvGraphicFramePr>
          <p:cNvPr id="2" name="Table 1">
            <a:extLst>
              <a:ext uri="{FF2B5EF4-FFF2-40B4-BE49-F238E27FC236}">
                <a16:creationId xmlns:a16="http://schemas.microsoft.com/office/drawing/2014/main" id="{4329CBE0-093B-F58A-4A42-A86D96BB191C}"/>
              </a:ext>
            </a:extLst>
          </p:cNvPr>
          <p:cNvGraphicFramePr>
            <a:graphicFrameLocks noGrp="1"/>
          </p:cNvGraphicFramePr>
          <p:nvPr>
            <p:extLst>
              <p:ext uri="{D42A27DB-BD31-4B8C-83A1-F6EECF244321}">
                <p14:modId xmlns:p14="http://schemas.microsoft.com/office/powerpoint/2010/main" val="1625344204"/>
              </p:ext>
            </p:extLst>
          </p:nvPr>
        </p:nvGraphicFramePr>
        <p:xfrm>
          <a:off x="0" y="1165603"/>
          <a:ext cx="9084623" cy="5694810"/>
        </p:xfrm>
        <a:graphic>
          <a:graphicData uri="http://schemas.openxmlformats.org/drawingml/2006/table">
            <a:tbl>
              <a:tblPr>
                <a:tableStyleId>{ED083AE6-46FA-4A59-8FB0-9F97EB10719F}</a:tableStyleId>
              </a:tblPr>
              <a:tblGrid>
                <a:gridCol w="4275117">
                  <a:extLst>
                    <a:ext uri="{9D8B030D-6E8A-4147-A177-3AD203B41FA5}">
                      <a16:colId xmlns:a16="http://schemas.microsoft.com/office/drawing/2014/main" val="134740051"/>
                    </a:ext>
                  </a:extLst>
                </a:gridCol>
                <a:gridCol w="4809506">
                  <a:extLst>
                    <a:ext uri="{9D8B030D-6E8A-4147-A177-3AD203B41FA5}">
                      <a16:colId xmlns:a16="http://schemas.microsoft.com/office/drawing/2014/main" val="1943944466"/>
                    </a:ext>
                  </a:extLst>
                </a:gridCol>
              </a:tblGrid>
              <a:tr h="0">
                <a:tc>
                  <a:txBody>
                    <a:bodyPr/>
                    <a:lstStyle/>
                    <a:p>
                      <a:pPr>
                        <a:lnSpc>
                          <a:spcPct val="150000"/>
                        </a:lnSpc>
                      </a:pPr>
                      <a:r>
                        <a:rPr lang="en-US" sz="2400" dirty="0">
                          <a:latin typeface="Calibri" panose="020F0502020204030204" pitchFamily="34" charset="0"/>
                          <a:cs typeface="Calibri" panose="020F0502020204030204" pitchFamily="34" charset="0"/>
                        </a:rPr>
                        <a:t>Don’t do this</a:t>
                      </a:r>
                    </a:p>
                  </a:txBody>
                  <a:tcPr anchor="ctr">
                    <a:solidFill>
                      <a:schemeClr val="bg1"/>
                    </a:solidFill>
                  </a:tcPr>
                </a:tc>
                <a:tc>
                  <a:txBody>
                    <a:bodyPr/>
                    <a:lstStyle/>
                    <a:p>
                      <a:pPr>
                        <a:lnSpc>
                          <a:spcPct val="150000"/>
                        </a:lnSpc>
                      </a:pPr>
                      <a:r>
                        <a:rPr lang="en-US" sz="2400" dirty="0">
                          <a:latin typeface="Calibri" panose="020F0502020204030204" pitchFamily="34" charset="0"/>
                          <a:cs typeface="Calibri" panose="020F0502020204030204" pitchFamily="34" charset="0"/>
                        </a:rPr>
                        <a:t>Instead, do this</a:t>
                      </a:r>
                    </a:p>
                  </a:txBody>
                  <a:tcPr anchor="ctr">
                    <a:solidFill>
                      <a:schemeClr val="bg1"/>
                    </a:solidFill>
                  </a:tcPr>
                </a:tc>
                <a:extLst>
                  <a:ext uri="{0D108BD9-81ED-4DB2-BD59-A6C34878D82A}">
                    <a16:rowId xmlns:a16="http://schemas.microsoft.com/office/drawing/2014/main" val="1915539121"/>
                  </a:ext>
                </a:extLst>
              </a:tr>
              <a:tr h="0">
                <a:tc>
                  <a:txBody>
                    <a:bodyPr/>
                    <a:lstStyle/>
                    <a:p>
                      <a:pPr>
                        <a:lnSpc>
                          <a:spcPct val="150000"/>
                        </a:lnSpc>
                      </a:pPr>
                      <a:r>
                        <a:rPr lang="en-US" sz="2400">
                          <a:latin typeface="Calibri" panose="020F0502020204030204" pitchFamily="34" charset="0"/>
                          <a:cs typeface="Calibri" panose="020F0502020204030204" pitchFamily="34" charset="0"/>
                        </a:rPr>
                        <a:t>Don’t submit screenshots as answers</a:t>
                      </a:r>
                    </a:p>
                  </a:txBody>
                  <a:tcPr anchor="ctr">
                    <a:solidFill>
                      <a:schemeClr val="bg1"/>
                    </a:solidFill>
                  </a:tcPr>
                </a:tc>
                <a:tc>
                  <a:txBody>
                    <a:bodyPr/>
                    <a:lstStyle/>
                    <a:p>
                      <a:pPr>
                        <a:lnSpc>
                          <a:spcPct val="150000"/>
                        </a:lnSpc>
                      </a:pPr>
                      <a:r>
                        <a:rPr lang="en-US" sz="2400">
                          <a:latin typeface="Calibri" panose="020F0502020204030204" pitchFamily="34" charset="0"/>
                          <a:cs typeface="Calibri" panose="020F0502020204030204" pitchFamily="34" charset="0"/>
                        </a:rPr>
                        <a:t>Write clear text answers in Word</a:t>
                      </a:r>
                    </a:p>
                  </a:txBody>
                  <a:tcPr anchor="ctr">
                    <a:solidFill>
                      <a:schemeClr val="bg1"/>
                    </a:solidFill>
                  </a:tcPr>
                </a:tc>
                <a:extLst>
                  <a:ext uri="{0D108BD9-81ED-4DB2-BD59-A6C34878D82A}">
                    <a16:rowId xmlns:a16="http://schemas.microsoft.com/office/drawing/2014/main" val="221172207"/>
                  </a:ext>
                </a:extLst>
              </a:tr>
              <a:tr h="0">
                <a:tc>
                  <a:txBody>
                    <a:bodyPr/>
                    <a:lstStyle/>
                    <a:p>
                      <a:pPr>
                        <a:lnSpc>
                          <a:spcPct val="150000"/>
                        </a:lnSpc>
                      </a:pPr>
                      <a:r>
                        <a:rPr lang="en-US" sz="2400">
                          <a:latin typeface="Calibri" panose="020F0502020204030204" pitchFamily="34" charset="0"/>
                          <a:cs typeface="Calibri" panose="020F0502020204030204" pitchFamily="34" charset="0"/>
                        </a:rPr>
                        <a:t>Don’t leave questions blank</a:t>
                      </a:r>
                    </a:p>
                  </a:txBody>
                  <a:tcPr anchor="ctr">
                    <a:solidFill>
                      <a:schemeClr val="bg1"/>
                    </a:solidFill>
                  </a:tcPr>
                </a:tc>
                <a:tc>
                  <a:txBody>
                    <a:bodyPr/>
                    <a:lstStyle/>
                    <a:p>
                      <a:pPr>
                        <a:lnSpc>
                          <a:spcPct val="150000"/>
                        </a:lnSpc>
                      </a:pPr>
                      <a:r>
                        <a:rPr lang="en-US" sz="2400">
                          <a:latin typeface="Calibri" panose="020F0502020204030204" pitchFamily="34" charset="0"/>
                          <a:cs typeface="Calibri" panose="020F0502020204030204" pitchFamily="34" charset="0"/>
                        </a:rPr>
                        <a:t>Attempt all required questions (1–4 only)</a:t>
                      </a:r>
                    </a:p>
                  </a:txBody>
                  <a:tcPr anchor="ctr">
                    <a:solidFill>
                      <a:schemeClr val="bg1"/>
                    </a:solidFill>
                  </a:tcPr>
                </a:tc>
                <a:extLst>
                  <a:ext uri="{0D108BD9-81ED-4DB2-BD59-A6C34878D82A}">
                    <a16:rowId xmlns:a16="http://schemas.microsoft.com/office/drawing/2014/main" val="1455387623"/>
                  </a:ext>
                </a:extLst>
              </a:tr>
              <a:tr h="0">
                <a:tc>
                  <a:txBody>
                    <a:bodyPr/>
                    <a:lstStyle/>
                    <a:p>
                      <a:pPr>
                        <a:lnSpc>
                          <a:spcPct val="150000"/>
                        </a:lnSpc>
                      </a:pPr>
                      <a:r>
                        <a:rPr lang="en-US" sz="2400">
                          <a:latin typeface="Calibri" panose="020F0502020204030204" pitchFamily="34" charset="0"/>
                          <a:cs typeface="Calibri" panose="020F0502020204030204" pitchFamily="34" charset="0"/>
                        </a:rPr>
                        <a:t>Don’t copy exact wording without thinking</a:t>
                      </a:r>
                    </a:p>
                  </a:txBody>
                  <a:tcPr anchor="ctr">
                    <a:solidFill>
                      <a:schemeClr val="bg1"/>
                    </a:solidFill>
                  </a:tcPr>
                </a:tc>
                <a:tc>
                  <a:txBody>
                    <a:bodyPr/>
                    <a:lstStyle/>
                    <a:p>
                      <a:pPr>
                        <a:lnSpc>
                          <a:spcPct val="150000"/>
                        </a:lnSpc>
                      </a:pPr>
                      <a:r>
                        <a:rPr lang="en-US" sz="2400">
                          <a:latin typeface="Calibri" panose="020F0502020204030204" pitchFamily="34" charset="0"/>
                          <a:cs typeface="Calibri" panose="020F0502020204030204" pitchFamily="34" charset="0"/>
                        </a:rPr>
                        <a:t>Use your own understanding</a:t>
                      </a:r>
                    </a:p>
                  </a:txBody>
                  <a:tcPr anchor="ctr">
                    <a:solidFill>
                      <a:schemeClr val="bg1"/>
                    </a:solidFill>
                  </a:tcPr>
                </a:tc>
                <a:extLst>
                  <a:ext uri="{0D108BD9-81ED-4DB2-BD59-A6C34878D82A}">
                    <a16:rowId xmlns:a16="http://schemas.microsoft.com/office/drawing/2014/main" val="832983663"/>
                  </a:ext>
                </a:extLst>
              </a:tr>
              <a:tr h="0">
                <a:tc>
                  <a:txBody>
                    <a:bodyPr/>
                    <a:lstStyle/>
                    <a:p>
                      <a:pPr>
                        <a:lnSpc>
                          <a:spcPct val="150000"/>
                        </a:lnSpc>
                      </a:pPr>
                      <a:r>
                        <a:rPr lang="en-US" sz="2400">
                          <a:latin typeface="Calibri" panose="020F0502020204030204" pitchFamily="34" charset="0"/>
                          <a:cs typeface="Calibri" panose="020F0502020204030204" pitchFamily="34" charset="0"/>
                        </a:rPr>
                        <a:t>Don’t upload after Aug 10, 10 PM</a:t>
                      </a:r>
                    </a:p>
                  </a:txBody>
                  <a:tcPr anchor="ctr">
                    <a:solidFill>
                      <a:schemeClr val="bg1"/>
                    </a:solidFill>
                  </a:tcPr>
                </a:tc>
                <a:tc>
                  <a:txBody>
                    <a:bodyPr/>
                    <a:lstStyle/>
                    <a:p>
                      <a:pPr>
                        <a:lnSpc>
                          <a:spcPct val="150000"/>
                        </a:lnSpc>
                      </a:pPr>
                      <a:r>
                        <a:rPr lang="en-US" sz="2400">
                          <a:latin typeface="Calibri" panose="020F0502020204030204" pitchFamily="34" charset="0"/>
                          <a:cs typeface="Calibri" panose="020F0502020204030204" pitchFamily="34" charset="0"/>
                        </a:rPr>
                        <a:t>Submit early to avoid technical issues</a:t>
                      </a:r>
                    </a:p>
                  </a:txBody>
                  <a:tcPr anchor="ctr">
                    <a:solidFill>
                      <a:schemeClr val="bg1"/>
                    </a:solidFill>
                  </a:tcPr>
                </a:tc>
                <a:extLst>
                  <a:ext uri="{0D108BD9-81ED-4DB2-BD59-A6C34878D82A}">
                    <a16:rowId xmlns:a16="http://schemas.microsoft.com/office/drawing/2014/main" val="4158756761"/>
                  </a:ext>
                </a:extLst>
              </a:tr>
              <a:tr h="0">
                <a:tc>
                  <a:txBody>
                    <a:bodyPr/>
                    <a:lstStyle/>
                    <a:p>
                      <a:pPr>
                        <a:lnSpc>
                          <a:spcPct val="150000"/>
                        </a:lnSpc>
                      </a:pPr>
                      <a:r>
                        <a:rPr lang="en-US" sz="2400">
                          <a:latin typeface="Calibri" panose="020F0502020204030204" pitchFamily="34" charset="0"/>
                          <a:cs typeface="Calibri" panose="020F0502020204030204" pitchFamily="34" charset="0"/>
                        </a:rPr>
                        <a:t>Don’t email the file</a:t>
                      </a:r>
                    </a:p>
                  </a:txBody>
                  <a:tcPr anchor="ctr">
                    <a:solidFill>
                      <a:schemeClr val="bg1"/>
                    </a:solidFill>
                  </a:tcPr>
                </a:tc>
                <a:tc>
                  <a:txBody>
                    <a:bodyPr/>
                    <a:lstStyle/>
                    <a:p>
                      <a:pPr>
                        <a:lnSpc>
                          <a:spcPct val="150000"/>
                        </a:lnSpc>
                      </a:pPr>
                      <a:r>
                        <a:rPr lang="en-US" sz="2400" dirty="0">
                          <a:latin typeface="Calibri" panose="020F0502020204030204" pitchFamily="34" charset="0"/>
                          <a:cs typeface="Calibri" panose="020F0502020204030204" pitchFamily="34" charset="0"/>
                        </a:rPr>
                        <a:t>Submit </a:t>
                      </a:r>
                      <a:r>
                        <a:rPr lang="en-US" sz="2400" b="0" dirty="0">
                          <a:latin typeface="Calibri" panose="020F0502020204030204" pitchFamily="34" charset="0"/>
                          <a:cs typeface="Calibri" panose="020F0502020204030204" pitchFamily="34" charset="0"/>
                        </a:rPr>
                        <a:t>only via Canvas</a:t>
                      </a:r>
                    </a:p>
                  </a:txBody>
                  <a:tcPr anchor="ctr">
                    <a:solidFill>
                      <a:schemeClr val="bg1"/>
                    </a:solidFill>
                  </a:tcPr>
                </a:tc>
                <a:extLst>
                  <a:ext uri="{0D108BD9-81ED-4DB2-BD59-A6C34878D82A}">
                    <a16:rowId xmlns:a16="http://schemas.microsoft.com/office/drawing/2014/main" val="2851136440"/>
                  </a:ext>
                </a:extLst>
              </a:tr>
            </a:tbl>
          </a:graphicData>
        </a:graphic>
      </p:graphicFrame>
      <p:sp>
        <p:nvSpPr>
          <p:cNvPr id="5" name="Rectangle 1">
            <a:extLst>
              <a:ext uri="{FF2B5EF4-FFF2-40B4-BE49-F238E27FC236}">
                <a16:creationId xmlns:a16="http://schemas.microsoft.com/office/drawing/2014/main" id="{F200D648-BC2F-2520-C43A-B900F41D6B8C}"/>
              </a:ext>
            </a:extLst>
          </p:cNvPr>
          <p:cNvSpPr>
            <a:spLocks noChangeArrowheads="1"/>
          </p:cNvSpPr>
          <p:nvPr/>
        </p:nvSpPr>
        <p:spPr bwMode="auto">
          <a:xfrm>
            <a:off x="0" y="626324"/>
            <a:ext cx="2547300"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800" b="1" i="0" u="none" strike="noStrike" cap="none" normalizeH="0" baseline="0" dirty="0">
                <a:ln>
                  <a:noFill/>
                </a:ln>
                <a:solidFill>
                  <a:schemeClr val="tx1"/>
                </a:solidFill>
                <a:effectLst/>
                <a:latin typeface="Calibri" panose="020F0502020204030204" pitchFamily="34" charset="0"/>
                <a:cs typeface="Calibri" panose="020F0502020204030204" pitchFamily="34" charset="0"/>
              </a:rPr>
              <a:t>What to AVOID:</a:t>
            </a:r>
          </a:p>
        </p:txBody>
      </p:sp>
    </p:spTree>
    <p:extLst>
      <p:ext uri="{BB962C8B-B14F-4D97-AF65-F5344CB8AC3E}">
        <p14:creationId xmlns:p14="http://schemas.microsoft.com/office/powerpoint/2010/main" val="1563721622"/>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387AAA-CDD7-14D9-F3F2-7750965A9F05}"/>
            </a:ext>
          </a:extLst>
        </p:cNvPr>
        <p:cNvGrpSpPr/>
        <p:nvPr/>
      </p:nvGrpSpPr>
      <p:grpSpPr>
        <a:xfrm>
          <a:off x="0" y="0"/>
          <a:ext cx="0" cy="0"/>
          <a:chOff x="0" y="0"/>
          <a:chExt cx="0" cy="0"/>
        </a:xfrm>
      </p:grpSpPr>
      <p:sp>
        <p:nvSpPr>
          <p:cNvPr id="5" name="object 5">
            <a:extLst>
              <a:ext uri="{FF2B5EF4-FFF2-40B4-BE49-F238E27FC236}">
                <a16:creationId xmlns:a16="http://schemas.microsoft.com/office/drawing/2014/main" id="{5669F4BD-7260-8C96-81B2-B35F9DA1CF5A}"/>
              </a:ext>
            </a:extLst>
          </p:cNvPr>
          <p:cNvSpPr txBox="1">
            <a:spLocks noGrp="1"/>
          </p:cNvSpPr>
          <p:nvPr>
            <p:ph type="sldNum" sz="quarter" idx="7"/>
          </p:nvPr>
        </p:nvSpPr>
        <p:spPr>
          <a:prstGeom prst="rect">
            <a:avLst/>
          </a:prstGeom>
        </p:spPr>
        <p:txBody>
          <a:bodyPr vert="horz" wrap="square" lIns="0" tIns="476" rIns="0" bIns="0" rtlCol="0">
            <a:spAutoFit/>
          </a:bodyPr>
          <a:lstStyle/>
          <a:p>
            <a:pPr marL="28575" defTabSz="685800">
              <a:spcBef>
                <a:spcPts val="4"/>
              </a:spcBef>
            </a:pPr>
            <a:fld id="{81D60167-4931-47E6-BA6A-407CBD079E47}" type="slidenum">
              <a:rPr dirty="0"/>
              <a:pPr marL="28575" defTabSz="685800">
                <a:spcBef>
                  <a:spcPts val="4"/>
                </a:spcBef>
              </a:pPr>
              <a:t>87</a:t>
            </a:fld>
            <a:r>
              <a:rPr spc="176" dirty="0"/>
              <a:t> </a:t>
            </a:r>
            <a:r>
              <a:rPr dirty="0"/>
              <a:t>|</a:t>
            </a:r>
            <a:r>
              <a:rPr spc="300" dirty="0"/>
              <a:t> </a:t>
            </a:r>
            <a:r>
              <a:rPr dirty="0"/>
              <a:t>Faculty</a:t>
            </a:r>
            <a:r>
              <a:rPr spc="-11" dirty="0"/>
              <a:t> </a:t>
            </a:r>
            <a:r>
              <a:rPr dirty="0"/>
              <a:t>of</a:t>
            </a:r>
            <a:r>
              <a:rPr spc="-15" dirty="0"/>
              <a:t> </a:t>
            </a:r>
            <a:r>
              <a:rPr dirty="0"/>
              <a:t>Business</a:t>
            </a:r>
            <a:r>
              <a:rPr spc="-15" dirty="0"/>
              <a:t> </a:t>
            </a:r>
            <a:r>
              <a:rPr dirty="0"/>
              <a:t>and</a:t>
            </a:r>
            <a:r>
              <a:rPr spc="-15" dirty="0"/>
              <a:t> </a:t>
            </a:r>
            <a:r>
              <a:rPr dirty="0"/>
              <a:t>Law</a:t>
            </a:r>
            <a:r>
              <a:rPr spc="-11" dirty="0"/>
              <a:t> </a:t>
            </a:r>
            <a:r>
              <a:rPr dirty="0"/>
              <a:t>|</a:t>
            </a:r>
            <a:r>
              <a:rPr spc="-11" dirty="0"/>
              <a:t> </a:t>
            </a:r>
            <a:r>
              <a:rPr dirty="0"/>
              <a:t>Peter</a:t>
            </a:r>
            <a:r>
              <a:rPr spc="-8" dirty="0"/>
              <a:t> </a:t>
            </a:r>
            <a:r>
              <a:rPr dirty="0"/>
              <a:t>Faber</a:t>
            </a:r>
            <a:r>
              <a:rPr spc="-11" dirty="0"/>
              <a:t> </a:t>
            </a:r>
            <a:r>
              <a:rPr dirty="0"/>
              <a:t>Business</a:t>
            </a:r>
            <a:r>
              <a:rPr spc="-11" dirty="0"/>
              <a:t> </a:t>
            </a:r>
            <a:r>
              <a:rPr spc="-8" dirty="0"/>
              <a:t>School</a:t>
            </a:r>
          </a:p>
        </p:txBody>
      </p:sp>
      <p:sp>
        <p:nvSpPr>
          <p:cNvPr id="2" name="Rectangle 1">
            <a:extLst>
              <a:ext uri="{FF2B5EF4-FFF2-40B4-BE49-F238E27FC236}">
                <a16:creationId xmlns:a16="http://schemas.microsoft.com/office/drawing/2014/main" id="{AC5375A7-EFFE-CBBB-27C1-753C2CBECADF}"/>
              </a:ext>
            </a:extLst>
          </p:cNvPr>
          <p:cNvSpPr>
            <a:spLocks noChangeArrowheads="1"/>
          </p:cNvSpPr>
          <p:nvPr/>
        </p:nvSpPr>
        <p:spPr bwMode="auto">
          <a:xfrm>
            <a:off x="0" y="1811955"/>
            <a:ext cx="9144000" cy="32340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68580" tIns="34290" rIns="68580" bIns="34290" numCol="1" anchor="ctr" anchorCtr="0" compatLnSpc="1">
            <a:prstTxWarp prst="textNoShape">
              <a:avLst/>
            </a:prstTxWarp>
            <a:spAutoFit/>
          </a:bodyPr>
          <a:lstStyle/>
          <a:p>
            <a:pPr marL="342900" indent="-342900" defTabSz="685800" eaLnBrk="0" fontAlgn="base" hangingPunct="0">
              <a:lnSpc>
                <a:spcPct val="150000"/>
              </a:lnSpc>
              <a:spcBef>
                <a:spcPct val="0"/>
              </a:spcBef>
              <a:spcAft>
                <a:spcPct val="0"/>
              </a:spcAft>
              <a:buFont typeface="Arial" panose="020B0604020202020204" pitchFamily="34" charset="0"/>
              <a:buChar char="•"/>
            </a:pPr>
            <a:r>
              <a:rPr lang="en-US" sz="2800" dirty="0">
                <a:solidFill>
                  <a:prstClr val="black"/>
                </a:solidFill>
                <a:latin typeface="Calibri"/>
              </a:rPr>
              <a:t>These guidelines are designed to support your learning and help you apply necessary techniques effectively. Please do the remaining problems and follow the instructions based on Canvas. If you have any questions, feel free to ask—I’m happy to help!</a:t>
            </a:r>
          </a:p>
        </p:txBody>
      </p:sp>
      <p:sp>
        <p:nvSpPr>
          <p:cNvPr id="4" name="object 2">
            <a:extLst>
              <a:ext uri="{FF2B5EF4-FFF2-40B4-BE49-F238E27FC236}">
                <a16:creationId xmlns:a16="http://schemas.microsoft.com/office/drawing/2014/main" id="{2EA3DD23-80EE-0261-9214-F4FC0F567A4A}"/>
              </a:ext>
            </a:extLst>
          </p:cNvPr>
          <p:cNvSpPr txBox="1">
            <a:spLocks/>
          </p:cNvSpPr>
          <p:nvPr/>
        </p:nvSpPr>
        <p:spPr>
          <a:xfrm>
            <a:off x="0" y="0"/>
            <a:ext cx="7240979" cy="994503"/>
          </a:xfrm>
          <a:prstGeom prst="rect">
            <a:avLst/>
          </a:prstGeom>
          <a:noFill/>
        </p:spPr>
        <p:txBody>
          <a:bodyPr vert="horz" wrap="square" lIns="0" tIns="9525" rIns="0" bIns="0" rtlCol="0">
            <a:spAutoFit/>
          </a:bodyPr>
          <a:lstStyle>
            <a:lvl1pPr>
              <a:defRPr sz="2900" b="1" i="0">
                <a:solidFill>
                  <a:srgbClr val="3D3935"/>
                </a:solidFill>
                <a:latin typeface="Arial"/>
                <a:ea typeface="+mj-ea"/>
                <a:cs typeface="Arial"/>
              </a:defRPr>
            </a:lvl1pPr>
          </a:lstStyle>
          <a:p>
            <a:pPr marL="9525" defTabSz="685800">
              <a:spcBef>
                <a:spcPts val="75"/>
              </a:spcBef>
            </a:pPr>
            <a:r>
              <a:rPr lang="en-US" sz="3200" kern="0" spc="-8" dirty="0"/>
              <a:t>Submission of Tutorials &amp; Assessments</a:t>
            </a:r>
          </a:p>
        </p:txBody>
      </p:sp>
    </p:spTree>
    <p:extLst>
      <p:ext uri="{BB962C8B-B14F-4D97-AF65-F5344CB8AC3E}">
        <p14:creationId xmlns:p14="http://schemas.microsoft.com/office/powerpoint/2010/main" val="2918983775"/>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026944-4E29-FE71-266E-1B182F8DE243}"/>
            </a:ext>
          </a:extLst>
        </p:cNvPr>
        <p:cNvGrpSpPr/>
        <p:nvPr/>
      </p:nvGrpSpPr>
      <p:grpSpPr>
        <a:xfrm>
          <a:off x="0" y="0"/>
          <a:ext cx="0" cy="0"/>
          <a:chOff x="0" y="0"/>
          <a:chExt cx="0" cy="0"/>
        </a:xfrm>
      </p:grpSpPr>
      <p:sp>
        <p:nvSpPr>
          <p:cNvPr id="5" name="object 5">
            <a:extLst>
              <a:ext uri="{FF2B5EF4-FFF2-40B4-BE49-F238E27FC236}">
                <a16:creationId xmlns:a16="http://schemas.microsoft.com/office/drawing/2014/main" id="{4F961B1A-8AE6-CB50-877B-F14E41110C98}"/>
              </a:ext>
            </a:extLst>
          </p:cNvPr>
          <p:cNvSpPr txBox="1">
            <a:spLocks noGrp="1"/>
          </p:cNvSpPr>
          <p:nvPr>
            <p:ph type="sldNum" sz="quarter" idx="7"/>
          </p:nvPr>
        </p:nvSpPr>
        <p:spPr>
          <a:prstGeom prst="rect">
            <a:avLst/>
          </a:prstGeom>
        </p:spPr>
        <p:txBody>
          <a:bodyPr vert="horz" wrap="square" lIns="0" tIns="476" rIns="0" bIns="0" rtlCol="0">
            <a:spAutoFit/>
          </a:bodyPr>
          <a:lstStyle/>
          <a:p>
            <a:pPr marL="28575" defTabSz="685800">
              <a:spcBef>
                <a:spcPts val="4"/>
              </a:spcBef>
            </a:pPr>
            <a:fld id="{81D60167-4931-47E6-BA6A-407CBD079E47}" type="slidenum">
              <a:rPr dirty="0"/>
              <a:pPr marL="28575" defTabSz="685800">
                <a:spcBef>
                  <a:spcPts val="4"/>
                </a:spcBef>
              </a:pPr>
              <a:t>88</a:t>
            </a:fld>
            <a:r>
              <a:rPr spc="176" dirty="0"/>
              <a:t> </a:t>
            </a:r>
            <a:r>
              <a:rPr dirty="0"/>
              <a:t>|</a:t>
            </a:r>
            <a:r>
              <a:rPr spc="300" dirty="0"/>
              <a:t> </a:t>
            </a:r>
            <a:r>
              <a:rPr dirty="0"/>
              <a:t>Faculty</a:t>
            </a:r>
            <a:r>
              <a:rPr spc="-11" dirty="0"/>
              <a:t> </a:t>
            </a:r>
            <a:r>
              <a:rPr dirty="0"/>
              <a:t>of</a:t>
            </a:r>
            <a:r>
              <a:rPr spc="-15" dirty="0"/>
              <a:t> </a:t>
            </a:r>
            <a:r>
              <a:rPr dirty="0"/>
              <a:t>Business</a:t>
            </a:r>
            <a:r>
              <a:rPr spc="-15" dirty="0"/>
              <a:t> </a:t>
            </a:r>
            <a:r>
              <a:rPr dirty="0"/>
              <a:t>and</a:t>
            </a:r>
            <a:r>
              <a:rPr spc="-15" dirty="0"/>
              <a:t> </a:t>
            </a:r>
            <a:r>
              <a:rPr dirty="0"/>
              <a:t>Law</a:t>
            </a:r>
            <a:r>
              <a:rPr spc="-11" dirty="0"/>
              <a:t> </a:t>
            </a:r>
            <a:r>
              <a:rPr dirty="0"/>
              <a:t>|</a:t>
            </a:r>
            <a:r>
              <a:rPr spc="-11" dirty="0"/>
              <a:t> </a:t>
            </a:r>
            <a:r>
              <a:rPr dirty="0"/>
              <a:t>Peter</a:t>
            </a:r>
            <a:r>
              <a:rPr spc="-8" dirty="0"/>
              <a:t> </a:t>
            </a:r>
            <a:r>
              <a:rPr dirty="0"/>
              <a:t>Faber</a:t>
            </a:r>
            <a:r>
              <a:rPr spc="-11" dirty="0"/>
              <a:t> </a:t>
            </a:r>
            <a:r>
              <a:rPr dirty="0"/>
              <a:t>Business</a:t>
            </a:r>
            <a:r>
              <a:rPr spc="-11" dirty="0"/>
              <a:t> </a:t>
            </a:r>
            <a:r>
              <a:rPr spc="-8" dirty="0"/>
              <a:t>School</a:t>
            </a:r>
          </a:p>
        </p:txBody>
      </p:sp>
      <p:sp>
        <p:nvSpPr>
          <p:cNvPr id="4" name="object 2">
            <a:extLst>
              <a:ext uri="{FF2B5EF4-FFF2-40B4-BE49-F238E27FC236}">
                <a16:creationId xmlns:a16="http://schemas.microsoft.com/office/drawing/2014/main" id="{F808BCA2-E475-76A3-74B9-22D99B1495C3}"/>
              </a:ext>
            </a:extLst>
          </p:cNvPr>
          <p:cNvSpPr txBox="1">
            <a:spLocks/>
          </p:cNvSpPr>
          <p:nvPr/>
        </p:nvSpPr>
        <p:spPr>
          <a:xfrm>
            <a:off x="0" y="0"/>
            <a:ext cx="7240979" cy="994503"/>
          </a:xfrm>
          <a:prstGeom prst="rect">
            <a:avLst/>
          </a:prstGeom>
          <a:noFill/>
        </p:spPr>
        <p:txBody>
          <a:bodyPr vert="horz" wrap="square" lIns="0" tIns="9525" rIns="0" bIns="0" rtlCol="0">
            <a:spAutoFit/>
          </a:bodyPr>
          <a:lstStyle>
            <a:lvl1pPr>
              <a:defRPr sz="2900" b="1" i="0">
                <a:solidFill>
                  <a:srgbClr val="3D3935"/>
                </a:solidFill>
                <a:latin typeface="Arial"/>
                <a:ea typeface="+mj-ea"/>
                <a:cs typeface="Arial"/>
              </a:defRPr>
            </a:lvl1pPr>
          </a:lstStyle>
          <a:p>
            <a:pPr marL="9525" defTabSz="685800">
              <a:spcBef>
                <a:spcPts val="75"/>
              </a:spcBef>
            </a:pPr>
            <a:r>
              <a:rPr lang="en-US" sz="3200" kern="0" spc="-8" dirty="0"/>
              <a:t>Submission of Tutorials &amp; Assessments</a:t>
            </a:r>
          </a:p>
        </p:txBody>
      </p:sp>
      <p:pic>
        <p:nvPicPr>
          <p:cNvPr id="6" name="Picture 5">
            <a:extLst>
              <a:ext uri="{FF2B5EF4-FFF2-40B4-BE49-F238E27FC236}">
                <a16:creationId xmlns:a16="http://schemas.microsoft.com/office/drawing/2014/main" id="{A4A3D8FE-5E62-5241-D6E0-DD1713215DA5}"/>
              </a:ext>
            </a:extLst>
          </p:cNvPr>
          <p:cNvPicPr>
            <a:picLocks noChangeAspect="1"/>
          </p:cNvPicPr>
          <p:nvPr/>
        </p:nvPicPr>
        <p:blipFill>
          <a:blip r:embed="rId2"/>
          <a:srcRect l="33792" t="20932" r="10116" b="22465"/>
          <a:stretch>
            <a:fillRect/>
          </a:stretch>
        </p:blipFill>
        <p:spPr>
          <a:xfrm>
            <a:off x="0" y="1072054"/>
            <a:ext cx="9144000" cy="5190343"/>
          </a:xfrm>
          <a:prstGeom prst="rect">
            <a:avLst/>
          </a:prstGeom>
        </p:spPr>
      </p:pic>
    </p:spTree>
    <p:extLst>
      <p:ext uri="{BB962C8B-B14F-4D97-AF65-F5344CB8AC3E}">
        <p14:creationId xmlns:p14="http://schemas.microsoft.com/office/powerpoint/2010/main" val="1135085677"/>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C8469C-8386-C7D2-36AE-D1792C6C9F97}"/>
            </a:ext>
          </a:extLst>
        </p:cNvPr>
        <p:cNvGrpSpPr/>
        <p:nvPr/>
      </p:nvGrpSpPr>
      <p:grpSpPr>
        <a:xfrm>
          <a:off x="0" y="0"/>
          <a:ext cx="0" cy="0"/>
          <a:chOff x="0" y="0"/>
          <a:chExt cx="0" cy="0"/>
        </a:xfrm>
      </p:grpSpPr>
      <p:sp>
        <p:nvSpPr>
          <p:cNvPr id="5" name="object 5">
            <a:extLst>
              <a:ext uri="{FF2B5EF4-FFF2-40B4-BE49-F238E27FC236}">
                <a16:creationId xmlns:a16="http://schemas.microsoft.com/office/drawing/2014/main" id="{B91E4008-E27A-8B85-524F-E5B0D854C6C9}"/>
              </a:ext>
            </a:extLst>
          </p:cNvPr>
          <p:cNvSpPr txBox="1">
            <a:spLocks noGrp="1"/>
          </p:cNvSpPr>
          <p:nvPr>
            <p:ph type="sldNum" sz="quarter" idx="7"/>
          </p:nvPr>
        </p:nvSpPr>
        <p:spPr>
          <a:prstGeom prst="rect">
            <a:avLst/>
          </a:prstGeom>
        </p:spPr>
        <p:txBody>
          <a:bodyPr vert="horz" wrap="square" lIns="0" tIns="476" rIns="0" bIns="0" rtlCol="0">
            <a:spAutoFit/>
          </a:bodyPr>
          <a:lstStyle/>
          <a:p>
            <a:pPr marL="28575" defTabSz="685800">
              <a:spcBef>
                <a:spcPts val="4"/>
              </a:spcBef>
            </a:pPr>
            <a:fld id="{81D60167-4931-47E6-BA6A-407CBD079E47}" type="slidenum">
              <a:rPr dirty="0"/>
              <a:pPr marL="28575" defTabSz="685800">
                <a:spcBef>
                  <a:spcPts val="4"/>
                </a:spcBef>
              </a:pPr>
              <a:t>89</a:t>
            </a:fld>
            <a:r>
              <a:rPr spc="176" dirty="0"/>
              <a:t> </a:t>
            </a:r>
            <a:r>
              <a:rPr dirty="0"/>
              <a:t>|</a:t>
            </a:r>
            <a:r>
              <a:rPr spc="300" dirty="0"/>
              <a:t> </a:t>
            </a:r>
            <a:r>
              <a:rPr dirty="0"/>
              <a:t>Faculty</a:t>
            </a:r>
            <a:r>
              <a:rPr spc="-11" dirty="0"/>
              <a:t> </a:t>
            </a:r>
            <a:r>
              <a:rPr dirty="0"/>
              <a:t>of</a:t>
            </a:r>
            <a:r>
              <a:rPr spc="-15" dirty="0"/>
              <a:t> </a:t>
            </a:r>
            <a:r>
              <a:rPr dirty="0"/>
              <a:t>Business</a:t>
            </a:r>
            <a:r>
              <a:rPr spc="-15" dirty="0"/>
              <a:t> </a:t>
            </a:r>
            <a:r>
              <a:rPr dirty="0"/>
              <a:t>and</a:t>
            </a:r>
            <a:r>
              <a:rPr spc="-15" dirty="0"/>
              <a:t> </a:t>
            </a:r>
            <a:r>
              <a:rPr dirty="0"/>
              <a:t>Law</a:t>
            </a:r>
            <a:r>
              <a:rPr spc="-11" dirty="0"/>
              <a:t> </a:t>
            </a:r>
            <a:r>
              <a:rPr dirty="0"/>
              <a:t>|</a:t>
            </a:r>
            <a:r>
              <a:rPr spc="-11" dirty="0"/>
              <a:t> </a:t>
            </a:r>
            <a:r>
              <a:rPr dirty="0"/>
              <a:t>Peter</a:t>
            </a:r>
            <a:r>
              <a:rPr spc="-8" dirty="0"/>
              <a:t> </a:t>
            </a:r>
            <a:r>
              <a:rPr dirty="0"/>
              <a:t>Faber</a:t>
            </a:r>
            <a:r>
              <a:rPr spc="-11" dirty="0"/>
              <a:t> </a:t>
            </a:r>
            <a:r>
              <a:rPr dirty="0"/>
              <a:t>Business</a:t>
            </a:r>
            <a:r>
              <a:rPr spc="-11" dirty="0"/>
              <a:t> </a:t>
            </a:r>
            <a:r>
              <a:rPr spc="-8" dirty="0"/>
              <a:t>School</a:t>
            </a:r>
          </a:p>
        </p:txBody>
      </p:sp>
      <p:sp>
        <p:nvSpPr>
          <p:cNvPr id="4" name="object 2">
            <a:extLst>
              <a:ext uri="{FF2B5EF4-FFF2-40B4-BE49-F238E27FC236}">
                <a16:creationId xmlns:a16="http://schemas.microsoft.com/office/drawing/2014/main" id="{2C0A8B7F-8D5D-7404-2C55-302330582319}"/>
              </a:ext>
            </a:extLst>
          </p:cNvPr>
          <p:cNvSpPr txBox="1">
            <a:spLocks/>
          </p:cNvSpPr>
          <p:nvPr/>
        </p:nvSpPr>
        <p:spPr>
          <a:xfrm>
            <a:off x="0" y="0"/>
            <a:ext cx="7240979" cy="502061"/>
          </a:xfrm>
          <a:prstGeom prst="rect">
            <a:avLst/>
          </a:prstGeom>
          <a:noFill/>
        </p:spPr>
        <p:txBody>
          <a:bodyPr vert="horz" wrap="square" lIns="0" tIns="9525" rIns="0" bIns="0" rtlCol="0">
            <a:spAutoFit/>
          </a:bodyPr>
          <a:lstStyle>
            <a:lvl1pPr>
              <a:defRPr sz="2900" b="1" i="0">
                <a:solidFill>
                  <a:srgbClr val="3D3935"/>
                </a:solidFill>
                <a:latin typeface="Arial"/>
                <a:ea typeface="+mj-ea"/>
                <a:cs typeface="Arial"/>
              </a:defRPr>
            </a:lvl1pPr>
          </a:lstStyle>
          <a:p>
            <a:pPr marL="9525" defTabSz="685800">
              <a:spcBef>
                <a:spcPts val="75"/>
              </a:spcBef>
            </a:pPr>
            <a:r>
              <a:rPr lang="en-US" sz="3200" kern="0" spc="-8" dirty="0"/>
              <a:t>Resources</a:t>
            </a:r>
          </a:p>
        </p:txBody>
      </p:sp>
      <p:pic>
        <p:nvPicPr>
          <p:cNvPr id="6" name="Picture 5">
            <a:hlinkClick r:id="rId2"/>
            <a:extLst>
              <a:ext uri="{FF2B5EF4-FFF2-40B4-BE49-F238E27FC236}">
                <a16:creationId xmlns:a16="http://schemas.microsoft.com/office/drawing/2014/main" id="{C55BA406-CBD8-2A03-CD30-7D5356585CA2}"/>
              </a:ext>
            </a:extLst>
          </p:cNvPr>
          <p:cNvPicPr>
            <a:picLocks noChangeAspect="1"/>
          </p:cNvPicPr>
          <p:nvPr/>
        </p:nvPicPr>
        <p:blipFill>
          <a:blip r:embed="rId3"/>
          <a:srcRect b="6526"/>
          <a:stretch>
            <a:fillRect/>
          </a:stretch>
        </p:blipFill>
        <p:spPr>
          <a:xfrm>
            <a:off x="0" y="1121734"/>
            <a:ext cx="9144000" cy="4807826"/>
          </a:xfrm>
          <a:prstGeom prst="rect">
            <a:avLst/>
          </a:prstGeom>
        </p:spPr>
      </p:pic>
      <p:sp>
        <p:nvSpPr>
          <p:cNvPr id="10" name="TextBox 9">
            <a:extLst>
              <a:ext uri="{FF2B5EF4-FFF2-40B4-BE49-F238E27FC236}">
                <a16:creationId xmlns:a16="http://schemas.microsoft.com/office/drawing/2014/main" id="{9CB16571-1FA9-45A4-93DE-14F04B76EEA2}"/>
              </a:ext>
            </a:extLst>
          </p:cNvPr>
          <p:cNvSpPr txBox="1"/>
          <p:nvPr/>
        </p:nvSpPr>
        <p:spPr>
          <a:xfrm>
            <a:off x="0" y="5929560"/>
            <a:ext cx="9144000" cy="646331"/>
          </a:xfrm>
          <a:prstGeom prst="rect">
            <a:avLst/>
          </a:prstGeom>
          <a:noFill/>
        </p:spPr>
        <p:txBody>
          <a:bodyPr wrap="square">
            <a:spAutoFit/>
          </a:bodyPr>
          <a:lstStyle/>
          <a:p>
            <a:r>
              <a:rPr lang="en-US" dirty="0">
                <a:hlinkClick r:id="rId2"/>
              </a:rPr>
              <a:t>https://github.com/FarshidKeivanian</a:t>
            </a:r>
          </a:p>
          <a:p>
            <a:r>
              <a:rPr lang="en-US" dirty="0">
                <a:hlinkClick r:id="rId2"/>
              </a:rPr>
              <a:t>https://github.com/FarshidKeivanian/Sessions_DATA-AND-INFORMATION-MANAGEMENT</a:t>
            </a:r>
            <a:r>
              <a:rPr lang="en-US" dirty="0"/>
              <a:t> </a:t>
            </a:r>
          </a:p>
        </p:txBody>
      </p:sp>
    </p:spTree>
    <p:extLst>
      <p:ext uri="{BB962C8B-B14F-4D97-AF65-F5344CB8AC3E}">
        <p14:creationId xmlns:p14="http://schemas.microsoft.com/office/powerpoint/2010/main" val="4128603116"/>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8FB26E-E4E6-9277-F546-F5A9A65F4D52}"/>
            </a:ext>
          </a:extLst>
        </p:cNvPr>
        <p:cNvGrpSpPr/>
        <p:nvPr/>
      </p:nvGrpSpPr>
      <p:grpSpPr>
        <a:xfrm>
          <a:off x="0" y="0"/>
          <a:ext cx="0" cy="0"/>
          <a:chOff x="0" y="0"/>
          <a:chExt cx="0" cy="0"/>
        </a:xfrm>
      </p:grpSpPr>
      <p:sp>
        <p:nvSpPr>
          <p:cNvPr id="15" name="Title 1">
            <a:extLst>
              <a:ext uri="{FF2B5EF4-FFF2-40B4-BE49-F238E27FC236}">
                <a16:creationId xmlns:a16="http://schemas.microsoft.com/office/drawing/2014/main" id="{AF2B1819-398A-6A16-1BAD-7C6C9AEEF432}"/>
              </a:ext>
            </a:extLst>
          </p:cNvPr>
          <p:cNvSpPr>
            <a:spLocks noGrp="1"/>
          </p:cNvSpPr>
          <p:nvPr>
            <p:ph type="title"/>
          </p:nvPr>
        </p:nvSpPr>
        <p:spPr>
          <a:xfrm>
            <a:off x="0" y="0"/>
            <a:ext cx="9144000" cy="577517"/>
          </a:xfrm>
        </p:spPr>
        <p:txBody>
          <a:bodyPr>
            <a:normAutofit/>
          </a:bodyPr>
          <a:lstStyle/>
          <a:p>
            <a:r>
              <a:rPr lang="en-US" sz="2900" dirty="0">
                <a:solidFill>
                  <a:schemeClr val="tx1"/>
                </a:solidFill>
                <a:latin typeface="Arial" panose="020B0604020202020204" pitchFamily="34" charset="0"/>
                <a:cs typeface="Arial" panose="020B0604020202020204" pitchFamily="34" charset="0"/>
              </a:rPr>
              <a:t>Let’s Answer Your Questions</a:t>
            </a:r>
            <a:endParaRPr lang="en-AU" sz="2900" dirty="0">
              <a:solidFill>
                <a:schemeClr val="tx1"/>
              </a:solidFill>
              <a:latin typeface="Arial" panose="020B0604020202020204" pitchFamily="34" charset="0"/>
              <a:cs typeface="Arial" panose="020B0604020202020204" pitchFamily="34" charset="0"/>
            </a:endParaRPr>
          </a:p>
        </p:txBody>
      </p:sp>
      <p:pic>
        <p:nvPicPr>
          <p:cNvPr id="1028" name="Picture 4" descr="Answering Questions In Complete Sentences">
            <a:extLst>
              <a:ext uri="{FF2B5EF4-FFF2-40B4-BE49-F238E27FC236}">
                <a16:creationId xmlns:a16="http://schemas.microsoft.com/office/drawing/2014/main" id="{F3F39DD1-1664-A2BF-97E5-6BA3145EE9BD}"/>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79244" y="1340457"/>
            <a:ext cx="3385511" cy="2115944"/>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7F84D911-33A5-B864-56FB-887C30BDEF0D}"/>
              </a:ext>
            </a:extLst>
          </p:cNvPr>
          <p:cNvSpPr txBox="1"/>
          <p:nvPr/>
        </p:nvSpPr>
        <p:spPr>
          <a:xfrm>
            <a:off x="16727" y="3429000"/>
            <a:ext cx="9144000" cy="3257174"/>
          </a:xfrm>
          <a:prstGeom prst="rect">
            <a:avLst/>
          </a:prstGeom>
          <a:noFill/>
        </p:spPr>
        <p:txBody>
          <a:bodyPr wrap="square" rtlCol="0">
            <a:spAutoFit/>
          </a:bodyPr>
          <a:lstStyle/>
          <a:p>
            <a:pPr marL="385763" marR="0" lvl="0" indent="-385763" algn="l" defTabSz="685800" rtl="0" eaLnBrk="0" fontAlgn="base" latinLnBrk="0" hangingPunct="0">
              <a:lnSpc>
                <a:spcPct val="150000"/>
              </a:lnSpc>
              <a:spcBef>
                <a:spcPct val="0"/>
              </a:spcBef>
              <a:spcAft>
                <a:spcPct val="0"/>
              </a:spcAft>
              <a:buClrTx/>
              <a:buSzTx/>
              <a:buFont typeface="+mj-lt"/>
              <a:buAutoNum type="arabicPeriod"/>
              <a:tabLst/>
              <a:defRPr/>
            </a:pPr>
            <a:r>
              <a:rPr kumimoji="0" lang="en-US" altLang="en-US" sz="28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rPr>
              <a:t>Live during class</a:t>
            </a:r>
            <a:r>
              <a:rPr kumimoji="0" lang="en-US" altLang="en-US" sz="2800" b="0"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rPr>
              <a:t> – Ask directly during sessions.</a:t>
            </a:r>
          </a:p>
          <a:p>
            <a:pPr marL="385763" marR="0" lvl="0" indent="-385763" algn="l" defTabSz="685800" rtl="0" eaLnBrk="0" fontAlgn="base" latinLnBrk="0" hangingPunct="0">
              <a:lnSpc>
                <a:spcPct val="150000"/>
              </a:lnSpc>
              <a:spcBef>
                <a:spcPct val="0"/>
              </a:spcBef>
              <a:spcAft>
                <a:spcPct val="0"/>
              </a:spcAft>
              <a:buClrTx/>
              <a:buSzTx/>
              <a:buFont typeface="+mj-lt"/>
              <a:buAutoNum type="arabicPeriod"/>
              <a:tabLst/>
              <a:defRPr/>
            </a:pPr>
            <a:r>
              <a:rPr kumimoji="0" lang="en-US" altLang="en-US" sz="28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rPr>
              <a:t>Canvas Inbox</a:t>
            </a:r>
            <a:r>
              <a:rPr kumimoji="0" lang="en-US" altLang="en-US" sz="2800" b="0"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rPr>
              <a:t> – For structured academic queries.</a:t>
            </a:r>
          </a:p>
          <a:p>
            <a:pPr marL="385763" marR="0" lvl="0" indent="-385763" algn="l" defTabSz="685800" rtl="0" eaLnBrk="0" fontAlgn="base" latinLnBrk="0" hangingPunct="0">
              <a:lnSpc>
                <a:spcPct val="150000"/>
              </a:lnSpc>
              <a:spcBef>
                <a:spcPct val="0"/>
              </a:spcBef>
              <a:spcAft>
                <a:spcPct val="0"/>
              </a:spcAft>
              <a:buClrTx/>
              <a:buSzTx/>
              <a:buFont typeface="+mj-lt"/>
              <a:buAutoNum type="arabicPeriod"/>
              <a:tabLst/>
              <a:defRPr/>
            </a:pPr>
            <a:r>
              <a:rPr kumimoji="0" lang="en-US" altLang="en-US" sz="28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rPr>
              <a:t>Email</a:t>
            </a:r>
            <a:r>
              <a:rPr kumimoji="0" lang="en-US" altLang="en-US" sz="2800" b="0"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rPr>
              <a:t> – For formal communications or attachments.</a:t>
            </a:r>
          </a:p>
          <a:p>
            <a:pPr marL="385763" marR="0" lvl="0" indent="-385763" algn="l" defTabSz="685800" rtl="0" eaLnBrk="0" fontAlgn="base" latinLnBrk="0" hangingPunct="0">
              <a:lnSpc>
                <a:spcPct val="150000"/>
              </a:lnSpc>
              <a:spcBef>
                <a:spcPct val="0"/>
              </a:spcBef>
              <a:spcAft>
                <a:spcPct val="0"/>
              </a:spcAft>
              <a:buClrTx/>
              <a:buSzTx/>
              <a:buFont typeface="+mj-lt"/>
              <a:buAutoNum type="arabicPeriod"/>
              <a:tabLst/>
              <a:defRPr/>
            </a:pPr>
            <a:r>
              <a:rPr kumimoji="0" lang="en-US" altLang="en-US" sz="28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rPr>
              <a:t>Canvas Discussion Forum </a:t>
            </a:r>
            <a:r>
              <a:rPr kumimoji="0" lang="en-US" altLang="en-US" sz="2800" b="0"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rPr>
              <a:t>– Everyone can see and learn from your question.</a:t>
            </a:r>
          </a:p>
        </p:txBody>
      </p:sp>
    </p:spTree>
    <p:extLst>
      <p:ext uri="{BB962C8B-B14F-4D97-AF65-F5344CB8AC3E}">
        <p14:creationId xmlns:p14="http://schemas.microsoft.com/office/powerpoint/2010/main" val="2475363991"/>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0C101F-C65F-1D84-0824-C2471518F032}"/>
            </a:ext>
          </a:extLst>
        </p:cNvPr>
        <p:cNvGrpSpPr/>
        <p:nvPr/>
      </p:nvGrpSpPr>
      <p:grpSpPr>
        <a:xfrm>
          <a:off x="0" y="0"/>
          <a:ext cx="0" cy="0"/>
          <a:chOff x="0" y="0"/>
          <a:chExt cx="0" cy="0"/>
        </a:xfrm>
      </p:grpSpPr>
      <p:pic>
        <p:nvPicPr>
          <p:cNvPr id="19" name="Picture 18" descr="Tying a bow in an arrangment of presents">
            <a:extLst>
              <a:ext uri="{FF2B5EF4-FFF2-40B4-BE49-F238E27FC236}">
                <a16:creationId xmlns:a16="http://schemas.microsoft.com/office/drawing/2014/main" id="{E6D721DE-1453-5AA6-9447-209B227E2123}"/>
              </a:ext>
            </a:extLst>
          </p:cNvPr>
          <p:cNvPicPr>
            <a:picLocks noChangeAspect="1"/>
          </p:cNvPicPr>
          <p:nvPr/>
        </p:nvPicPr>
        <p:blipFill rotWithShape="1">
          <a:blip r:embed="rId2"/>
          <a:srcRect l="17081" r="16168" b="-2"/>
          <a:stretch/>
        </p:blipFill>
        <p:spPr>
          <a:xfrm>
            <a:off x="206930" y="1420349"/>
            <a:ext cx="4306642" cy="4306642"/>
          </a:xfrm>
          <a:custGeom>
            <a:avLst/>
            <a:gdLst/>
            <a:ahLst/>
            <a:cxnLst/>
            <a:rect l="l" t="t" r="r" b="b"/>
            <a:pathLst>
              <a:path w="1838528" h="1838528">
                <a:moveTo>
                  <a:pt x="919264" y="0"/>
                </a:moveTo>
                <a:cubicBezTo>
                  <a:pt x="1426959" y="0"/>
                  <a:pt x="1838528" y="411569"/>
                  <a:pt x="1838528" y="919264"/>
                </a:cubicBezTo>
                <a:cubicBezTo>
                  <a:pt x="1838528" y="1426959"/>
                  <a:pt x="1426959" y="1838528"/>
                  <a:pt x="919264" y="1838528"/>
                </a:cubicBezTo>
                <a:cubicBezTo>
                  <a:pt x="411569" y="1838528"/>
                  <a:pt x="0" y="1426959"/>
                  <a:pt x="0" y="919264"/>
                </a:cubicBezTo>
                <a:cubicBezTo>
                  <a:pt x="0" y="411569"/>
                  <a:pt x="411569" y="0"/>
                  <a:pt x="919264" y="0"/>
                </a:cubicBezTo>
                <a:close/>
              </a:path>
            </a:pathLst>
          </a:custGeom>
        </p:spPr>
      </p:pic>
      <p:sp>
        <p:nvSpPr>
          <p:cNvPr id="3" name="TextBox 2">
            <a:extLst>
              <a:ext uri="{FF2B5EF4-FFF2-40B4-BE49-F238E27FC236}">
                <a16:creationId xmlns:a16="http://schemas.microsoft.com/office/drawing/2014/main" id="{84845029-98A4-9C92-04B4-320B6AFDD1B8}"/>
              </a:ext>
            </a:extLst>
          </p:cNvPr>
          <p:cNvSpPr txBox="1"/>
          <p:nvPr/>
        </p:nvSpPr>
        <p:spPr>
          <a:xfrm>
            <a:off x="4630429" y="1594466"/>
            <a:ext cx="4513571" cy="4543576"/>
          </a:xfrm>
          <a:prstGeom prst="rect">
            <a:avLst/>
          </a:prstGeom>
        </p:spPr>
        <p:txBody>
          <a:bodyPr vert="horz" lIns="68580" tIns="34290" rIns="68580" bIns="34290" rtlCol="0" anchor="t">
            <a:noAutofit/>
          </a:bodyPr>
          <a:lstStyle/>
          <a:p>
            <a:pPr lvl="0" defTabSz="685800">
              <a:lnSpc>
                <a:spcPct val="150000"/>
              </a:lnSpc>
              <a:spcAft>
                <a:spcPts val="450"/>
              </a:spcAft>
              <a:defRPr/>
            </a:pPr>
            <a:r>
              <a:rPr lang="en-US" sz="2400" spc="-20" dirty="0">
                <a:latin typeface="Calibri" panose="020F0502020204030204" pitchFamily="34" charset="0"/>
                <a:cs typeface="Calibri" panose="020F0502020204030204" pitchFamily="34" charset="0"/>
              </a:rPr>
              <a:t>Happy Learning and Bright Futures Ahead!</a:t>
            </a:r>
          </a:p>
          <a:p>
            <a:pPr lvl="0" defTabSz="685800">
              <a:lnSpc>
                <a:spcPct val="150000"/>
              </a:lnSpc>
              <a:spcAft>
                <a:spcPts val="450"/>
              </a:spcAft>
              <a:defRPr/>
            </a:pPr>
            <a:r>
              <a:rPr kumimoji="0" lang="en-US" sz="2400" b="1" i="0" u="none" strike="noStrike" kern="1200" cap="none" spc="0" normalizeH="0" baseline="0" noProof="0" dirty="0">
                <a:ln>
                  <a:noFill/>
                </a:ln>
                <a:solidFill>
                  <a:prstClr val="black">
                    <a:alpha val="80000"/>
                  </a:prstClr>
                </a:solidFill>
                <a:effectLst/>
                <a:uLnTx/>
                <a:uFillTx/>
                <a:latin typeface="Calibri" panose="020F0502020204030204" pitchFamily="34" charset="0"/>
                <a:cs typeface="Calibri" panose="020F0502020204030204" pitchFamily="34" charset="0"/>
              </a:rPr>
              <a:t>Stay Connected:</a:t>
            </a:r>
            <a:br>
              <a:rPr kumimoji="0" lang="en-US" sz="2400" b="0" i="0" u="none" strike="noStrike" kern="1200" cap="none" spc="0" normalizeH="0" baseline="0" noProof="0" dirty="0">
                <a:ln>
                  <a:noFill/>
                </a:ln>
                <a:solidFill>
                  <a:prstClr val="black">
                    <a:alpha val="80000"/>
                  </a:prstClr>
                </a:solidFill>
                <a:effectLst/>
                <a:uLnTx/>
                <a:uFillTx/>
                <a:latin typeface="Calibri" panose="020F0502020204030204" pitchFamily="34" charset="0"/>
                <a:cs typeface="Calibri" panose="020F0502020204030204" pitchFamily="34" charset="0"/>
              </a:rPr>
            </a:br>
            <a:r>
              <a:rPr kumimoji="0" lang="en-US" sz="2400" b="0" i="0" u="none" strike="noStrike" kern="1200" cap="none" spc="0" normalizeH="0" baseline="0" noProof="0" dirty="0">
                <a:ln>
                  <a:noFill/>
                </a:ln>
                <a:solidFill>
                  <a:prstClr val="black">
                    <a:alpha val="80000"/>
                  </a:prstClr>
                </a:solidFill>
                <a:effectLst/>
                <a:uLnTx/>
                <a:uFillTx/>
                <a:latin typeface="Calibri" panose="020F0502020204030204" pitchFamily="34" charset="0"/>
                <a:cs typeface="Calibri" panose="020F0502020204030204" pitchFamily="34" charset="0"/>
                <a:hlinkClick r:id="rId3"/>
              </a:rPr>
              <a:t>linkedin.com/in/farshid-keivanian</a:t>
            </a:r>
            <a:r>
              <a:rPr kumimoji="0" lang="en-US" sz="2400" b="0" i="0" u="none" strike="noStrike" kern="1200" cap="none" spc="0" normalizeH="0" baseline="0" noProof="0" dirty="0">
                <a:ln>
                  <a:noFill/>
                </a:ln>
                <a:solidFill>
                  <a:prstClr val="black">
                    <a:alpha val="80000"/>
                  </a:prstClr>
                </a:solidFill>
                <a:effectLst/>
                <a:uLnTx/>
                <a:uFillTx/>
                <a:latin typeface="Calibri" panose="020F0502020204030204" pitchFamily="34" charset="0"/>
                <a:cs typeface="Calibri" panose="020F0502020204030204" pitchFamily="34" charset="0"/>
              </a:rPr>
              <a:t> </a:t>
            </a:r>
            <a:br>
              <a:rPr kumimoji="0" lang="en-US" sz="2400" b="0" i="0" u="none" strike="noStrike" kern="1200" cap="none" spc="0" normalizeH="0" baseline="0" noProof="0" dirty="0">
                <a:ln>
                  <a:noFill/>
                </a:ln>
                <a:solidFill>
                  <a:prstClr val="black">
                    <a:alpha val="80000"/>
                  </a:prstClr>
                </a:solidFill>
                <a:effectLst/>
                <a:uLnTx/>
                <a:uFillTx/>
                <a:latin typeface="Calibri" panose="020F0502020204030204" pitchFamily="34" charset="0"/>
                <a:cs typeface="Calibri" panose="020F0502020204030204" pitchFamily="34" charset="0"/>
              </a:rPr>
            </a:br>
            <a:r>
              <a:rPr kumimoji="0" lang="en-US" sz="2400" b="0" i="0" u="none" strike="noStrike" kern="1200" cap="none" spc="0" normalizeH="0" baseline="0" noProof="0" dirty="0">
                <a:ln>
                  <a:noFill/>
                </a:ln>
                <a:solidFill>
                  <a:prstClr val="black">
                    <a:alpha val="80000"/>
                  </a:prstClr>
                </a:solidFill>
                <a:effectLst/>
                <a:uLnTx/>
                <a:uFillTx/>
                <a:latin typeface="Calibri" panose="020F0502020204030204" pitchFamily="34" charset="0"/>
                <a:cs typeface="Calibri" panose="020F0502020204030204" pitchFamily="34" charset="0"/>
                <a:hlinkClick r:id="rId4"/>
              </a:rPr>
              <a:t>github.com/FarshidKeivanian</a:t>
            </a:r>
            <a:r>
              <a:rPr kumimoji="0" lang="en-US" sz="2400" b="0" i="0" u="none" strike="noStrike" kern="1200" cap="none" spc="0" normalizeH="0" baseline="0" noProof="0" dirty="0">
                <a:ln>
                  <a:noFill/>
                </a:ln>
                <a:solidFill>
                  <a:prstClr val="black">
                    <a:alpha val="80000"/>
                  </a:prstClr>
                </a:solidFill>
                <a:effectLst/>
                <a:uLnTx/>
                <a:uFillTx/>
                <a:latin typeface="Calibri" panose="020F0502020204030204" pitchFamily="34" charset="0"/>
                <a:cs typeface="Calibri" panose="020F0502020204030204" pitchFamily="34" charset="0"/>
              </a:rPr>
              <a:t> </a:t>
            </a:r>
          </a:p>
          <a:p>
            <a:pPr marL="0" marR="0" lvl="0" indent="-171450" algn="l" defTabSz="685800" rtl="0" eaLnBrk="1" fontAlgn="auto" latinLnBrk="0" hangingPunct="1">
              <a:lnSpc>
                <a:spcPct val="150000"/>
              </a:lnSpc>
              <a:spcBef>
                <a:spcPts val="0"/>
              </a:spcBef>
              <a:spcAft>
                <a:spcPts val="450"/>
              </a:spcAft>
              <a:buClrTx/>
              <a:buSzTx/>
              <a:buFont typeface="Arial" panose="020B0604020202020204" pitchFamily="34" charset="0"/>
              <a:buChar char="•"/>
              <a:tabLst/>
              <a:defRPr/>
            </a:pPr>
            <a:r>
              <a:rPr kumimoji="0" lang="en-US" sz="2400" b="0" i="1" u="none" strike="noStrike" kern="1200" cap="none" spc="0" normalizeH="0" baseline="0" noProof="0" dirty="0">
                <a:ln>
                  <a:noFill/>
                </a:ln>
                <a:solidFill>
                  <a:prstClr val="black">
                    <a:alpha val="80000"/>
                  </a:prstClr>
                </a:solidFill>
                <a:effectLst/>
                <a:uLnTx/>
                <a:uFillTx/>
                <a:latin typeface="Calibri" panose="020F0502020204030204" pitchFamily="34" charset="0"/>
                <a:cs typeface="Calibri" panose="020F0502020204030204" pitchFamily="34" charset="0"/>
              </a:rPr>
              <a:t>Education is the most powerful weapon you can use to change the world. </a:t>
            </a:r>
            <a:r>
              <a:rPr kumimoji="0" lang="en-US" sz="2400" b="0" i="0" u="none" strike="noStrike" kern="1200" cap="none" spc="0" normalizeH="0" baseline="0" noProof="0" dirty="0">
                <a:ln>
                  <a:noFill/>
                </a:ln>
                <a:solidFill>
                  <a:prstClr val="black">
                    <a:alpha val="80000"/>
                  </a:prstClr>
                </a:solidFill>
                <a:effectLst/>
                <a:uLnTx/>
                <a:uFillTx/>
                <a:latin typeface="Calibri" panose="020F0502020204030204" pitchFamily="34" charset="0"/>
                <a:cs typeface="Calibri" panose="020F0502020204030204" pitchFamily="34" charset="0"/>
              </a:rPr>
              <a:t>— Nelson Mandela</a:t>
            </a:r>
          </a:p>
        </p:txBody>
      </p:sp>
      <p:sp>
        <p:nvSpPr>
          <p:cNvPr id="2" name="object 2">
            <a:extLst>
              <a:ext uri="{FF2B5EF4-FFF2-40B4-BE49-F238E27FC236}">
                <a16:creationId xmlns:a16="http://schemas.microsoft.com/office/drawing/2014/main" id="{92EB8C87-8395-5CF8-FB02-8B57ECDD50A8}"/>
              </a:ext>
            </a:extLst>
          </p:cNvPr>
          <p:cNvSpPr txBox="1">
            <a:spLocks noGrp="1"/>
          </p:cNvSpPr>
          <p:nvPr>
            <p:ph type="title"/>
          </p:nvPr>
        </p:nvSpPr>
        <p:spPr>
          <a:xfrm>
            <a:off x="0" y="-238865"/>
            <a:ext cx="6920865" cy="708399"/>
          </a:xfrm>
          <a:prstGeom prst="rect">
            <a:avLst/>
          </a:prstGeom>
        </p:spPr>
        <p:txBody>
          <a:bodyPr vert="horz" wrap="square" lIns="0" tIns="259588" rIns="0" bIns="0" rtlCol="0">
            <a:spAutoFit/>
          </a:bodyPr>
          <a:lstStyle/>
          <a:p>
            <a:pPr marL="123825">
              <a:lnSpc>
                <a:spcPct val="100000"/>
              </a:lnSpc>
              <a:spcBef>
                <a:spcPts val="100"/>
              </a:spcBef>
            </a:pPr>
            <a:r>
              <a:rPr lang="en-US" sz="2900" spc="-20" dirty="0"/>
              <a:t>Thank You</a:t>
            </a:r>
            <a:endParaRPr sz="2900" spc="-20" dirty="0"/>
          </a:p>
        </p:txBody>
      </p:sp>
    </p:spTree>
    <p:extLst>
      <p:ext uri="{BB962C8B-B14F-4D97-AF65-F5344CB8AC3E}">
        <p14:creationId xmlns:p14="http://schemas.microsoft.com/office/powerpoint/2010/main" val="2382151104"/>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UNDODONOTDELETE" val="0"/>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ACU Presentation">
  <a:themeElements>
    <a:clrScheme name="ACUColourScheme">
      <a:dk1>
        <a:srgbClr val="3C1053"/>
      </a:dk1>
      <a:lt1>
        <a:srgbClr val="FFFFFF"/>
      </a:lt1>
      <a:dk2>
        <a:srgbClr val="3C1053"/>
      </a:dk2>
      <a:lt2>
        <a:srgbClr val="E8E3DB"/>
      </a:lt2>
      <a:accent1>
        <a:srgbClr val="F2120C"/>
      </a:accent1>
      <a:accent2>
        <a:srgbClr val="3D3935"/>
      </a:accent2>
      <a:accent3>
        <a:srgbClr val="8C857B"/>
      </a:accent3>
      <a:accent4>
        <a:srgbClr val="3C1053"/>
      </a:accent4>
      <a:accent5>
        <a:srgbClr val="E8E3DB"/>
      </a:accent5>
      <a:accent6>
        <a:srgbClr val="70AD47"/>
      </a:accent6>
      <a:hlink>
        <a:srgbClr val="0563C1"/>
      </a:hlink>
      <a:folHlink>
        <a:srgbClr val="954F72"/>
      </a:folHlink>
    </a:clrScheme>
    <a:fontScheme name="Custom 21">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wrap="square" rtlCol="0">
        <a:spAutoFit/>
      </a:bodyPr>
      <a:lstStyle>
        <a:defPPr>
          <a:defRPr dirty="0" err="1" smtClean="0">
            <a:solidFill>
              <a:srgbClr val="3D3935"/>
            </a:solidFill>
          </a:defRPr>
        </a:defPPr>
      </a:lstStyle>
    </a:txDef>
  </a:objectDefaults>
  <a:extraClrSchemeLst/>
  <a:extLst>
    <a:ext uri="{05A4C25C-085E-4340-85A3-A5531E510DB2}">
      <thm15:themeFamily xmlns:thm15="http://schemas.microsoft.com/office/thememl/2012/main" name="PPT_Template_4_3_V2.potx" id="{F3B38964-EE74-4E1D-A3FE-21D8EB788CBF}" vid="{2C9D612A-0DB5-43BD-9B9F-0A9FAAF24DC0}"/>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7CDC8B17FFF79F46AB892AACDE15F09D" ma:contentTypeVersion="1" ma:contentTypeDescription="Create a new document." ma:contentTypeScope="" ma:versionID="a5ba99c893f738a110fead59b8aec548">
  <xsd:schema xmlns:xsd="http://www.w3.org/2001/XMLSchema" xmlns:xs="http://www.w3.org/2001/XMLSchema" xmlns:p="http://schemas.microsoft.com/office/2006/metadata/properties" targetNamespace="http://schemas.microsoft.com/office/2006/metadata/properties" ma:root="true" ma:fieldsID="6c96ba11fc0b0f11135d6dc28d8a2ff0">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ma:readOnly="tru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719D6D79-91EF-4340-8C3D-E484566A2E2F}">
  <ds:schemaRefs>
    <ds:schemaRef ds:uri="http://purl.org/dc/dcmitype/"/>
    <ds:schemaRef ds:uri="http://schemas.microsoft.com/office/2006/documentManagement/types"/>
    <ds:schemaRef ds:uri="http://www.w3.org/XML/1998/namespace"/>
    <ds:schemaRef ds:uri="http://purl.org/dc/terms/"/>
    <ds:schemaRef ds:uri="http://schemas.microsoft.com/office/infopath/2007/PartnerControls"/>
    <ds:schemaRef ds:uri="http://schemas.openxmlformats.org/package/2006/metadata/core-properties"/>
    <ds:schemaRef ds:uri="http://schemas.microsoft.com/office/2006/metadata/properties"/>
    <ds:schemaRef ds:uri="http://purl.org/dc/elements/1.1/"/>
  </ds:schemaRefs>
</ds:datastoreItem>
</file>

<file path=customXml/itemProps2.xml><?xml version="1.0" encoding="utf-8"?>
<ds:datastoreItem xmlns:ds="http://schemas.openxmlformats.org/officeDocument/2006/customXml" ds:itemID="{05866CA7-3031-48D4-BC56-8127880CD39C}">
  <ds:schemaRefs>
    <ds:schemaRef ds:uri="http://schemas.microsoft.com/sharepoint/v3/contenttype/forms"/>
  </ds:schemaRefs>
</ds:datastoreItem>
</file>

<file path=customXml/itemProps3.xml><?xml version="1.0" encoding="utf-8"?>
<ds:datastoreItem xmlns:ds="http://schemas.openxmlformats.org/officeDocument/2006/customXml" ds:itemID="{4360E499-BA5F-475B-94B4-A8CCAB27634D}">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openxmlformats.org/package/2006/metadata/core-properties"/>
    <ds:schemaRef ds:uri="http://purl.org/dc/elements/1.1/"/>
    <ds:schemaRef ds:uri="http://purl.org/dc/terms/"/>
    <ds:schemaRef ds:uri="http://schemas.microsoft.com/internal/obd"/>
    <ds:schemaRef ds:uri="http://schemas.microsoft.com/office/infopath/2007/PartnerControls"/>
  </ds:schemaRefs>
</ds:datastoreItem>
</file>

<file path=docProps/app.xml><?xml version="1.0" encoding="utf-8"?>
<Properties xmlns="http://schemas.openxmlformats.org/officeDocument/2006/extended-properties" xmlns:vt="http://schemas.openxmlformats.org/officeDocument/2006/docPropsVTypes">
  <Template>PPT_Template_4_3_V2.potx</Template>
  <TotalTime>2448</TotalTime>
  <Words>4168</Words>
  <Application>Microsoft Office PowerPoint</Application>
  <PresentationFormat>On-screen Show (4:3)</PresentationFormat>
  <Paragraphs>1275</Paragraphs>
  <Slides>91</Slides>
  <Notes>82</Notes>
  <HiddenSlides>0</HiddenSlides>
  <MMClips>0</MMClips>
  <ScaleCrop>false</ScaleCrop>
  <HeadingPairs>
    <vt:vector size="8" baseType="variant">
      <vt:variant>
        <vt:lpstr>Fonts Used</vt:lpstr>
      </vt:variant>
      <vt:variant>
        <vt:i4>3</vt:i4>
      </vt:variant>
      <vt:variant>
        <vt:lpstr>Theme</vt:lpstr>
      </vt:variant>
      <vt:variant>
        <vt:i4>2</vt:i4>
      </vt:variant>
      <vt:variant>
        <vt:lpstr>Embedded OLE Servers</vt:lpstr>
      </vt:variant>
      <vt:variant>
        <vt:i4>1</vt:i4>
      </vt:variant>
      <vt:variant>
        <vt:lpstr>Slide Titles</vt:lpstr>
      </vt:variant>
      <vt:variant>
        <vt:i4>91</vt:i4>
      </vt:variant>
    </vt:vector>
  </HeadingPairs>
  <TitlesOfParts>
    <vt:vector size="97" baseType="lpstr">
      <vt:lpstr>Arial</vt:lpstr>
      <vt:lpstr>Calibri</vt:lpstr>
      <vt:lpstr>Wingdings</vt:lpstr>
      <vt:lpstr>ACU Presentation</vt:lpstr>
      <vt:lpstr>1_Office Theme</vt:lpstr>
      <vt:lpstr>think-cell Slide</vt:lpstr>
      <vt:lpstr>Database Concepts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Let’s Answer Your Questions</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ACU Presentation</dc:title>
  <dc:creator>Husnen Rupani;Simone.Byrnes@acu.edu.au</dc:creator>
  <cp:lastModifiedBy>Farshid Keivanian</cp:lastModifiedBy>
  <cp:revision>307</cp:revision>
  <cp:lastPrinted>2017-08-03T04:07:41Z</cp:lastPrinted>
  <dcterms:created xsi:type="dcterms:W3CDTF">2017-05-11T09:33:32Z</dcterms:created>
  <dcterms:modified xsi:type="dcterms:W3CDTF">2026-03-02T21:46:48Z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0x0101007CDC8B17FFF79F46AB892AACDE15F09D</vt:lpwstr>
  </property>
</Properties>
</file>